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50" Type="http://schemas.openxmlformats.org/officeDocument/2006/relationships/image" Target="../media/image56.png"/><Relationship Id="rId55" Type="http://schemas.openxmlformats.org/officeDocument/2006/relationships/image" Target="../media/image61.png"/><Relationship Id="rId63" Type="http://schemas.openxmlformats.org/officeDocument/2006/relationships/image" Target="../media/image6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9" Type="http://schemas.openxmlformats.org/officeDocument/2006/relationships/image" Target="../media/image35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3" Type="http://schemas.openxmlformats.org/officeDocument/2006/relationships/image" Target="../media/image59.png"/><Relationship Id="rId58" Type="http://schemas.openxmlformats.org/officeDocument/2006/relationships/image" Target="../media/image64.png"/><Relationship Id="rId5" Type="http://schemas.openxmlformats.org/officeDocument/2006/relationships/image" Target="../media/image11.png"/><Relationship Id="rId61" Type="http://schemas.openxmlformats.org/officeDocument/2006/relationships/image" Target="../media/image67.png"/><Relationship Id="rId19" Type="http://schemas.openxmlformats.org/officeDocument/2006/relationships/image" Target="../media/image2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../media/image54.png"/><Relationship Id="rId56" Type="http://schemas.openxmlformats.org/officeDocument/2006/relationships/image" Target="../media/image62.png"/><Relationship Id="rId64" Type="http://schemas.openxmlformats.org/officeDocument/2006/relationships/image" Target="../media/image70.png"/><Relationship Id="rId8" Type="http://schemas.openxmlformats.org/officeDocument/2006/relationships/image" Target="../media/image14.png"/><Relationship Id="rId51" Type="http://schemas.openxmlformats.org/officeDocument/2006/relationships/image" Target="../media/image57.png"/><Relationship Id="rId3" Type="http://schemas.openxmlformats.org/officeDocument/2006/relationships/image" Target="../media/image9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59" Type="http://schemas.openxmlformats.org/officeDocument/2006/relationships/image" Target="../media/image65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Relationship Id="rId54" Type="http://schemas.openxmlformats.org/officeDocument/2006/relationships/image" Target="../media/image60.png"/><Relationship Id="rId62" Type="http://schemas.openxmlformats.org/officeDocument/2006/relationships/image" Target="../media/image6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49" Type="http://schemas.openxmlformats.org/officeDocument/2006/relationships/image" Target="../media/image55.png"/><Relationship Id="rId57" Type="http://schemas.openxmlformats.org/officeDocument/2006/relationships/image" Target="../media/image63.png"/><Relationship Id="rId10" Type="http://schemas.openxmlformats.org/officeDocument/2006/relationships/image" Target="../media/image16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52" Type="http://schemas.openxmlformats.org/officeDocument/2006/relationships/image" Target="../media/image58.png"/><Relationship Id="rId60" Type="http://schemas.openxmlformats.org/officeDocument/2006/relationships/image" Target="../media/image66.png"/><Relationship Id="rId65" Type="http://schemas.openxmlformats.org/officeDocument/2006/relationships/image" Target="../media/image7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9" Type="http://schemas.openxmlformats.org/officeDocument/2006/relationships/image" Target="../media/image4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209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617326" y="1583977"/>
            <a:ext cx="3670935" cy="7867650"/>
          </a:xfrm>
          <a:custGeom>
            <a:avLst/>
            <a:gdLst/>
            <a:ahLst/>
            <a:cxnLst/>
            <a:rect l="l" t="t" r="r" b="b"/>
            <a:pathLst>
              <a:path w="3670934" h="7867650">
                <a:moveTo>
                  <a:pt x="3005412" y="3580258"/>
                </a:moveTo>
                <a:lnTo>
                  <a:pt x="2255649" y="3580258"/>
                </a:lnTo>
                <a:lnTo>
                  <a:pt x="2652131" y="3183777"/>
                </a:lnTo>
                <a:lnTo>
                  <a:pt x="2651601" y="3176886"/>
                </a:lnTo>
                <a:lnTo>
                  <a:pt x="2650010" y="3170261"/>
                </a:lnTo>
                <a:lnTo>
                  <a:pt x="2650010" y="1963590"/>
                </a:lnTo>
                <a:lnTo>
                  <a:pt x="2651866" y="1956699"/>
                </a:lnTo>
                <a:lnTo>
                  <a:pt x="2652131" y="1949808"/>
                </a:lnTo>
                <a:lnTo>
                  <a:pt x="2027461" y="1325138"/>
                </a:lnTo>
                <a:lnTo>
                  <a:pt x="1342099" y="1325138"/>
                </a:lnTo>
                <a:lnTo>
                  <a:pt x="1294480" y="1320865"/>
                </a:lnTo>
                <a:lnTo>
                  <a:pt x="1249653" y="1308548"/>
                </a:lnTo>
                <a:lnTo>
                  <a:pt x="1208368" y="1288937"/>
                </a:lnTo>
                <a:lnTo>
                  <a:pt x="1171376" y="1262782"/>
                </a:lnTo>
                <a:lnTo>
                  <a:pt x="1139427" y="1230833"/>
                </a:lnTo>
                <a:lnTo>
                  <a:pt x="1113272" y="1193841"/>
                </a:lnTo>
                <a:lnTo>
                  <a:pt x="1093661" y="1152556"/>
                </a:lnTo>
                <a:lnTo>
                  <a:pt x="1081344" y="1107729"/>
                </a:lnTo>
                <a:lnTo>
                  <a:pt x="1077071" y="1060110"/>
                </a:lnTo>
                <a:lnTo>
                  <a:pt x="1077071" y="265027"/>
                </a:lnTo>
                <a:lnTo>
                  <a:pt x="1081344" y="217408"/>
                </a:lnTo>
                <a:lnTo>
                  <a:pt x="1093661" y="172581"/>
                </a:lnTo>
                <a:lnTo>
                  <a:pt x="1113272" y="131296"/>
                </a:lnTo>
                <a:lnTo>
                  <a:pt x="1139427" y="94304"/>
                </a:lnTo>
                <a:lnTo>
                  <a:pt x="1171376" y="62356"/>
                </a:lnTo>
                <a:lnTo>
                  <a:pt x="1208368" y="36200"/>
                </a:lnTo>
                <a:lnTo>
                  <a:pt x="1249653" y="16589"/>
                </a:lnTo>
                <a:lnTo>
                  <a:pt x="1294480" y="4272"/>
                </a:lnTo>
                <a:lnTo>
                  <a:pt x="1342099" y="0"/>
                </a:lnTo>
                <a:lnTo>
                  <a:pt x="2137182" y="0"/>
                </a:lnTo>
                <a:lnTo>
                  <a:pt x="2184801" y="4272"/>
                </a:lnTo>
                <a:lnTo>
                  <a:pt x="2229628" y="16589"/>
                </a:lnTo>
                <a:lnTo>
                  <a:pt x="2270913" y="36200"/>
                </a:lnTo>
                <a:lnTo>
                  <a:pt x="2307905" y="62356"/>
                </a:lnTo>
                <a:lnTo>
                  <a:pt x="2339854" y="94304"/>
                </a:lnTo>
                <a:lnTo>
                  <a:pt x="2366009" y="131296"/>
                </a:lnTo>
                <a:lnTo>
                  <a:pt x="2385620" y="172581"/>
                </a:lnTo>
                <a:lnTo>
                  <a:pt x="2397937" y="217408"/>
                </a:lnTo>
                <a:lnTo>
                  <a:pt x="2402210" y="265027"/>
                </a:lnTo>
                <a:lnTo>
                  <a:pt x="2402210" y="950654"/>
                </a:lnTo>
                <a:lnTo>
                  <a:pt x="3026880" y="1575324"/>
                </a:lnTo>
                <a:lnTo>
                  <a:pt x="3670673" y="1575324"/>
                </a:lnTo>
                <a:lnTo>
                  <a:pt x="3670673" y="3558791"/>
                </a:lnTo>
                <a:lnTo>
                  <a:pt x="3026880" y="3558791"/>
                </a:lnTo>
                <a:lnTo>
                  <a:pt x="3005412" y="3580258"/>
                </a:lnTo>
                <a:close/>
              </a:path>
              <a:path w="3670934" h="7867650">
                <a:moveTo>
                  <a:pt x="3670673" y="1575324"/>
                </a:moveTo>
                <a:lnTo>
                  <a:pt x="3026880" y="1575324"/>
                </a:lnTo>
                <a:lnTo>
                  <a:pt x="3033771" y="1574794"/>
                </a:lnTo>
                <a:lnTo>
                  <a:pt x="3040396" y="1573204"/>
                </a:lnTo>
                <a:lnTo>
                  <a:pt x="3670673" y="1573204"/>
                </a:lnTo>
                <a:lnTo>
                  <a:pt x="3670673" y="1575324"/>
                </a:lnTo>
                <a:close/>
              </a:path>
              <a:path w="3670934" h="7867650">
                <a:moveTo>
                  <a:pt x="3670673" y="3560911"/>
                </a:moveTo>
                <a:lnTo>
                  <a:pt x="3040396" y="3560911"/>
                </a:lnTo>
                <a:lnTo>
                  <a:pt x="3033771" y="3559056"/>
                </a:lnTo>
                <a:lnTo>
                  <a:pt x="3026880" y="3558791"/>
                </a:lnTo>
                <a:lnTo>
                  <a:pt x="3670673" y="3558791"/>
                </a:lnTo>
                <a:lnTo>
                  <a:pt x="3670673" y="3560911"/>
                </a:lnTo>
                <a:close/>
              </a:path>
              <a:path w="3670934" h="7867650">
                <a:moveTo>
                  <a:pt x="2120221" y="6210923"/>
                </a:moveTo>
                <a:lnTo>
                  <a:pt x="530055" y="6210923"/>
                </a:lnTo>
                <a:lnTo>
                  <a:pt x="481792" y="6208758"/>
                </a:lnTo>
                <a:lnTo>
                  <a:pt x="434747" y="6202387"/>
                </a:lnTo>
                <a:lnTo>
                  <a:pt x="389106" y="6191997"/>
                </a:lnTo>
                <a:lnTo>
                  <a:pt x="345055" y="6177775"/>
                </a:lnTo>
                <a:lnTo>
                  <a:pt x="302783" y="6159907"/>
                </a:lnTo>
                <a:lnTo>
                  <a:pt x="262475" y="6138580"/>
                </a:lnTo>
                <a:lnTo>
                  <a:pt x="224318" y="6113982"/>
                </a:lnTo>
                <a:lnTo>
                  <a:pt x="188500" y="6086298"/>
                </a:lnTo>
                <a:lnTo>
                  <a:pt x="155206" y="6055716"/>
                </a:lnTo>
                <a:lnTo>
                  <a:pt x="124624" y="6022422"/>
                </a:lnTo>
                <a:lnTo>
                  <a:pt x="96941" y="5986604"/>
                </a:lnTo>
                <a:lnTo>
                  <a:pt x="72342" y="5948447"/>
                </a:lnTo>
                <a:lnTo>
                  <a:pt x="51016" y="5908140"/>
                </a:lnTo>
                <a:lnTo>
                  <a:pt x="33148" y="5865867"/>
                </a:lnTo>
                <a:lnTo>
                  <a:pt x="18926" y="5821817"/>
                </a:lnTo>
                <a:lnTo>
                  <a:pt x="8536" y="5776176"/>
                </a:lnTo>
                <a:lnTo>
                  <a:pt x="2165" y="5729130"/>
                </a:lnTo>
                <a:lnTo>
                  <a:pt x="0" y="5680867"/>
                </a:lnTo>
                <a:lnTo>
                  <a:pt x="0" y="4090701"/>
                </a:lnTo>
                <a:lnTo>
                  <a:pt x="2165" y="4042439"/>
                </a:lnTo>
                <a:lnTo>
                  <a:pt x="8536" y="3995393"/>
                </a:lnTo>
                <a:lnTo>
                  <a:pt x="18926" y="3949752"/>
                </a:lnTo>
                <a:lnTo>
                  <a:pt x="33148" y="3905702"/>
                </a:lnTo>
                <a:lnTo>
                  <a:pt x="51016" y="3863430"/>
                </a:lnTo>
                <a:lnTo>
                  <a:pt x="72342" y="3823122"/>
                </a:lnTo>
                <a:lnTo>
                  <a:pt x="96941" y="3784965"/>
                </a:lnTo>
                <a:lnTo>
                  <a:pt x="124624" y="3749147"/>
                </a:lnTo>
                <a:lnTo>
                  <a:pt x="155206" y="3715853"/>
                </a:lnTo>
                <a:lnTo>
                  <a:pt x="188500" y="3685271"/>
                </a:lnTo>
                <a:lnTo>
                  <a:pt x="224318" y="3657587"/>
                </a:lnTo>
                <a:lnTo>
                  <a:pt x="262475" y="3632989"/>
                </a:lnTo>
                <a:lnTo>
                  <a:pt x="302783" y="3611662"/>
                </a:lnTo>
                <a:lnTo>
                  <a:pt x="345055" y="3593795"/>
                </a:lnTo>
                <a:lnTo>
                  <a:pt x="389106" y="3579572"/>
                </a:lnTo>
                <a:lnTo>
                  <a:pt x="434747" y="3569182"/>
                </a:lnTo>
                <a:lnTo>
                  <a:pt x="481792" y="3562811"/>
                </a:lnTo>
                <a:lnTo>
                  <a:pt x="530055" y="3560646"/>
                </a:lnTo>
                <a:lnTo>
                  <a:pt x="2119955" y="3560646"/>
                </a:lnTo>
                <a:lnTo>
                  <a:pt x="2154947" y="3562071"/>
                </a:lnTo>
                <a:lnTo>
                  <a:pt x="2189194" y="3566079"/>
                </a:lnTo>
                <a:lnTo>
                  <a:pt x="2222745" y="3572274"/>
                </a:lnTo>
                <a:lnTo>
                  <a:pt x="2255649" y="3580258"/>
                </a:lnTo>
                <a:lnTo>
                  <a:pt x="3005412" y="3580258"/>
                </a:lnTo>
                <a:lnTo>
                  <a:pt x="2630399" y="3955272"/>
                </a:lnTo>
                <a:lnTo>
                  <a:pt x="2638271" y="3988136"/>
                </a:lnTo>
                <a:lnTo>
                  <a:pt x="2644478" y="4021595"/>
                </a:lnTo>
                <a:lnTo>
                  <a:pt x="2648549" y="4055751"/>
                </a:lnTo>
                <a:lnTo>
                  <a:pt x="2650011" y="4090701"/>
                </a:lnTo>
                <a:lnTo>
                  <a:pt x="2650011" y="5680867"/>
                </a:lnTo>
                <a:lnTo>
                  <a:pt x="2648586" y="5715818"/>
                </a:lnTo>
                <a:lnTo>
                  <a:pt x="2644578" y="5749973"/>
                </a:lnTo>
                <a:lnTo>
                  <a:pt x="2638383" y="5783433"/>
                </a:lnTo>
                <a:lnTo>
                  <a:pt x="2630399" y="5816296"/>
                </a:lnTo>
                <a:lnTo>
                  <a:pt x="3005414" y="6191311"/>
                </a:lnTo>
                <a:lnTo>
                  <a:pt x="2255915" y="6191311"/>
                </a:lnTo>
                <a:lnTo>
                  <a:pt x="2222898" y="6199183"/>
                </a:lnTo>
                <a:lnTo>
                  <a:pt x="2189360" y="6205391"/>
                </a:lnTo>
                <a:lnTo>
                  <a:pt x="2155175" y="6209461"/>
                </a:lnTo>
                <a:lnTo>
                  <a:pt x="2120221" y="6210923"/>
                </a:lnTo>
                <a:close/>
              </a:path>
              <a:path w="3670934" h="7867650">
                <a:moveTo>
                  <a:pt x="3670673" y="7867346"/>
                </a:moveTo>
                <a:lnTo>
                  <a:pt x="3246588" y="7867346"/>
                </a:lnTo>
                <a:lnTo>
                  <a:pt x="3198969" y="7863074"/>
                </a:lnTo>
                <a:lnTo>
                  <a:pt x="3154142" y="7850757"/>
                </a:lnTo>
                <a:lnTo>
                  <a:pt x="3112857" y="7831146"/>
                </a:lnTo>
                <a:lnTo>
                  <a:pt x="3075865" y="7804990"/>
                </a:lnTo>
                <a:lnTo>
                  <a:pt x="3043917" y="7773042"/>
                </a:lnTo>
                <a:lnTo>
                  <a:pt x="3017761" y="7736050"/>
                </a:lnTo>
                <a:lnTo>
                  <a:pt x="2998150" y="7694765"/>
                </a:lnTo>
                <a:lnTo>
                  <a:pt x="2985833" y="7649938"/>
                </a:lnTo>
                <a:lnTo>
                  <a:pt x="2981561" y="7602319"/>
                </a:lnTo>
                <a:lnTo>
                  <a:pt x="2981561" y="6916957"/>
                </a:lnTo>
                <a:lnTo>
                  <a:pt x="2255915" y="6191311"/>
                </a:lnTo>
                <a:lnTo>
                  <a:pt x="3005414" y="6191311"/>
                </a:lnTo>
                <a:lnTo>
                  <a:pt x="3356309" y="6542207"/>
                </a:lnTo>
                <a:lnTo>
                  <a:pt x="3670673" y="6542207"/>
                </a:lnTo>
                <a:lnTo>
                  <a:pt x="3670673" y="7867346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6675"/>
            <a:ext cx="18287999" cy="77503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89102" y="5956982"/>
            <a:ext cx="4698896" cy="433001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82407" y="471694"/>
            <a:ext cx="5549900" cy="5558155"/>
          </a:xfrm>
          <a:custGeom>
            <a:avLst/>
            <a:gdLst/>
            <a:ahLst/>
            <a:cxnLst/>
            <a:rect l="l" t="t" r="r" b="b"/>
            <a:pathLst>
              <a:path w="5549900" h="5558155">
                <a:moveTo>
                  <a:pt x="5460999" y="421764"/>
                </a:moveTo>
                <a:lnTo>
                  <a:pt x="5460999" y="366714"/>
                </a:lnTo>
                <a:lnTo>
                  <a:pt x="5473699" y="354790"/>
                </a:lnTo>
                <a:lnTo>
                  <a:pt x="5486399" y="346911"/>
                </a:lnTo>
                <a:lnTo>
                  <a:pt x="5511799" y="344065"/>
                </a:lnTo>
                <a:lnTo>
                  <a:pt x="5524499" y="348024"/>
                </a:lnTo>
                <a:lnTo>
                  <a:pt x="5537199" y="358804"/>
                </a:lnTo>
                <a:lnTo>
                  <a:pt x="5549899" y="374757"/>
                </a:lnTo>
                <a:lnTo>
                  <a:pt x="5549899" y="413720"/>
                </a:lnTo>
                <a:lnTo>
                  <a:pt x="5537199" y="429674"/>
                </a:lnTo>
                <a:lnTo>
                  <a:pt x="5524499" y="440454"/>
                </a:lnTo>
                <a:lnTo>
                  <a:pt x="5511799" y="444413"/>
                </a:lnTo>
                <a:lnTo>
                  <a:pt x="5486399" y="441567"/>
                </a:lnTo>
                <a:lnTo>
                  <a:pt x="5473699" y="433688"/>
                </a:lnTo>
                <a:lnTo>
                  <a:pt x="5460999" y="421764"/>
                </a:lnTo>
                <a:close/>
              </a:path>
              <a:path w="5549900" h="5558155">
                <a:moveTo>
                  <a:pt x="1930399" y="406782"/>
                </a:moveTo>
                <a:lnTo>
                  <a:pt x="1930399" y="381695"/>
                </a:lnTo>
                <a:lnTo>
                  <a:pt x="5460999" y="381695"/>
                </a:lnTo>
                <a:lnTo>
                  <a:pt x="5460999" y="406782"/>
                </a:lnTo>
                <a:lnTo>
                  <a:pt x="1930399" y="406782"/>
                </a:lnTo>
                <a:close/>
              </a:path>
              <a:path w="5549900" h="5558155">
                <a:moveTo>
                  <a:pt x="3390899" y="787907"/>
                </a:moveTo>
                <a:lnTo>
                  <a:pt x="3390899" y="757120"/>
                </a:lnTo>
                <a:lnTo>
                  <a:pt x="3759199" y="1126774"/>
                </a:lnTo>
                <a:lnTo>
                  <a:pt x="4394199" y="1126774"/>
                </a:lnTo>
                <a:lnTo>
                  <a:pt x="4406899" y="1111793"/>
                </a:lnTo>
                <a:lnTo>
                  <a:pt x="4419599" y="1099869"/>
                </a:lnTo>
                <a:lnTo>
                  <a:pt x="4432299" y="1091990"/>
                </a:lnTo>
                <a:lnTo>
                  <a:pt x="4444999" y="1089144"/>
                </a:lnTo>
                <a:lnTo>
                  <a:pt x="4470399" y="1093103"/>
                </a:lnTo>
                <a:lnTo>
                  <a:pt x="4483099" y="1103883"/>
                </a:lnTo>
                <a:lnTo>
                  <a:pt x="4495799" y="1119836"/>
                </a:lnTo>
                <a:lnTo>
                  <a:pt x="4495799" y="1158799"/>
                </a:lnTo>
                <a:lnTo>
                  <a:pt x="4483099" y="1174753"/>
                </a:lnTo>
                <a:lnTo>
                  <a:pt x="4470399" y="1185532"/>
                </a:lnTo>
                <a:lnTo>
                  <a:pt x="4444999" y="1189491"/>
                </a:lnTo>
                <a:lnTo>
                  <a:pt x="4432299" y="1186646"/>
                </a:lnTo>
                <a:lnTo>
                  <a:pt x="4419599" y="1178767"/>
                </a:lnTo>
                <a:lnTo>
                  <a:pt x="4406899" y="1166843"/>
                </a:lnTo>
                <a:lnTo>
                  <a:pt x="4394199" y="1151861"/>
                </a:lnTo>
                <a:lnTo>
                  <a:pt x="3759199" y="1151861"/>
                </a:lnTo>
                <a:lnTo>
                  <a:pt x="3759199" y="1152237"/>
                </a:lnTo>
                <a:lnTo>
                  <a:pt x="3746499" y="1151234"/>
                </a:lnTo>
                <a:lnTo>
                  <a:pt x="3390899" y="787907"/>
                </a:lnTo>
                <a:close/>
              </a:path>
              <a:path w="5549900" h="5558155">
                <a:moveTo>
                  <a:pt x="3276599" y="766904"/>
                </a:moveTo>
                <a:lnTo>
                  <a:pt x="3276599" y="662166"/>
                </a:lnTo>
                <a:lnTo>
                  <a:pt x="3301999" y="645938"/>
                </a:lnTo>
                <a:lnTo>
                  <a:pt x="3327399" y="640529"/>
                </a:lnTo>
                <a:lnTo>
                  <a:pt x="3352799" y="645938"/>
                </a:lnTo>
                <a:lnTo>
                  <a:pt x="3378199" y="662166"/>
                </a:lnTo>
                <a:lnTo>
                  <a:pt x="3403599" y="684023"/>
                </a:lnTo>
                <a:lnTo>
                  <a:pt x="3403599" y="733711"/>
                </a:lnTo>
                <a:lnTo>
                  <a:pt x="3390899" y="757120"/>
                </a:lnTo>
                <a:lnTo>
                  <a:pt x="3390899" y="787907"/>
                </a:lnTo>
                <a:lnTo>
                  <a:pt x="3378199" y="774932"/>
                </a:lnTo>
                <a:lnTo>
                  <a:pt x="3352799" y="786007"/>
                </a:lnTo>
                <a:lnTo>
                  <a:pt x="3327399" y="788369"/>
                </a:lnTo>
                <a:lnTo>
                  <a:pt x="3301999" y="782005"/>
                </a:lnTo>
                <a:lnTo>
                  <a:pt x="3276599" y="766904"/>
                </a:lnTo>
                <a:close/>
              </a:path>
              <a:path w="5549900" h="5558155">
                <a:moveTo>
                  <a:pt x="3263899" y="748151"/>
                </a:moveTo>
                <a:lnTo>
                  <a:pt x="3263899" y="680919"/>
                </a:lnTo>
                <a:lnTo>
                  <a:pt x="3276599" y="671166"/>
                </a:lnTo>
                <a:lnTo>
                  <a:pt x="3276599" y="757904"/>
                </a:lnTo>
                <a:lnTo>
                  <a:pt x="3263899" y="748151"/>
                </a:lnTo>
                <a:close/>
              </a:path>
              <a:path w="5549900" h="5558155">
                <a:moveTo>
                  <a:pt x="139699" y="86549"/>
                </a:moveTo>
                <a:lnTo>
                  <a:pt x="139699" y="61337"/>
                </a:lnTo>
                <a:lnTo>
                  <a:pt x="1206499" y="61337"/>
                </a:lnTo>
                <a:lnTo>
                  <a:pt x="1206499" y="61964"/>
                </a:lnTo>
                <a:lnTo>
                  <a:pt x="1219199" y="62967"/>
                </a:lnTo>
                <a:lnTo>
                  <a:pt x="1219199" y="66480"/>
                </a:lnTo>
                <a:lnTo>
                  <a:pt x="1765299" y="701929"/>
                </a:lnTo>
                <a:lnTo>
                  <a:pt x="3263899" y="701929"/>
                </a:lnTo>
                <a:lnTo>
                  <a:pt x="3263899" y="727141"/>
                </a:lnTo>
                <a:lnTo>
                  <a:pt x="1752599" y="727267"/>
                </a:lnTo>
                <a:lnTo>
                  <a:pt x="1752599" y="722751"/>
                </a:lnTo>
                <a:lnTo>
                  <a:pt x="1206499" y="86549"/>
                </a:lnTo>
                <a:lnTo>
                  <a:pt x="139699" y="86549"/>
                </a:lnTo>
                <a:close/>
              </a:path>
              <a:path w="5549900" h="5558155">
                <a:moveTo>
                  <a:pt x="3047999" y="1085561"/>
                </a:moveTo>
                <a:lnTo>
                  <a:pt x="3047999" y="1030511"/>
                </a:lnTo>
                <a:lnTo>
                  <a:pt x="3060699" y="1018587"/>
                </a:lnTo>
                <a:lnTo>
                  <a:pt x="3073399" y="1010708"/>
                </a:lnTo>
                <a:lnTo>
                  <a:pt x="3098799" y="1007863"/>
                </a:lnTo>
                <a:lnTo>
                  <a:pt x="3111499" y="1011822"/>
                </a:lnTo>
                <a:lnTo>
                  <a:pt x="3124199" y="1022601"/>
                </a:lnTo>
                <a:lnTo>
                  <a:pt x="3136899" y="1038555"/>
                </a:lnTo>
                <a:lnTo>
                  <a:pt x="3136899" y="1077518"/>
                </a:lnTo>
                <a:lnTo>
                  <a:pt x="3124199" y="1093471"/>
                </a:lnTo>
                <a:lnTo>
                  <a:pt x="3111499" y="1104251"/>
                </a:lnTo>
                <a:lnTo>
                  <a:pt x="3098799" y="1108210"/>
                </a:lnTo>
                <a:lnTo>
                  <a:pt x="3073399" y="1105364"/>
                </a:lnTo>
                <a:lnTo>
                  <a:pt x="3060699" y="1097485"/>
                </a:lnTo>
                <a:lnTo>
                  <a:pt x="3047999" y="1085561"/>
                </a:lnTo>
                <a:close/>
              </a:path>
              <a:path w="5549900" h="5558155">
                <a:moveTo>
                  <a:pt x="2387599" y="1185885"/>
                </a:moveTo>
                <a:lnTo>
                  <a:pt x="2387599" y="1157647"/>
                </a:lnTo>
                <a:lnTo>
                  <a:pt x="2400299" y="1129785"/>
                </a:lnTo>
                <a:lnTo>
                  <a:pt x="2412999" y="1109629"/>
                </a:lnTo>
                <a:lnTo>
                  <a:pt x="2438399" y="1097140"/>
                </a:lnTo>
                <a:lnTo>
                  <a:pt x="2463799" y="1092883"/>
                </a:lnTo>
                <a:lnTo>
                  <a:pt x="2489199" y="1097422"/>
                </a:lnTo>
                <a:lnTo>
                  <a:pt x="2514599" y="1050886"/>
                </a:lnTo>
                <a:lnTo>
                  <a:pt x="2514599" y="1045116"/>
                </a:lnTo>
                <a:lnTo>
                  <a:pt x="2527299" y="1045493"/>
                </a:lnTo>
                <a:lnTo>
                  <a:pt x="3047999" y="1045493"/>
                </a:lnTo>
                <a:lnTo>
                  <a:pt x="3047999" y="1070580"/>
                </a:lnTo>
                <a:lnTo>
                  <a:pt x="2527299" y="1070580"/>
                </a:lnTo>
                <a:lnTo>
                  <a:pt x="2501899" y="1109966"/>
                </a:lnTo>
                <a:lnTo>
                  <a:pt x="2501899" y="1225804"/>
                </a:lnTo>
                <a:lnTo>
                  <a:pt x="2476499" y="1238222"/>
                </a:lnTo>
                <a:lnTo>
                  <a:pt x="2451099" y="1240198"/>
                </a:lnTo>
                <a:lnTo>
                  <a:pt x="2425699" y="1230884"/>
                </a:lnTo>
                <a:lnTo>
                  <a:pt x="2400299" y="1211348"/>
                </a:lnTo>
                <a:lnTo>
                  <a:pt x="2387599" y="1185885"/>
                </a:lnTo>
                <a:close/>
              </a:path>
              <a:path w="5549900" h="5558155">
                <a:moveTo>
                  <a:pt x="266699" y="1546101"/>
                </a:moveTo>
                <a:lnTo>
                  <a:pt x="266699" y="714598"/>
                </a:lnTo>
                <a:lnTo>
                  <a:pt x="482599" y="495339"/>
                </a:lnTo>
                <a:lnTo>
                  <a:pt x="482599" y="494335"/>
                </a:lnTo>
                <a:lnTo>
                  <a:pt x="495299" y="492579"/>
                </a:lnTo>
                <a:lnTo>
                  <a:pt x="495299" y="492328"/>
                </a:lnTo>
                <a:lnTo>
                  <a:pt x="1117599" y="492328"/>
                </a:lnTo>
                <a:lnTo>
                  <a:pt x="1117599" y="497220"/>
                </a:lnTo>
                <a:lnTo>
                  <a:pt x="1854199" y="1296988"/>
                </a:lnTo>
                <a:lnTo>
                  <a:pt x="2857499" y="1296988"/>
                </a:lnTo>
                <a:lnTo>
                  <a:pt x="2870199" y="1282007"/>
                </a:lnTo>
                <a:lnTo>
                  <a:pt x="2882899" y="1270083"/>
                </a:lnTo>
                <a:lnTo>
                  <a:pt x="2895599" y="1262204"/>
                </a:lnTo>
                <a:lnTo>
                  <a:pt x="2908299" y="1259358"/>
                </a:lnTo>
                <a:lnTo>
                  <a:pt x="2933699" y="1263317"/>
                </a:lnTo>
                <a:lnTo>
                  <a:pt x="2946399" y="1274097"/>
                </a:lnTo>
                <a:lnTo>
                  <a:pt x="2959099" y="1290050"/>
                </a:lnTo>
                <a:lnTo>
                  <a:pt x="2959099" y="1329013"/>
                </a:lnTo>
                <a:lnTo>
                  <a:pt x="2946399" y="1344967"/>
                </a:lnTo>
                <a:lnTo>
                  <a:pt x="2933699" y="1355746"/>
                </a:lnTo>
                <a:lnTo>
                  <a:pt x="2908299" y="1359705"/>
                </a:lnTo>
                <a:lnTo>
                  <a:pt x="2895599" y="1356860"/>
                </a:lnTo>
                <a:lnTo>
                  <a:pt x="2882899" y="1348981"/>
                </a:lnTo>
                <a:lnTo>
                  <a:pt x="2870199" y="1337057"/>
                </a:lnTo>
                <a:lnTo>
                  <a:pt x="2857499" y="1322075"/>
                </a:lnTo>
                <a:lnTo>
                  <a:pt x="1841499" y="1322075"/>
                </a:lnTo>
                <a:lnTo>
                  <a:pt x="1841499" y="1317936"/>
                </a:lnTo>
                <a:lnTo>
                  <a:pt x="1104899" y="517415"/>
                </a:lnTo>
                <a:lnTo>
                  <a:pt x="495299" y="517415"/>
                </a:lnTo>
                <a:lnTo>
                  <a:pt x="292099" y="726389"/>
                </a:lnTo>
                <a:lnTo>
                  <a:pt x="292099" y="1571517"/>
                </a:lnTo>
                <a:lnTo>
                  <a:pt x="266699" y="1546101"/>
                </a:lnTo>
                <a:close/>
              </a:path>
              <a:path w="5549900" h="5558155">
                <a:moveTo>
                  <a:pt x="2501899" y="1225804"/>
                </a:moveTo>
                <a:lnTo>
                  <a:pt x="2501899" y="1109966"/>
                </a:lnTo>
                <a:lnTo>
                  <a:pt x="2527299" y="1129741"/>
                </a:lnTo>
                <a:lnTo>
                  <a:pt x="2527299" y="1203791"/>
                </a:lnTo>
                <a:lnTo>
                  <a:pt x="2501899" y="1225804"/>
                </a:lnTo>
                <a:close/>
              </a:path>
              <a:path w="5549900" h="5558155">
                <a:moveTo>
                  <a:pt x="507999" y="785217"/>
                </a:moveTo>
                <a:lnTo>
                  <a:pt x="520699" y="756455"/>
                </a:lnTo>
                <a:lnTo>
                  <a:pt x="533399" y="732927"/>
                </a:lnTo>
                <a:lnTo>
                  <a:pt x="558799" y="717042"/>
                </a:lnTo>
                <a:lnTo>
                  <a:pt x="584199" y="711211"/>
                </a:lnTo>
                <a:lnTo>
                  <a:pt x="609599" y="715909"/>
                </a:lnTo>
                <a:lnTo>
                  <a:pt x="634999" y="728850"/>
                </a:lnTo>
                <a:lnTo>
                  <a:pt x="647699" y="748306"/>
                </a:lnTo>
                <a:lnTo>
                  <a:pt x="660399" y="772548"/>
                </a:lnTo>
                <a:lnTo>
                  <a:pt x="1028699" y="772548"/>
                </a:lnTo>
                <a:lnTo>
                  <a:pt x="1028699" y="774053"/>
                </a:lnTo>
                <a:lnTo>
                  <a:pt x="1041399" y="775433"/>
                </a:lnTo>
                <a:lnTo>
                  <a:pt x="1041399" y="776938"/>
                </a:lnTo>
                <a:lnTo>
                  <a:pt x="1866899" y="1600539"/>
                </a:lnTo>
                <a:lnTo>
                  <a:pt x="2171699" y="1600539"/>
                </a:lnTo>
                <a:lnTo>
                  <a:pt x="2184399" y="1585557"/>
                </a:lnTo>
                <a:lnTo>
                  <a:pt x="2197099" y="1573633"/>
                </a:lnTo>
                <a:lnTo>
                  <a:pt x="2209799" y="1565755"/>
                </a:lnTo>
                <a:lnTo>
                  <a:pt x="2222499" y="1562909"/>
                </a:lnTo>
                <a:lnTo>
                  <a:pt x="2247899" y="1566868"/>
                </a:lnTo>
                <a:lnTo>
                  <a:pt x="2260599" y="1577647"/>
                </a:lnTo>
                <a:lnTo>
                  <a:pt x="2273299" y="1593601"/>
                </a:lnTo>
                <a:lnTo>
                  <a:pt x="2273299" y="1632564"/>
                </a:lnTo>
                <a:lnTo>
                  <a:pt x="2260599" y="1648518"/>
                </a:lnTo>
                <a:lnTo>
                  <a:pt x="2247899" y="1659297"/>
                </a:lnTo>
                <a:lnTo>
                  <a:pt x="2222499" y="1663256"/>
                </a:lnTo>
                <a:lnTo>
                  <a:pt x="2209799" y="1660410"/>
                </a:lnTo>
                <a:lnTo>
                  <a:pt x="2197099" y="1652531"/>
                </a:lnTo>
                <a:lnTo>
                  <a:pt x="2184399" y="1640607"/>
                </a:lnTo>
                <a:lnTo>
                  <a:pt x="2171699" y="1625626"/>
                </a:lnTo>
                <a:lnTo>
                  <a:pt x="1854199" y="1625626"/>
                </a:lnTo>
                <a:lnTo>
                  <a:pt x="1854199" y="1624999"/>
                </a:lnTo>
                <a:lnTo>
                  <a:pt x="1028699" y="797761"/>
                </a:lnTo>
                <a:lnTo>
                  <a:pt x="660399" y="797761"/>
                </a:lnTo>
                <a:lnTo>
                  <a:pt x="647699" y="822075"/>
                </a:lnTo>
                <a:lnTo>
                  <a:pt x="634999" y="841568"/>
                </a:lnTo>
                <a:lnTo>
                  <a:pt x="609599" y="854523"/>
                </a:lnTo>
                <a:lnTo>
                  <a:pt x="584199" y="859223"/>
                </a:lnTo>
                <a:lnTo>
                  <a:pt x="558799" y="853393"/>
                </a:lnTo>
                <a:lnTo>
                  <a:pt x="533399" y="837508"/>
                </a:lnTo>
                <a:lnTo>
                  <a:pt x="520699" y="813979"/>
                </a:lnTo>
                <a:lnTo>
                  <a:pt x="507999" y="785217"/>
                </a:lnTo>
                <a:close/>
              </a:path>
              <a:path w="5549900" h="5558155">
                <a:moveTo>
                  <a:pt x="1790699" y="423001"/>
                </a:moveTo>
                <a:lnTo>
                  <a:pt x="1790699" y="365477"/>
                </a:lnTo>
                <a:lnTo>
                  <a:pt x="1803399" y="341949"/>
                </a:lnTo>
                <a:lnTo>
                  <a:pt x="1828799" y="326064"/>
                </a:lnTo>
                <a:lnTo>
                  <a:pt x="1854199" y="320233"/>
                </a:lnTo>
                <a:lnTo>
                  <a:pt x="1892299" y="324950"/>
                </a:lnTo>
                <a:lnTo>
                  <a:pt x="1904999" y="337935"/>
                </a:lnTo>
                <a:lnTo>
                  <a:pt x="1930399" y="357434"/>
                </a:lnTo>
                <a:lnTo>
                  <a:pt x="1930399" y="431097"/>
                </a:lnTo>
                <a:lnTo>
                  <a:pt x="1904999" y="450590"/>
                </a:lnTo>
                <a:lnTo>
                  <a:pt x="1892299" y="463545"/>
                </a:lnTo>
                <a:lnTo>
                  <a:pt x="1854199" y="468245"/>
                </a:lnTo>
                <a:lnTo>
                  <a:pt x="1828799" y="462414"/>
                </a:lnTo>
                <a:lnTo>
                  <a:pt x="1803399" y="446529"/>
                </a:lnTo>
                <a:lnTo>
                  <a:pt x="1790699" y="423001"/>
                </a:lnTo>
                <a:close/>
              </a:path>
              <a:path w="5549900" h="5558155">
                <a:moveTo>
                  <a:pt x="520699" y="1497303"/>
                </a:moveTo>
                <a:lnTo>
                  <a:pt x="520699" y="1457168"/>
                </a:lnTo>
                <a:lnTo>
                  <a:pt x="965199" y="1903839"/>
                </a:lnTo>
                <a:lnTo>
                  <a:pt x="965199" y="2523985"/>
                </a:lnTo>
                <a:lnTo>
                  <a:pt x="1206499" y="2659203"/>
                </a:lnTo>
                <a:lnTo>
                  <a:pt x="1206499" y="3647499"/>
                </a:lnTo>
                <a:lnTo>
                  <a:pt x="1231899" y="3651869"/>
                </a:lnTo>
                <a:lnTo>
                  <a:pt x="1244599" y="3659415"/>
                </a:lnTo>
                <a:lnTo>
                  <a:pt x="1257299" y="3669971"/>
                </a:lnTo>
                <a:lnTo>
                  <a:pt x="1257299" y="3683373"/>
                </a:lnTo>
                <a:lnTo>
                  <a:pt x="1269999" y="3711288"/>
                </a:lnTo>
                <a:lnTo>
                  <a:pt x="1269999" y="3739520"/>
                </a:lnTo>
                <a:lnTo>
                  <a:pt x="1257299" y="3764954"/>
                </a:lnTo>
                <a:lnTo>
                  <a:pt x="1231899" y="3784473"/>
                </a:lnTo>
                <a:lnTo>
                  <a:pt x="1206499" y="3793398"/>
                </a:lnTo>
                <a:lnTo>
                  <a:pt x="1181099" y="3793127"/>
                </a:lnTo>
                <a:lnTo>
                  <a:pt x="1181099" y="2677265"/>
                </a:lnTo>
                <a:lnTo>
                  <a:pt x="952499" y="2542047"/>
                </a:lnTo>
                <a:lnTo>
                  <a:pt x="952499" y="2540041"/>
                </a:lnTo>
                <a:lnTo>
                  <a:pt x="939799" y="2536403"/>
                </a:lnTo>
                <a:lnTo>
                  <a:pt x="939799" y="1917386"/>
                </a:lnTo>
                <a:lnTo>
                  <a:pt x="520699" y="1497303"/>
                </a:lnTo>
                <a:close/>
              </a:path>
              <a:path w="5549900" h="5558155">
                <a:moveTo>
                  <a:pt x="774699" y="4688013"/>
                </a:moveTo>
                <a:lnTo>
                  <a:pt x="774699" y="4651951"/>
                </a:lnTo>
                <a:lnTo>
                  <a:pt x="787399" y="4637675"/>
                </a:lnTo>
                <a:lnTo>
                  <a:pt x="800099" y="4626692"/>
                </a:lnTo>
                <a:lnTo>
                  <a:pt x="812799" y="4619989"/>
                </a:lnTo>
                <a:lnTo>
                  <a:pt x="812799" y="3927091"/>
                </a:lnTo>
                <a:lnTo>
                  <a:pt x="1130299" y="3745964"/>
                </a:lnTo>
                <a:lnTo>
                  <a:pt x="1130299" y="3695618"/>
                </a:lnTo>
                <a:lnTo>
                  <a:pt x="1142999" y="3673449"/>
                </a:lnTo>
                <a:lnTo>
                  <a:pt x="1155699" y="3656278"/>
                </a:lnTo>
                <a:lnTo>
                  <a:pt x="1168399" y="3653176"/>
                </a:lnTo>
                <a:lnTo>
                  <a:pt x="1168399" y="3650650"/>
                </a:lnTo>
                <a:lnTo>
                  <a:pt x="1181099" y="3648711"/>
                </a:lnTo>
                <a:lnTo>
                  <a:pt x="1181099" y="3793127"/>
                </a:lnTo>
                <a:lnTo>
                  <a:pt x="1155699" y="3784296"/>
                </a:lnTo>
                <a:lnTo>
                  <a:pt x="1142999" y="3767539"/>
                </a:lnTo>
                <a:lnTo>
                  <a:pt x="838199" y="3945153"/>
                </a:lnTo>
                <a:lnTo>
                  <a:pt x="838199" y="4714746"/>
                </a:lnTo>
                <a:lnTo>
                  <a:pt x="825499" y="4718705"/>
                </a:lnTo>
                <a:lnTo>
                  <a:pt x="800099" y="4714746"/>
                </a:lnTo>
                <a:lnTo>
                  <a:pt x="787399" y="4703967"/>
                </a:lnTo>
                <a:lnTo>
                  <a:pt x="774699" y="4688013"/>
                </a:lnTo>
                <a:close/>
              </a:path>
              <a:path w="5549900" h="5558155">
                <a:moveTo>
                  <a:pt x="495299" y="1471843"/>
                </a:moveTo>
                <a:lnTo>
                  <a:pt x="495299" y="1043361"/>
                </a:lnTo>
                <a:lnTo>
                  <a:pt x="888999" y="1043361"/>
                </a:lnTo>
                <a:lnTo>
                  <a:pt x="901699" y="1019046"/>
                </a:lnTo>
                <a:lnTo>
                  <a:pt x="914399" y="999553"/>
                </a:lnTo>
                <a:lnTo>
                  <a:pt x="939799" y="986598"/>
                </a:lnTo>
                <a:lnTo>
                  <a:pt x="965199" y="981898"/>
                </a:lnTo>
                <a:lnTo>
                  <a:pt x="990599" y="987729"/>
                </a:lnTo>
                <a:lnTo>
                  <a:pt x="1015999" y="1003614"/>
                </a:lnTo>
                <a:lnTo>
                  <a:pt x="1041399" y="1027142"/>
                </a:lnTo>
                <a:lnTo>
                  <a:pt x="1041399" y="1084666"/>
                </a:lnTo>
                <a:lnTo>
                  <a:pt x="1015999" y="1108194"/>
                </a:lnTo>
                <a:lnTo>
                  <a:pt x="990599" y="1124079"/>
                </a:lnTo>
                <a:lnTo>
                  <a:pt x="965199" y="1129910"/>
                </a:lnTo>
                <a:lnTo>
                  <a:pt x="939799" y="1125210"/>
                </a:lnTo>
                <a:lnTo>
                  <a:pt x="914399" y="1112255"/>
                </a:lnTo>
                <a:lnTo>
                  <a:pt x="901699" y="1092762"/>
                </a:lnTo>
                <a:lnTo>
                  <a:pt x="888999" y="1068447"/>
                </a:lnTo>
                <a:lnTo>
                  <a:pt x="520699" y="1068447"/>
                </a:lnTo>
                <a:lnTo>
                  <a:pt x="520699" y="1497303"/>
                </a:lnTo>
                <a:lnTo>
                  <a:pt x="495299" y="1471843"/>
                </a:lnTo>
                <a:close/>
              </a:path>
              <a:path w="5549900" h="5558155">
                <a:moveTo>
                  <a:pt x="863599" y="4688013"/>
                </a:moveTo>
                <a:lnTo>
                  <a:pt x="863599" y="4651880"/>
                </a:lnTo>
                <a:lnTo>
                  <a:pt x="876299" y="4668532"/>
                </a:lnTo>
                <a:lnTo>
                  <a:pt x="863599" y="4688013"/>
                </a:lnTo>
                <a:close/>
              </a:path>
              <a:path w="5549900" h="5558155">
                <a:moveTo>
                  <a:pt x="50799" y="2034792"/>
                </a:moveTo>
                <a:lnTo>
                  <a:pt x="50799" y="530962"/>
                </a:lnTo>
                <a:lnTo>
                  <a:pt x="330199" y="261404"/>
                </a:lnTo>
                <a:lnTo>
                  <a:pt x="330199" y="257139"/>
                </a:lnTo>
                <a:lnTo>
                  <a:pt x="711199" y="257139"/>
                </a:lnTo>
                <a:lnTo>
                  <a:pt x="723899" y="232825"/>
                </a:lnTo>
                <a:lnTo>
                  <a:pt x="736599" y="213332"/>
                </a:lnTo>
                <a:lnTo>
                  <a:pt x="761999" y="200377"/>
                </a:lnTo>
                <a:lnTo>
                  <a:pt x="787399" y="195677"/>
                </a:lnTo>
                <a:lnTo>
                  <a:pt x="812799" y="201507"/>
                </a:lnTo>
                <a:lnTo>
                  <a:pt x="838199" y="217392"/>
                </a:lnTo>
                <a:lnTo>
                  <a:pt x="850899" y="240921"/>
                </a:lnTo>
                <a:lnTo>
                  <a:pt x="863599" y="269683"/>
                </a:lnTo>
                <a:lnTo>
                  <a:pt x="850899" y="298444"/>
                </a:lnTo>
                <a:lnTo>
                  <a:pt x="838199" y="321973"/>
                </a:lnTo>
                <a:lnTo>
                  <a:pt x="812799" y="337858"/>
                </a:lnTo>
                <a:lnTo>
                  <a:pt x="787399" y="343689"/>
                </a:lnTo>
                <a:lnTo>
                  <a:pt x="761999" y="338989"/>
                </a:lnTo>
                <a:lnTo>
                  <a:pt x="736599" y="326034"/>
                </a:lnTo>
                <a:lnTo>
                  <a:pt x="723899" y="306541"/>
                </a:lnTo>
                <a:lnTo>
                  <a:pt x="711199" y="282226"/>
                </a:lnTo>
                <a:lnTo>
                  <a:pt x="342899" y="282226"/>
                </a:lnTo>
                <a:lnTo>
                  <a:pt x="76199" y="542000"/>
                </a:lnTo>
                <a:lnTo>
                  <a:pt x="76199" y="2052872"/>
                </a:lnTo>
                <a:lnTo>
                  <a:pt x="63499" y="2040185"/>
                </a:lnTo>
                <a:lnTo>
                  <a:pt x="63499" y="2038053"/>
                </a:lnTo>
                <a:lnTo>
                  <a:pt x="50799" y="2034792"/>
                </a:lnTo>
                <a:close/>
              </a:path>
              <a:path w="5549900" h="5558155">
                <a:moveTo>
                  <a:pt x="838199" y="4714746"/>
                </a:moveTo>
                <a:lnTo>
                  <a:pt x="838199" y="4619989"/>
                </a:lnTo>
                <a:lnTo>
                  <a:pt x="850899" y="4626621"/>
                </a:lnTo>
                <a:lnTo>
                  <a:pt x="863599" y="4637581"/>
                </a:lnTo>
                <a:lnTo>
                  <a:pt x="863599" y="4703967"/>
                </a:lnTo>
                <a:lnTo>
                  <a:pt x="838199" y="4714746"/>
                </a:lnTo>
                <a:close/>
              </a:path>
              <a:path w="5549900" h="5558155">
                <a:moveTo>
                  <a:pt x="292099" y="1571517"/>
                </a:moveTo>
                <a:lnTo>
                  <a:pt x="292099" y="1532428"/>
                </a:lnTo>
                <a:lnTo>
                  <a:pt x="736599" y="1978848"/>
                </a:lnTo>
                <a:lnTo>
                  <a:pt x="736599" y="2981318"/>
                </a:lnTo>
                <a:lnTo>
                  <a:pt x="761999" y="2990132"/>
                </a:lnTo>
                <a:lnTo>
                  <a:pt x="787399" y="3006389"/>
                </a:lnTo>
                <a:lnTo>
                  <a:pt x="800099" y="3028362"/>
                </a:lnTo>
                <a:lnTo>
                  <a:pt x="800099" y="3083082"/>
                </a:lnTo>
                <a:lnTo>
                  <a:pt x="774699" y="3106611"/>
                </a:lnTo>
                <a:lnTo>
                  <a:pt x="761999" y="3122496"/>
                </a:lnTo>
                <a:lnTo>
                  <a:pt x="723899" y="3128327"/>
                </a:lnTo>
                <a:lnTo>
                  <a:pt x="711199" y="3125411"/>
                </a:lnTo>
                <a:lnTo>
                  <a:pt x="711199" y="1990890"/>
                </a:lnTo>
                <a:lnTo>
                  <a:pt x="292099" y="1571517"/>
                </a:lnTo>
                <a:close/>
              </a:path>
              <a:path w="5549900" h="5558155">
                <a:moveTo>
                  <a:pt x="647699" y="3054321"/>
                </a:moveTo>
                <a:lnTo>
                  <a:pt x="660399" y="3028364"/>
                </a:lnTo>
                <a:lnTo>
                  <a:pt x="673099" y="3006405"/>
                </a:lnTo>
                <a:lnTo>
                  <a:pt x="685799" y="2990184"/>
                </a:lnTo>
                <a:lnTo>
                  <a:pt x="711199" y="2981443"/>
                </a:lnTo>
                <a:lnTo>
                  <a:pt x="711199" y="3125411"/>
                </a:lnTo>
                <a:lnTo>
                  <a:pt x="698499" y="3122496"/>
                </a:lnTo>
                <a:lnTo>
                  <a:pt x="673099" y="3106611"/>
                </a:lnTo>
                <a:lnTo>
                  <a:pt x="660399" y="3083082"/>
                </a:lnTo>
                <a:lnTo>
                  <a:pt x="647699" y="3054321"/>
                </a:lnTo>
                <a:close/>
              </a:path>
              <a:path w="5549900" h="5558155">
                <a:moveTo>
                  <a:pt x="76199" y="2052872"/>
                </a:moveTo>
                <a:lnTo>
                  <a:pt x="76199" y="2025510"/>
                </a:lnTo>
                <a:lnTo>
                  <a:pt x="533399" y="2483470"/>
                </a:lnTo>
                <a:lnTo>
                  <a:pt x="533399" y="2484097"/>
                </a:lnTo>
                <a:lnTo>
                  <a:pt x="546099" y="2484850"/>
                </a:lnTo>
                <a:lnTo>
                  <a:pt x="546099" y="3803413"/>
                </a:lnTo>
                <a:lnTo>
                  <a:pt x="558799" y="3810045"/>
                </a:lnTo>
                <a:lnTo>
                  <a:pt x="571499" y="3821005"/>
                </a:lnTo>
                <a:lnTo>
                  <a:pt x="571499" y="3835304"/>
                </a:lnTo>
                <a:lnTo>
                  <a:pt x="584199" y="3851956"/>
                </a:lnTo>
                <a:lnTo>
                  <a:pt x="571499" y="3871437"/>
                </a:lnTo>
                <a:lnTo>
                  <a:pt x="558799" y="3887391"/>
                </a:lnTo>
                <a:lnTo>
                  <a:pt x="546099" y="3898170"/>
                </a:lnTo>
                <a:lnTo>
                  <a:pt x="533399" y="3902129"/>
                </a:lnTo>
                <a:lnTo>
                  <a:pt x="520699" y="3900150"/>
                </a:lnTo>
                <a:lnTo>
                  <a:pt x="520699" y="2496891"/>
                </a:lnTo>
                <a:lnTo>
                  <a:pt x="76199" y="2052872"/>
                </a:lnTo>
                <a:close/>
              </a:path>
              <a:path w="5549900" h="5558155">
                <a:moveTo>
                  <a:pt x="482599" y="3871437"/>
                </a:moveTo>
                <a:lnTo>
                  <a:pt x="482599" y="3835375"/>
                </a:lnTo>
                <a:lnTo>
                  <a:pt x="495299" y="3821099"/>
                </a:lnTo>
                <a:lnTo>
                  <a:pt x="507999" y="3810116"/>
                </a:lnTo>
                <a:lnTo>
                  <a:pt x="520699" y="3803413"/>
                </a:lnTo>
                <a:lnTo>
                  <a:pt x="520699" y="3900150"/>
                </a:lnTo>
                <a:lnTo>
                  <a:pt x="507999" y="3898170"/>
                </a:lnTo>
                <a:lnTo>
                  <a:pt x="495299" y="3887391"/>
                </a:lnTo>
                <a:lnTo>
                  <a:pt x="482599" y="3871437"/>
                </a:lnTo>
                <a:close/>
              </a:path>
              <a:path w="5549900" h="5558155">
                <a:moveTo>
                  <a:pt x="228599" y="2633358"/>
                </a:moveTo>
                <a:lnTo>
                  <a:pt x="228599" y="2578637"/>
                </a:lnTo>
                <a:lnTo>
                  <a:pt x="241299" y="2555108"/>
                </a:lnTo>
                <a:lnTo>
                  <a:pt x="266699" y="2539223"/>
                </a:lnTo>
                <a:lnTo>
                  <a:pt x="304799" y="2533393"/>
                </a:lnTo>
                <a:lnTo>
                  <a:pt x="330199" y="2539223"/>
                </a:lnTo>
                <a:lnTo>
                  <a:pt x="355599" y="2555108"/>
                </a:lnTo>
                <a:lnTo>
                  <a:pt x="368299" y="2578637"/>
                </a:lnTo>
                <a:lnTo>
                  <a:pt x="368299" y="2633411"/>
                </a:lnTo>
                <a:lnTo>
                  <a:pt x="355599" y="2655377"/>
                </a:lnTo>
                <a:lnTo>
                  <a:pt x="330199" y="2671605"/>
                </a:lnTo>
                <a:lnTo>
                  <a:pt x="317499" y="2680401"/>
                </a:lnTo>
                <a:lnTo>
                  <a:pt x="317499" y="5554026"/>
                </a:lnTo>
                <a:lnTo>
                  <a:pt x="304799" y="5557985"/>
                </a:lnTo>
                <a:lnTo>
                  <a:pt x="292099" y="5556006"/>
                </a:lnTo>
                <a:lnTo>
                  <a:pt x="292099" y="2680401"/>
                </a:lnTo>
                <a:lnTo>
                  <a:pt x="266699" y="2671588"/>
                </a:lnTo>
                <a:lnTo>
                  <a:pt x="241299" y="2655330"/>
                </a:lnTo>
                <a:lnTo>
                  <a:pt x="228599" y="2633358"/>
                </a:lnTo>
                <a:close/>
              </a:path>
              <a:path w="5549900" h="5558155">
                <a:moveTo>
                  <a:pt x="317499" y="5554026"/>
                </a:moveTo>
                <a:lnTo>
                  <a:pt x="317499" y="5459269"/>
                </a:lnTo>
                <a:lnTo>
                  <a:pt x="330199" y="5465901"/>
                </a:lnTo>
                <a:lnTo>
                  <a:pt x="342899" y="5476861"/>
                </a:lnTo>
                <a:lnTo>
                  <a:pt x="342899" y="5527293"/>
                </a:lnTo>
                <a:lnTo>
                  <a:pt x="330199" y="5543247"/>
                </a:lnTo>
                <a:lnTo>
                  <a:pt x="317499" y="5554026"/>
                </a:lnTo>
                <a:close/>
              </a:path>
              <a:path w="5549900" h="5558155">
                <a:moveTo>
                  <a:pt x="253999" y="5527293"/>
                </a:moveTo>
                <a:lnTo>
                  <a:pt x="253999" y="5476955"/>
                </a:lnTo>
                <a:lnTo>
                  <a:pt x="266699" y="5465972"/>
                </a:lnTo>
                <a:lnTo>
                  <a:pt x="292099" y="5459269"/>
                </a:lnTo>
                <a:lnTo>
                  <a:pt x="292099" y="5556006"/>
                </a:lnTo>
                <a:lnTo>
                  <a:pt x="279399" y="5554026"/>
                </a:lnTo>
                <a:lnTo>
                  <a:pt x="266699" y="5543247"/>
                </a:lnTo>
                <a:lnTo>
                  <a:pt x="253999" y="5527293"/>
                </a:lnTo>
                <a:close/>
              </a:path>
              <a:path w="5549900" h="5558155">
                <a:moveTo>
                  <a:pt x="0" y="102767"/>
                </a:moveTo>
                <a:lnTo>
                  <a:pt x="0" y="45244"/>
                </a:lnTo>
                <a:lnTo>
                  <a:pt x="25399" y="21715"/>
                </a:lnTo>
                <a:lnTo>
                  <a:pt x="38099" y="5830"/>
                </a:lnTo>
                <a:lnTo>
                  <a:pt x="76199" y="0"/>
                </a:lnTo>
                <a:lnTo>
                  <a:pt x="101599" y="4697"/>
                </a:lnTo>
                <a:lnTo>
                  <a:pt x="114299" y="17639"/>
                </a:lnTo>
                <a:lnTo>
                  <a:pt x="139699" y="37095"/>
                </a:lnTo>
                <a:lnTo>
                  <a:pt x="139699" y="110864"/>
                </a:lnTo>
                <a:lnTo>
                  <a:pt x="114299" y="130357"/>
                </a:lnTo>
                <a:lnTo>
                  <a:pt x="101599" y="143312"/>
                </a:lnTo>
                <a:lnTo>
                  <a:pt x="76199" y="148012"/>
                </a:lnTo>
                <a:lnTo>
                  <a:pt x="38099" y="142181"/>
                </a:lnTo>
                <a:lnTo>
                  <a:pt x="25399" y="126296"/>
                </a:lnTo>
                <a:lnTo>
                  <a:pt x="0" y="102767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169694" y="925829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9477" y="444400"/>
                </a:moveTo>
                <a:lnTo>
                  <a:pt x="214923" y="444400"/>
                </a:lnTo>
                <a:lnTo>
                  <a:pt x="207663" y="444044"/>
                </a:lnTo>
                <a:lnTo>
                  <a:pt x="164662" y="436945"/>
                </a:lnTo>
                <a:lnTo>
                  <a:pt x="123873" y="421594"/>
                </a:lnTo>
                <a:lnTo>
                  <a:pt x="86863" y="398580"/>
                </a:lnTo>
                <a:lnTo>
                  <a:pt x="55053" y="368788"/>
                </a:lnTo>
                <a:lnTo>
                  <a:pt x="29667" y="333362"/>
                </a:lnTo>
                <a:lnTo>
                  <a:pt x="11680" y="293665"/>
                </a:lnTo>
                <a:lnTo>
                  <a:pt x="1783" y="251222"/>
                </a:lnTo>
                <a:lnTo>
                  <a:pt x="0" y="229477"/>
                </a:lnTo>
                <a:lnTo>
                  <a:pt x="0" y="214923"/>
                </a:lnTo>
                <a:lnTo>
                  <a:pt x="5689" y="171713"/>
                </a:lnTo>
                <a:lnTo>
                  <a:pt x="19698" y="130444"/>
                </a:lnTo>
                <a:lnTo>
                  <a:pt x="41490" y="92701"/>
                </a:lnTo>
                <a:lnTo>
                  <a:pt x="70226" y="59935"/>
                </a:lnTo>
                <a:lnTo>
                  <a:pt x="104803" y="33404"/>
                </a:lnTo>
                <a:lnTo>
                  <a:pt x="143891" y="14129"/>
                </a:lnTo>
                <a:lnTo>
                  <a:pt x="185988" y="2849"/>
                </a:lnTo>
                <a:lnTo>
                  <a:pt x="214923" y="0"/>
                </a:lnTo>
                <a:lnTo>
                  <a:pt x="229477" y="0"/>
                </a:lnTo>
                <a:lnTo>
                  <a:pt x="272686" y="5689"/>
                </a:lnTo>
                <a:lnTo>
                  <a:pt x="313956" y="19698"/>
                </a:lnTo>
                <a:lnTo>
                  <a:pt x="351699" y="41490"/>
                </a:lnTo>
                <a:lnTo>
                  <a:pt x="384465" y="70226"/>
                </a:lnTo>
                <a:lnTo>
                  <a:pt x="410996" y="104803"/>
                </a:lnTo>
                <a:lnTo>
                  <a:pt x="430271" y="143891"/>
                </a:lnTo>
                <a:lnTo>
                  <a:pt x="441550" y="185988"/>
                </a:lnTo>
                <a:lnTo>
                  <a:pt x="444400" y="214923"/>
                </a:lnTo>
                <a:lnTo>
                  <a:pt x="444400" y="222200"/>
                </a:lnTo>
                <a:lnTo>
                  <a:pt x="444400" y="229477"/>
                </a:lnTo>
                <a:lnTo>
                  <a:pt x="438711" y="272687"/>
                </a:lnTo>
                <a:lnTo>
                  <a:pt x="424701" y="313956"/>
                </a:lnTo>
                <a:lnTo>
                  <a:pt x="402910" y="351699"/>
                </a:lnTo>
                <a:lnTo>
                  <a:pt x="374173" y="384465"/>
                </a:lnTo>
                <a:lnTo>
                  <a:pt x="339597" y="410996"/>
                </a:lnTo>
                <a:lnTo>
                  <a:pt x="300509" y="430271"/>
                </a:lnTo>
                <a:lnTo>
                  <a:pt x="258411" y="441550"/>
                </a:lnTo>
                <a:lnTo>
                  <a:pt x="236737" y="444044"/>
                </a:lnTo>
                <a:lnTo>
                  <a:pt x="229477" y="44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252361" y="9397141"/>
            <a:ext cx="278130" cy="167005"/>
          </a:xfrm>
          <a:custGeom>
            <a:avLst/>
            <a:gdLst/>
            <a:ahLst/>
            <a:cxnLst/>
            <a:rect l="l" t="t" r="r" b="b"/>
            <a:pathLst>
              <a:path w="278129" h="167004">
                <a:moveTo>
                  <a:pt x="138956" y="75222"/>
                </a:moveTo>
                <a:lnTo>
                  <a:pt x="6419" y="2369"/>
                </a:lnTo>
                <a:lnTo>
                  <a:pt x="8679" y="873"/>
                </a:lnTo>
                <a:lnTo>
                  <a:pt x="11388" y="0"/>
                </a:lnTo>
                <a:lnTo>
                  <a:pt x="266715" y="0"/>
                </a:lnTo>
                <a:lnTo>
                  <a:pt x="269724" y="1097"/>
                </a:lnTo>
                <a:lnTo>
                  <a:pt x="272132" y="2940"/>
                </a:lnTo>
                <a:lnTo>
                  <a:pt x="138956" y="75222"/>
                </a:lnTo>
                <a:close/>
              </a:path>
              <a:path w="278129" h="167004">
                <a:moveTo>
                  <a:pt x="473" y="156071"/>
                </a:moveTo>
                <a:lnTo>
                  <a:pt x="161" y="154873"/>
                </a:lnTo>
                <a:lnTo>
                  <a:pt x="0" y="153679"/>
                </a:lnTo>
                <a:lnTo>
                  <a:pt x="0" y="15073"/>
                </a:lnTo>
                <a:lnTo>
                  <a:pt x="82304" y="59859"/>
                </a:lnTo>
                <a:lnTo>
                  <a:pt x="473" y="156071"/>
                </a:lnTo>
                <a:close/>
              </a:path>
              <a:path w="278129" h="167004">
                <a:moveTo>
                  <a:pt x="276037" y="159207"/>
                </a:moveTo>
                <a:lnTo>
                  <a:pt x="195590" y="59859"/>
                </a:lnTo>
                <a:lnTo>
                  <a:pt x="277750" y="16053"/>
                </a:lnTo>
                <a:lnTo>
                  <a:pt x="277750" y="154873"/>
                </a:lnTo>
                <a:lnTo>
                  <a:pt x="277129" y="157186"/>
                </a:lnTo>
                <a:lnTo>
                  <a:pt x="276037" y="159207"/>
                </a:lnTo>
                <a:close/>
              </a:path>
              <a:path w="278129" h="167004">
                <a:moveTo>
                  <a:pt x="263632" y="166712"/>
                </a:moveTo>
                <a:lnTo>
                  <a:pt x="12985" y="166712"/>
                </a:lnTo>
                <a:lnTo>
                  <a:pt x="11784" y="166547"/>
                </a:lnTo>
                <a:lnTo>
                  <a:pt x="10605" y="166232"/>
                </a:lnTo>
                <a:lnTo>
                  <a:pt x="95134" y="67042"/>
                </a:lnTo>
                <a:lnTo>
                  <a:pt x="136546" y="90264"/>
                </a:lnTo>
                <a:lnTo>
                  <a:pt x="137752" y="90569"/>
                </a:lnTo>
                <a:lnTo>
                  <a:pt x="201864" y="90569"/>
                </a:lnTo>
                <a:lnTo>
                  <a:pt x="263632" y="166712"/>
                </a:lnTo>
                <a:close/>
              </a:path>
              <a:path w="278129" h="167004">
                <a:moveTo>
                  <a:pt x="201864" y="90569"/>
                </a:moveTo>
                <a:lnTo>
                  <a:pt x="140162" y="90569"/>
                </a:lnTo>
                <a:lnTo>
                  <a:pt x="141368" y="90264"/>
                </a:lnTo>
                <a:lnTo>
                  <a:pt x="182779" y="67042"/>
                </a:lnTo>
                <a:lnTo>
                  <a:pt x="201864" y="90569"/>
                </a:lnTo>
                <a:close/>
              </a:path>
            </a:pathLst>
          </a:custGeom>
          <a:solidFill>
            <a:srgbClr val="240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39455" y="3711839"/>
            <a:ext cx="6609088" cy="145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4004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295433" y="0"/>
            <a:ext cx="5993130" cy="6322060"/>
          </a:xfrm>
          <a:custGeom>
            <a:avLst/>
            <a:gdLst/>
            <a:ahLst/>
            <a:cxnLst/>
            <a:rect l="l" t="t" r="r" b="b"/>
            <a:pathLst>
              <a:path w="5993130" h="6322060">
                <a:moveTo>
                  <a:pt x="21637" y="776014"/>
                </a:moveTo>
                <a:lnTo>
                  <a:pt x="20650" y="777888"/>
                </a:lnTo>
                <a:lnTo>
                  <a:pt x="19610" y="777340"/>
                </a:lnTo>
                <a:lnTo>
                  <a:pt x="20597" y="775466"/>
                </a:lnTo>
                <a:lnTo>
                  <a:pt x="21637" y="776014"/>
                </a:lnTo>
                <a:close/>
              </a:path>
              <a:path w="5993130" h="6322060">
                <a:moveTo>
                  <a:pt x="4827" y="1628968"/>
                </a:moveTo>
                <a:lnTo>
                  <a:pt x="3738" y="1631034"/>
                </a:lnTo>
                <a:lnTo>
                  <a:pt x="2457" y="1631430"/>
                </a:lnTo>
                <a:lnTo>
                  <a:pt x="396" y="1630344"/>
                </a:lnTo>
                <a:lnTo>
                  <a:pt x="0" y="1629064"/>
                </a:lnTo>
                <a:lnTo>
                  <a:pt x="1086" y="1627002"/>
                </a:lnTo>
                <a:lnTo>
                  <a:pt x="2366" y="1626606"/>
                </a:lnTo>
                <a:lnTo>
                  <a:pt x="4427" y="1627692"/>
                </a:lnTo>
                <a:lnTo>
                  <a:pt x="4827" y="1628968"/>
                </a:lnTo>
                <a:close/>
              </a:path>
              <a:path w="5993130" h="6322060">
                <a:moveTo>
                  <a:pt x="184993" y="1291630"/>
                </a:moveTo>
                <a:lnTo>
                  <a:pt x="182816" y="1295762"/>
                </a:lnTo>
                <a:lnTo>
                  <a:pt x="180255" y="1296555"/>
                </a:lnTo>
                <a:lnTo>
                  <a:pt x="176123" y="1294378"/>
                </a:lnTo>
                <a:lnTo>
                  <a:pt x="175330" y="1291817"/>
                </a:lnTo>
                <a:lnTo>
                  <a:pt x="177507" y="1287685"/>
                </a:lnTo>
                <a:lnTo>
                  <a:pt x="180068" y="1286892"/>
                </a:lnTo>
                <a:lnTo>
                  <a:pt x="184200" y="1289069"/>
                </a:lnTo>
                <a:lnTo>
                  <a:pt x="184993" y="1291630"/>
                </a:lnTo>
                <a:close/>
              </a:path>
              <a:path w="5993130" h="6322060">
                <a:moveTo>
                  <a:pt x="366371" y="954266"/>
                </a:moveTo>
                <a:lnTo>
                  <a:pt x="362559" y="961499"/>
                </a:lnTo>
                <a:lnTo>
                  <a:pt x="358081" y="962886"/>
                </a:lnTo>
                <a:lnTo>
                  <a:pt x="350848" y="959074"/>
                </a:lnTo>
                <a:lnTo>
                  <a:pt x="349461" y="954596"/>
                </a:lnTo>
                <a:lnTo>
                  <a:pt x="353273" y="947363"/>
                </a:lnTo>
                <a:lnTo>
                  <a:pt x="357751" y="945976"/>
                </a:lnTo>
                <a:lnTo>
                  <a:pt x="364984" y="949788"/>
                </a:lnTo>
                <a:lnTo>
                  <a:pt x="366371" y="954266"/>
                </a:lnTo>
                <a:close/>
              </a:path>
              <a:path w="5993130" h="6322060">
                <a:moveTo>
                  <a:pt x="545334" y="616953"/>
                </a:moveTo>
                <a:lnTo>
                  <a:pt x="540979" y="625216"/>
                </a:lnTo>
                <a:lnTo>
                  <a:pt x="535864" y="626801"/>
                </a:lnTo>
                <a:lnTo>
                  <a:pt x="527600" y="622446"/>
                </a:lnTo>
                <a:lnTo>
                  <a:pt x="526016" y="617331"/>
                </a:lnTo>
                <a:lnTo>
                  <a:pt x="530371" y="609067"/>
                </a:lnTo>
                <a:lnTo>
                  <a:pt x="535486" y="607483"/>
                </a:lnTo>
                <a:lnTo>
                  <a:pt x="543749" y="611838"/>
                </a:lnTo>
                <a:lnTo>
                  <a:pt x="545334" y="616953"/>
                </a:lnTo>
                <a:close/>
              </a:path>
              <a:path w="5993130" h="6322060">
                <a:moveTo>
                  <a:pt x="721880" y="279682"/>
                </a:moveTo>
                <a:lnTo>
                  <a:pt x="718068" y="286915"/>
                </a:lnTo>
                <a:lnTo>
                  <a:pt x="713590" y="288302"/>
                </a:lnTo>
                <a:lnTo>
                  <a:pt x="706357" y="284490"/>
                </a:lnTo>
                <a:lnTo>
                  <a:pt x="704969" y="280012"/>
                </a:lnTo>
                <a:lnTo>
                  <a:pt x="708781" y="272779"/>
                </a:lnTo>
                <a:lnTo>
                  <a:pt x="713259" y="271392"/>
                </a:lnTo>
                <a:lnTo>
                  <a:pt x="720492" y="275204"/>
                </a:lnTo>
                <a:lnTo>
                  <a:pt x="721880" y="279682"/>
                </a:lnTo>
                <a:close/>
              </a:path>
              <a:path w="5993130" h="6322060">
                <a:moveTo>
                  <a:pt x="696222" y="1131523"/>
                </a:moveTo>
                <a:lnTo>
                  <a:pt x="695234" y="1133397"/>
                </a:lnTo>
                <a:lnTo>
                  <a:pt x="694194" y="1132849"/>
                </a:lnTo>
                <a:lnTo>
                  <a:pt x="695182" y="1130975"/>
                </a:lnTo>
                <a:lnTo>
                  <a:pt x="696222" y="1131523"/>
                </a:lnTo>
                <a:close/>
              </a:path>
              <a:path w="5993130" h="6322060">
                <a:moveTo>
                  <a:pt x="882626" y="794707"/>
                </a:moveTo>
                <a:lnTo>
                  <a:pt x="878271" y="802971"/>
                </a:lnTo>
                <a:lnTo>
                  <a:pt x="873156" y="804555"/>
                </a:lnTo>
                <a:lnTo>
                  <a:pt x="864892" y="800200"/>
                </a:lnTo>
                <a:lnTo>
                  <a:pt x="863308" y="795085"/>
                </a:lnTo>
                <a:lnTo>
                  <a:pt x="867663" y="786822"/>
                </a:lnTo>
                <a:lnTo>
                  <a:pt x="872778" y="785237"/>
                </a:lnTo>
                <a:lnTo>
                  <a:pt x="881041" y="789592"/>
                </a:lnTo>
                <a:lnTo>
                  <a:pt x="882626" y="794707"/>
                </a:lnTo>
                <a:close/>
              </a:path>
              <a:path w="5993130" h="6322060">
                <a:moveTo>
                  <a:pt x="1066416" y="457297"/>
                </a:moveTo>
                <a:lnTo>
                  <a:pt x="1059340" y="470724"/>
                </a:lnTo>
                <a:lnTo>
                  <a:pt x="1051028" y="473298"/>
                </a:lnTo>
                <a:lnTo>
                  <a:pt x="1037602" y="466223"/>
                </a:lnTo>
                <a:lnTo>
                  <a:pt x="1035027" y="457911"/>
                </a:lnTo>
                <a:lnTo>
                  <a:pt x="1042103" y="444484"/>
                </a:lnTo>
                <a:lnTo>
                  <a:pt x="1050415" y="441910"/>
                </a:lnTo>
                <a:lnTo>
                  <a:pt x="1063841" y="448985"/>
                </a:lnTo>
                <a:lnTo>
                  <a:pt x="1066416" y="457297"/>
                </a:lnTo>
                <a:close/>
              </a:path>
              <a:path w="5993130" h="6322060">
                <a:moveTo>
                  <a:pt x="1245381" y="119979"/>
                </a:moveTo>
                <a:lnTo>
                  <a:pt x="1237757" y="134445"/>
                </a:lnTo>
                <a:lnTo>
                  <a:pt x="1228808" y="137217"/>
                </a:lnTo>
                <a:lnTo>
                  <a:pt x="1214342" y="129594"/>
                </a:lnTo>
                <a:lnTo>
                  <a:pt x="1211570" y="120645"/>
                </a:lnTo>
                <a:lnTo>
                  <a:pt x="1219194" y="106179"/>
                </a:lnTo>
                <a:lnTo>
                  <a:pt x="1228143" y="103406"/>
                </a:lnTo>
                <a:lnTo>
                  <a:pt x="1242609" y="111030"/>
                </a:lnTo>
                <a:lnTo>
                  <a:pt x="1245381" y="119979"/>
                </a:lnTo>
                <a:close/>
              </a:path>
              <a:path w="5993130" h="6322060">
                <a:moveTo>
                  <a:pt x="1398881" y="635147"/>
                </a:moveTo>
                <a:lnTo>
                  <a:pt x="1393980" y="644447"/>
                </a:lnTo>
                <a:lnTo>
                  <a:pt x="1388229" y="646228"/>
                </a:lnTo>
                <a:lnTo>
                  <a:pt x="1378925" y="641325"/>
                </a:lnTo>
                <a:lnTo>
                  <a:pt x="1377144" y="635574"/>
                </a:lnTo>
                <a:lnTo>
                  <a:pt x="1382047" y="626270"/>
                </a:lnTo>
                <a:lnTo>
                  <a:pt x="1387798" y="624488"/>
                </a:lnTo>
                <a:lnTo>
                  <a:pt x="1397102" y="629391"/>
                </a:lnTo>
                <a:lnTo>
                  <a:pt x="1398881" y="635147"/>
                </a:lnTo>
                <a:close/>
              </a:path>
              <a:path w="5993130" h="6322060">
                <a:moveTo>
                  <a:pt x="1582604" y="306939"/>
                </a:moveTo>
                <a:lnTo>
                  <a:pt x="1577827" y="312796"/>
                </a:lnTo>
                <a:lnTo>
                  <a:pt x="1571399" y="316246"/>
                </a:lnTo>
                <a:lnTo>
                  <a:pt x="1564146" y="317033"/>
                </a:lnTo>
                <a:lnTo>
                  <a:pt x="1556895" y="314903"/>
                </a:lnTo>
                <a:lnTo>
                  <a:pt x="1551038" y="310126"/>
                </a:lnTo>
                <a:lnTo>
                  <a:pt x="1547588" y="303697"/>
                </a:lnTo>
                <a:lnTo>
                  <a:pt x="1546800" y="296444"/>
                </a:lnTo>
                <a:lnTo>
                  <a:pt x="1548931" y="289193"/>
                </a:lnTo>
                <a:lnTo>
                  <a:pt x="1553708" y="283337"/>
                </a:lnTo>
                <a:lnTo>
                  <a:pt x="1560137" y="279887"/>
                </a:lnTo>
                <a:lnTo>
                  <a:pt x="1567390" y="279099"/>
                </a:lnTo>
                <a:lnTo>
                  <a:pt x="1574641" y="281230"/>
                </a:lnTo>
                <a:lnTo>
                  <a:pt x="1580497" y="286006"/>
                </a:lnTo>
                <a:lnTo>
                  <a:pt x="1583947" y="292435"/>
                </a:lnTo>
                <a:lnTo>
                  <a:pt x="1584735" y="299688"/>
                </a:lnTo>
                <a:lnTo>
                  <a:pt x="1582604" y="306939"/>
                </a:lnTo>
                <a:close/>
              </a:path>
              <a:path w="5993130" h="6322060">
                <a:moveTo>
                  <a:pt x="1921169" y="475464"/>
                </a:moveTo>
                <a:lnTo>
                  <a:pt x="1913002" y="490961"/>
                </a:lnTo>
                <a:lnTo>
                  <a:pt x="1903409" y="493932"/>
                </a:lnTo>
                <a:lnTo>
                  <a:pt x="1887913" y="485765"/>
                </a:lnTo>
                <a:lnTo>
                  <a:pt x="1884941" y="476172"/>
                </a:lnTo>
                <a:lnTo>
                  <a:pt x="1893108" y="460676"/>
                </a:lnTo>
                <a:lnTo>
                  <a:pt x="1902701" y="457704"/>
                </a:lnTo>
                <a:lnTo>
                  <a:pt x="1918198" y="465871"/>
                </a:lnTo>
                <a:lnTo>
                  <a:pt x="1921169" y="475464"/>
                </a:lnTo>
                <a:close/>
              </a:path>
              <a:path w="5993130" h="6322060">
                <a:moveTo>
                  <a:pt x="2104195" y="150850"/>
                </a:moveTo>
                <a:lnTo>
                  <a:pt x="2097562" y="158982"/>
                </a:lnTo>
                <a:lnTo>
                  <a:pt x="2088634" y="163773"/>
                </a:lnTo>
                <a:lnTo>
                  <a:pt x="2078561" y="164867"/>
                </a:lnTo>
                <a:lnTo>
                  <a:pt x="2068492" y="161909"/>
                </a:lnTo>
                <a:lnTo>
                  <a:pt x="2060361" y="155276"/>
                </a:lnTo>
                <a:lnTo>
                  <a:pt x="2055570" y="146348"/>
                </a:lnTo>
                <a:lnTo>
                  <a:pt x="2054475" y="136275"/>
                </a:lnTo>
                <a:lnTo>
                  <a:pt x="2057433" y="126207"/>
                </a:lnTo>
                <a:lnTo>
                  <a:pt x="2064067" y="118075"/>
                </a:lnTo>
                <a:lnTo>
                  <a:pt x="2072995" y="113284"/>
                </a:lnTo>
                <a:lnTo>
                  <a:pt x="2083068" y="112190"/>
                </a:lnTo>
                <a:lnTo>
                  <a:pt x="2093136" y="115148"/>
                </a:lnTo>
                <a:lnTo>
                  <a:pt x="2101268" y="121780"/>
                </a:lnTo>
                <a:lnTo>
                  <a:pt x="2106059" y="130707"/>
                </a:lnTo>
                <a:lnTo>
                  <a:pt x="2107154" y="140780"/>
                </a:lnTo>
                <a:lnTo>
                  <a:pt x="2104195" y="150850"/>
                </a:lnTo>
                <a:close/>
              </a:path>
              <a:path w="5993130" h="6322060">
                <a:moveTo>
                  <a:pt x="2242771" y="653527"/>
                </a:moveTo>
                <a:lnTo>
                  <a:pt x="2241683" y="655593"/>
                </a:lnTo>
                <a:lnTo>
                  <a:pt x="2240402" y="655990"/>
                </a:lnTo>
                <a:lnTo>
                  <a:pt x="2238341" y="654903"/>
                </a:lnTo>
                <a:lnTo>
                  <a:pt x="2237944" y="653623"/>
                </a:lnTo>
                <a:lnTo>
                  <a:pt x="2239031" y="651562"/>
                </a:lnTo>
                <a:lnTo>
                  <a:pt x="2240311" y="651165"/>
                </a:lnTo>
                <a:lnTo>
                  <a:pt x="2242372" y="652251"/>
                </a:lnTo>
                <a:lnTo>
                  <a:pt x="2242771" y="653527"/>
                </a:lnTo>
                <a:close/>
              </a:path>
              <a:path w="5993130" h="6322060">
                <a:moveTo>
                  <a:pt x="2444298" y="330086"/>
                </a:moveTo>
                <a:lnTo>
                  <a:pt x="2436868" y="339194"/>
                </a:lnTo>
                <a:lnTo>
                  <a:pt x="2426869" y="344560"/>
                </a:lnTo>
                <a:lnTo>
                  <a:pt x="2415588" y="345786"/>
                </a:lnTo>
                <a:lnTo>
                  <a:pt x="2404310" y="342472"/>
                </a:lnTo>
                <a:lnTo>
                  <a:pt x="2395202" y="335043"/>
                </a:lnTo>
                <a:lnTo>
                  <a:pt x="2389836" y="325044"/>
                </a:lnTo>
                <a:lnTo>
                  <a:pt x="2388610" y="313762"/>
                </a:lnTo>
                <a:lnTo>
                  <a:pt x="2391924" y="302485"/>
                </a:lnTo>
                <a:lnTo>
                  <a:pt x="2399354" y="293377"/>
                </a:lnTo>
                <a:lnTo>
                  <a:pt x="2409353" y="288010"/>
                </a:lnTo>
                <a:lnTo>
                  <a:pt x="2420634" y="286785"/>
                </a:lnTo>
                <a:lnTo>
                  <a:pt x="2431912" y="290098"/>
                </a:lnTo>
                <a:lnTo>
                  <a:pt x="2441020" y="297528"/>
                </a:lnTo>
                <a:lnTo>
                  <a:pt x="2446386" y="307527"/>
                </a:lnTo>
                <a:lnTo>
                  <a:pt x="2447611" y="318809"/>
                </a:lnTo>
                <a:lnTo>
                  <a:pt x="2444298" y="330086"/>
                </a:lnTo>
                <a:close/>
              </a:path>
              <a:path w="5993130" h="6322060">
                <a:moveTo>
                  <a:pt x="2621527" y="0"/>
                </a:moveTo>
                <a:lnTo>
                  <a:pt x="2617303" y="5178"/>
                </a:lnTo>
                <a:lnTo>
                  <a:pt x="2605876" y="11312"/>
                </a:lnTo>
                <a:lnTo>
                  <a:pt x="2592982" y="12712"/>
                </a:lnTo>
                <a:lnTo>
                  <a:pt x="2580092" y="8923"/>
                </a:lnTo>
                <a:lnTo>
                  <a:pt x="2569680" y="431"/>
                </a:lnTo>
                <a:lnTo>
                  <a:pt x="2569449" y="0"/>
                </a:lnTo>
                <a:lnTo>
                  <a:pt x="2621527" y="0"/>
                </a:lnTo>
                <a:close/>
              </a:path>
              <a:path w="5993130" h="6322060">
                <a:moveTo>
                  <a:pt x="2774109" y="503898"/>
                </a:moveTo>
                <a:lnTo>
                  <a:pt x="2768802" y="510403"/>
                </a:lnTo>
                <a:lnTo>
                  <a:pt x="2761659" y="514236"/>
                </a:lnTo>
                <a:lnTo>
                  <a:pt x="2753600" y="515112"/>
                </a:lnTo>
                <a:lnTo>
                  <a:pt x="2745545" y="512745"/>
                </a:lnTo>
                <a:lnTo>
                  <a:pt x="2739039" y="507438"/>
                </a:lnTo>
                <a:lnTo>
                  <a:pt x="2735206" y="500296"/>
                </a:lnTo>
                <a:lnTo>
                  <a:pt x="2734331" y="492237"/>
                </a:lnTo>
                <a:lnTo>
                  <a:pt x="2736697" y="484182"/>
                </a:lnTo>
                <a:lnTo>
                  <a:pt x="2742004" y="477676"/>
                </a:lnTo>
                <a:lnTo>
                  <a:pt x="2749147" y="473843"/>
                </a:lnTo>
                <a:lnTo>
                  <a:pt x="2757206" y="472967"/>
                </a:lnTo>
                <a:lnTo>
                  <a:pt x="2765261" y="475334"/>
                </a:lnTo>
                <a:lnTo>
                  <a:pt x="2771767" y="480641"/>
                </a:lnTo>
                <a:lnTo>
                  <a:pt x="2775600" y="487784"/>
                </a:lnTo>
                <a:lnTo>
                  <a:pt x="2776475" y="495842"/>
                </a:lnTo>
                <a:lnTo>
                  <a:pt x="2774109" y="503898"/>
                </a:lnTo>
                <a:close/>
              </a:path>
              <a:path w="5993130" h="6322060">
                <a:moveTo>
                  <a:pt x="2968700" y="175478"/>
                </a:moveTo>
                <a:lnTo>
                  <a:pt x="2958616" y="187841"/>
                </a:lnTo>
                <a:lnTo>
                  <a:pt x="2945045" y="195124"/>
                </a:lnTo>
                <a:lnTo>
                  <a:pt x="2929733" y="196787"/>
                </a:lnTo>
                <a:lnTo>
                  <a:pt x="2914426" y="192290"/>
                </a:lnTo>
                <a:lnTo>
                  <a:pt x="2902064" y="182206"/>
                </a:lnTo>
                <a:lnTo>
                  <a:pt x="2894781" y="168635"/>
                </a:lnTo>
                <a:lnTo>
                  <a:pt x="2893118" y="153323"/>
                </a:lnTo>
                <a:lnTo>
                  <a:pt x="2897615" y="138017"/>
                </a:lnTo>
                <a:lnTo>
                  <a:pt x="2907699" y="125654"/>
                </a:lnTo>
                <a:lnTo>
                  <a:pt x="2921270" y="118371"/>
                </a:lnTo>
                <a:lnTo>
                  <a:pt x="2936582" y="116708"/>
                </a:lnTo>
                <a:lnTo>
                  <a:pt x="2951888" y="121205"/>
                </a:lnTo>
                <a:lnTo>
                  <a:pt x="2964250" y="131289"/>
                </a:lnTo>
                <a:lnTo>
                  <a:pt x="2971534" y="144860"/>
                </a:lnTo>
                <a:lnTo>
                  <a:pt x="2973197" y="160172"/>
                </a:lnTo>
                <a:lnTo>
                  <a:pt x="2968700" y="175478"/>
                </a:lnTo>
                <a:close/>
              </a:path>
              <a:path w="5993130" h="6322060">
                <a:moveTo>
                  <a:pt x="3104773" y="671557"/>
                </a:moveTo>
                <a:lnTo>
                  <a:pt x="3099327" y="681891"/>
                </a:lnTo>
                <a:lnTo>
                  <a:pt x="3092932" y="683872"/>
                </a:lnTo>
                <a:lnTo>
                  <a:pt x="3082598" y="678426"/>
                </a:lnTo>
                <a:lnTo>
                  <a:pt x="3080617" y="672031"/>
                </a:lnTo>
                <a:lnTo>
                  <a:pt x="3086063" y="661697"/>
                </a:lnTo>
                <a:lnTo>
                  <a:pt x="3092458" y="659716"/>
                </a:lnTo>
                <a:lnTo>
                  <a:pt x="3102792" y="665162"/>
                </a:lnTo>
                <a:lnTo>
                  <a:pt x="3104773" y="671557"/>
                </a:lnTo>
                <a:close/>
              </a:path>
              <a:path w="5993130" h="6322060">
                <a:moveTo>
                  <a:pt x="3312541" y="356684"/>
                </a:moveTo>
                <a:lnTo>
                  <a:pt x="3300600" y="371324"/>
                </a:lnTo>
                <a:lnTo>
                  <a:pt x="3284531" y="379948"/>
                </a:lnTo>
                <a:lnTo>
                  <a:pt x="3266400" y="381917"/>
                </a:lnTo>
                <a:lnTo>
                  <a:pt x="3248274" y="376591"/>
                </a:lnTo>
                <a:lnTo>
                  <a:pt x="3233635" y="364650"/>
                </a:lnTo>
                <a:lnTo>
                  <a:pt x="3225010" y="348581"/>
                </a:lnTo>
                <a:lnTo>
                  <a:pt x="3223041" y="330450"/>
                </a:lnTo>
                <a:lnTo>
                  <a:pt x="3228368" y="312324"/>
                </a:lnTo>
                <a:lnTo>
                  <a:pt x="3240308" y="297685"/>
                </a:lnTo>
                <a:lnTo>
                  <a:pt x="3256378" y="289061"/>
                </a:lnTo>
                <a:lnTo>
                  <a:pt x="3274508" y="287091"/>
                </a:lnTo>
                <a:lnTo>
                  <a:pt x="3292634" y="292418"/>
                </a:lnTo>
                <a:lnTo>
                  <a:pt x="3307274" y="304359"/>
                </a:lnTo>
                <a:lnTo>
                  <a:pt x="3315898" y="320428"/>
                </a:lnTo>
                <a:lnTo>
                  <a:pt x="3317867" y="338559"/>
                </a:lnTo>
                <a:lnTo>
                  <a:pt x="3312541" y="356684"/>
                </a:lnTo>
                <a:close/>
              </a:path>
              <a:path w="5993130" h="6322060">
                <a:moveTo>
                  <a:pt x="3491232" y="19886"/>
                </a:moveTo>
                <a:lnTo>
                  <a:pt x="3479028" y="34846"/>
                </a:lnTo>
                <a:lnTo>
                  <a:pt x="3462600" y="43663"/>
                </a:lnTo>
                <a:lnTo>
                  <a:pt x="3444064" y="45679"/>
                </a:lnTo>
                <a:lnTo>
                  <a:pt x="3425535" y="40236"/>
                </a:lnTo>
                <a:lnTo>
                  <a:pt x="3410571" y="28028"/>
                </a:lnTo>
                <a:lnTo>
                  <a:pt x="3401756" y="11598"/>
                </a:lnTo>
                <a:lnTo>
                  <a:pt x="3400496" y="0"/>
                </a:lnTo>
                <a:lnTo>
                  <a:pt x="3496524" y="0"/>
                </a:lnTo>
                <a:lnTo>
                  <a:pt x="3496673" y="1365"/>
                </a:lnTo>
                <a:lnTo>
                  <a:pt x="3491232" y="19886"/>
                </a:lnTo>
                <a:close/>
              </a:path>
              <a:path w="5993130" h="6322060">
                <a:moveTo>
                  <a:pt x="3436027" y="849433"/>
                </a:moveTo>
                <a:lnTo>
                  <a:pt x="3433307" y="854596"/>
                </a:lnTo>
                <a:lnTo>
                  <a:pt x="3430109" y="855587"/>
                </a:lnTo>
                <a:lnTo>
                  <a:pt x="3424947" y="852866"/>
                </a:lnTo>
                <a:lnTo>
                  <a:pt x="3423956" y="849668"/>
                </a:lnTo>
                <a:lnTo>
                  <a:pt x="3426677" y="844506"/>
                </a:lnTo>
                <a:lnTo>
                  <a:pt x="3429874" y="843515"/>
                </a:lnTo>
                <a:lnTo>
                  <a:pt x="3435037" y="846236"/>
                </a:lnTo>
                <a:lnTo>
                  <a:pt x="3436027" y="849433"/>
                </a:lnTo>
                <a:close/>
              </a:path>
              <a:path w="5993130" h="6322060">
                <a:moveTo>
                  <a:pt x="3655445" y="537396"/>
                </a:moveTo>
                <a:lnTo>
                  <a:pt x="3641912" y="553986"/>
                </a:lnTo>
                <a:lnTo>
                  <a:pt x="3623699" y="563761"/>
                </a:lnTo>
                <a:lnTo>
                  <a:pt x="3603150" y="565993"/>
                </a:lnTo>
                <a:lnTo>
                  <a:pt x="3582609" y="559957"/>
                </a:lnTo>
                <a:lnTo>
                  <a:pt x="3566019" y="546425"/>
                </a:lnTo>
                <a:lnTo>
                  <a:pt x="3556244" y="528212"/>
                </a:lnTo>
                <a:lnTo>
                  <a:pt x="3554012" y="507663"/>
                </a:lnTo>
                <a:lnTo>
                  <a:pt x="3560048" y="487121"/>
                </a:lnTo>
                <a:lnTo>
                  <a:pt x="3573580" y="470531"/>
                </a:lnTo>
                <a:lnTo>
                  <a:pt x="3591793" y="460757"/>
                </a:lnTo>
                <a:lnTo>
                  <a:pt x="3612342" y="458525"/>
                </a:lnTo>
                <a:lnTo>
                  <a:pt x="3632884" y="464560"/>
                </a:lnTo>
                <a:lnTo>
                  <a:pt x="3649474" y="478092"/>
                </a:lnTo>
                <a:lnTo>
                  <a:pt x="3659249" y="496304"/>
                </a:lnTo>
                <a:lnTo>
                  <a:pt x="3661482" y="516853"/>
                </a:lnTo>
                <a:lnTo>
                  <a:pt x="3655445" y="537396"/>
                </a:lnTo>
                <a:close/>
              </a:path>
              <a:path w="5993130" h="6322060">
                <a:moveTo>
                  <a:pt x="3836005" y="201583"/>
                </a:moveTo>
                <a:lnTo>
                  <a:pt x="3821681" y="219142"/>
                </a:lnTo>
                <a:lnTo>
                  <a:pt x="3802396" y="229492"/>
                </a:lnTo>
                <a:lnTo>
                  <a:pt x="3780636" y="231860"/>
                </a:lnTo>
                <a:lnTo>
                  <a:pt x="3758884" y="225471"/>
                </a:lnTo>
                <a:lnTo>
                  <a:pt x="3741319" y="211140"/>
                </a:lnTo>
                <a:lnTo>
                  <a:pt x="3730972" y="191851"/>
                </a:lnTo>
                <a:lnTo>
                  <a:pt x="3728609" y="170093"/>
                </a:lnTo>
                <a:lnTo>
                  <a:pt x="3734996" y="148350"/>
                </a:lnTo>
                <a:lnTo>
                  <a:pt x="3749320" y="130792"/>
                </a:lnTo>
                <a:lnTo>
                  <a:pt x="3768604" y="120444"/>
                </a:lnTo>
                <a:lnTo>
                  <a:pt x="3790363" y="118077"/>
                </a:lnTo>
                <a:lnTo>
                  <a:pt x="3812114" y="124467"/>
                </a:lnTo>
                <a:lnTo>
                  <a:pt x="3829680" y="138798"/>
                </a:lnTo>
                <a:lnTo>
                  <a:pt x="3840028" y="158084"/>
                </a:lnTo>
                <a:lnTo>
                  <a:pt x="3842392" y="179841"/>
                </a:lnTo>
                <a:lnTo>
                  <a:pt x="3836005" y="201583"/>
                </a:lnTo>
                <a:close/>
              </a:path>
              <a:path w="5993130" h="6322060">
                <a:moveTo>
                  <a:pt x="3772116" y="1027212"/>
                </a:moveTo>
                <a:lnTo>
                  <a:pt x="3769938" y="1031344"/>
                </a:lnTo>
                <a:lnTo>
                  <a:pt x="3767377" y="1032137"/>
                </a:lnTo>
                <a:lnTo>
                  <a:pt x="3763246" y="1029959"/>
                </a:lnTo>
                <a:lnTo>
                  <a:pt x="3762452" y="1027399"/>
                </a:lnTo>
                <a:lnTo>
                  <a:pt x="3764630" y="1023267"/>
                </a:lnTo>
                <a:lnTo>
                  <a:pt x="3767191" y="1022474"/>
                </a:lnTo>
                <a:lnTo>
                  <a:pt x="3771322" y="1024651"/>
                </a:lnTo>
                <a:lnTo>
                  <a:pt x="3772116" y="1027212"/>
                </a:lnTo>
                <a:close/>
              </a:path>
              <a:path w="5993130" h="6322060">
                <a:moveTo>
                  <a:pt x="4000223" y="719095"/>
                </a:moveTo>
                <a:lnTo>
                  <a:pt x="3984566" y="738291"/>
                </a:lnTo>
                <a:lnTo>
                  <a:pt x="3963495" y="749599"/>
                </a:lnTo>
                <a:lnTo>
                  <a:pt x="3939722" y="752181"/>
                </a:lnTo>
                <a:lnTo>
                  <a:pt x="3915956" y="745198"/>
                </a:lnTo>
                <a:lnTo>
                  <a:pt x="3896761" y="729541"/>
                </a:lnTo>
                <a:lnTo>
                  <a:pt x="3885452" y="708470"/>
                </a:lnTo>
                <a:lnTo>
                  <a:pt x="3882870" y="684696"/>
                </a:lnTo>
                <a:lnTo>
                  <a:pt x="3889854" y="660930"/>
                </a:lnTo>
                <a:lnTo>
                  <a:pt x="3905510" y="641735"/>
                </a:lnTo>
                <a:lnTo>
                  <a:pt x="3926581" y="630427"/>
                </a:lnTo>
                <a:lnTo>
                  <a:pt x="3950355" y="627845"/>
                </a:lnTo>
                <a:lnTo>
                  <a:pt x="3974121" y="634828"/>
                </a:lnTo>
                <a:lnTo>
                  <a:pt x="3993316" y="650485"/>
                </a:lnTo>
                <a:lnTo>
                  <a:pt x="4004624" y="671556"/>
                </a:lnTo>
                <a:lnTo>
                  <a:pt x="4007207" y="695330"/>
                </a:lnTo>
                <a:lnTo>
                  <a:pt x="4000223" y="719095"/>
                </a:lnTo>
                <a:close/>
              </a:path>
              <a:path w="5993130" h="6322060">
                <a:moveTo>
                  <a:pt x="4181720" y="383776"/>
                </a:moveTo>
                <a:lnTo>
                  <a:pt x="4165000" y="404278"/>
                </a:lnTo>
                <a:lnTo>
                  <a:pt x="4142502" y="416352"/>
                </a:lnTo>
                <a:lnTo>
                  <a:pt x="4117120" y="419106"/>
                </a:lnTo>
                <a:lnTo>
                  <a:pt x="4091745" y="411646"/>
                </a:lnTo>
                <a:lnTo>
                  <a:pt x="4071248" y="394931"/>
                </a:lnTo>
                <a:lnTo>
                  <a:pt x="4059171" y="372436"/>
                </a:lnTo>
                <a:lnTo>
                  <a:pt x="4056414" y="347053"/>
                </a:lnTo>
                <a:lnTo>
                  <a:pt x="4063874" y="321671"/>
                </a:lnTo>
                <a:lnTo>
                  <a:pt x="4080596" y="301167"/>
                </a:lnTo>
                <a:lnTo>
                  <a:pt x="4103095" y="289090"/>
                </a:lnTo>
                <a:lnTo>
                  <a:pt x="4128479" y="286333"/>
                </a:lnTo>
                <a:lnTo>
                  <a:pt x="4153855" y="293791"/>
                </a:lnTo>
                <a:lnTo>
                  <a:pt x="4174351" y="310508"/>
                </a:lnTo>
                <a:lnTo>
                  <a:pt x="4186426" y="333006"/>
                </a:lnTo>
                <a:lnTo>
                  <a:pt x="4189181" y="358392"/>
                </a:lnTo>
                <a:lnTo>
                  <a:pt x="4181720" y="383776"/>
                </a:lnTo>
                <a:close/>
              </a:path>
              <a:path w="5993130" h="6322060">
                <a:moveTo>
                  <a:pt x="4358538" y="45990"/>
                </a:moveTo>
                <a:lnTo>
                  <a:pt x="4342081" y="66168"/>
                </a:lnTo>
                <a:lnTo>
                  <a:pt x="4319939" y="78053"/>
                </a:lnTo>
                <a:lnTo>
                  <a:pt x="4294957" y="80765"/>
                </a:lnTo>
                <a:lnTo>
                  <a:pt x="4269983" y="73424"/>
                </a:lnTo>
                <a:lnTo>
                  <a:pt x="4249811" y="56972"/>
                </a:lnTo>
                <a:lnTo>
                  <a:pt x="4237926" y="34832"/>
                </a:lnTo>
                <a:lnTo>
                  <a:pt x="4235214" y="9849"/>
                </a:lnTo>
                <a:lnTo>
                  <a:pt x="4238108" y="0"/>
                </a:lnTo>
                <a:lnTo>
                  <a:pt x="4363599" y="0"/>
                </a:lnTo>
                <a:lnTo>
                  <a:pt x="4365880" y="21009"/>
                </a:lnTo>
                <a:lnTo>
                  <a:pt x="4358538" y="45990"/>
                </a:lnTo>
                <a:close/>
              </a:path>
              <a:path w="5993130" h="6322060">
                <a:moveTo>
                  <a:pt x="4114235" y="1204870"/>
                </a:moveTo>
                <a:lnTo>
                  <a:pt x="4109880" y="1213134"/>
                </a:lnTo>
                <a:lnTo>
                  <a:pt x="4104765" y="1214718"/>
                </a:lnTo>
                <a:lnTo>
                  <a:pt x="4096501" y="1210363"/>
                </a:lnTo>
                <a:lnTo>
                  <a:pt x="4094917" y="1205249"/>
                </a:lnTo>
                <a:lnTo>
                  <a:pt x="4099272" y="1196985"/>
                </a:lnTo>
                <a:lnTo>
                  <a:pt x="4104387" y="1195401"/>
                </a:lnTo>
                <a:lnTo>
                  <a:pt x="4112651" y="1199756"/>
                </a:lnTo>
                <a:lnTo>
                  <a:pt x="4114235" y="1204870"/>
                </a:lnTo>
                <a:close/>
              </a:path>
              <a:path w="5993130" h="6322060">
                <a:moveTo>
                  <a:pt x="4346866" y="901778"/>
                </a:moveTo>
                <a:lnTo>
                  <a:pt x="4328556" y="924224"/>
                </a:lnTo>
                <a:lnTo>
                  <a:pt x="4303915" y="937449"/>
                </a:lnTo>
                <a:lnTo>
                  <a:pt x="4276112" y="940469"/>
                </a:lnTo>
                <a:lnTo>
                  <a:pt x="4248320" y="932303"/>
                </a:lnTo>
                <a:lnTo>
                  <a:pt x="4225873" y="913993"/>
                </a:lnTo>
                <a:lnTo>
                  <a:pt x="4212649" y="889351"/>
                </a:lnTo>
                <a:lnTo>
                  <a:pt x="4209629" y="861549"/>
                </a:lnTo>
                <a:lnTo>
                  <a:pt x="4217795" y="833757"/>
                </a:lnTo>
                <a:lnTo>
                  <a:pt x="4236105" y="811310"/>
                </a:lnTo>
                <a:lnTo>
                  <a:pt x="4260746" y="798086"/>
                </a:lnTo>
                <a:lnTo>
                  <a:pt x="4288548" y="795066"/>
                </a:lnTo>
                <a:lnTo>
                  <a:pt x="4316341" y="803232"/>
                </a:lnTo>
                <a:lnTo>
                  <a:pt x="4338787" y="821542"/>
                </a:lnTo>
                <a:lnTo>
                  <a:pt x="4352012" y="846183"/>
                </a:lnTo>
                <a:lnTo>
                  <a:pt x="4355032" y="873985"/>
                </a:lnTo>
                <a:lnTo>
                  <a:pt x="4346866" y="901778"/>
                </a:lnTo>
                <a:close/>
              </a:path>
              <a:path w="5993130" h="6322060">
                <a:moveTo>
                  <a:pt x="4527426" y="565964"/>
                </a:moveTo>
                <a:lnTo>
                  <a:pt x="4508319" y="589390"/>
                </a:lnTo>
                <a:lnTo>
                  <a:pt x="4482607" y="603189"/>
                </a:lnTo>
                <a:lnTo>
                  <a:pt x="4453596" y="606339"/>
                </a:lnTo>
                <a:lnTo>
                  <a:pt x="4424596" y="597817"/>
                </a:lnTo>
                <a:lnTo>
                  <a:pt x="4401172" y="578711"/>
                </a:lnTo>
                <a:lnTo>
                  <a:pt x="4387372" y="553000"/>
                </a:lnTo>
                <a:lnTo>
                  <a:pt x="4384221" y="523989"/>
                </a:lnTo>
                <a:lnTo>
                  <a:pt x="4392744" y="494986"/>
                </a:lnTo>
                <a:lnTo>
                  <a:pt x="4411852" y="471557"/>
                </a:lnTo>
                <a:lnTo>
                  <a:pt x="4437569" y="457750"/>
                </a:lnTo>
                <a:lnTo>
                  <a:pt x="4466584" y="454592"/>
                </a:lnTo>
                <a:lnTo>
                  <a:pt x="4495586" y="463110"/>
                </a:lnTo>
                <a:lnTo>
                  <a:pt x="4519008" y="482219"/>
                </a:lnTo>
                <a:lnTo>
                  <a:pt x="4532804" y="507939"/>
                </a:lnTo>
                <a:lnTo>
                  <a:pt x="4535951" y="536958"/>
                </a:lnTo>
                <a:lnTo>
                  <a:pt x="4527426" y="565964"/>
                </a:lnTo>
                <a:close/>
              </a:path>
              <a:path w="5993130" h="6322060">
                <a:moveTo>
                  <a:pt x="4703311" y="227687"/>
                </a:moveTo>
                <a:lnTo>
                  <a:pt x="4684733" y="250466"/>
                </a:lnTo>
                <a:lnTo>
                  <a:pt x="4659731" y="263889"/>
                </a:lnTo>
                <a:lnTo>
                  <a:pt x="4631523" y="266958"/>
                </a:lnTo>
                <a:lnTo>
                  <a:pt x="4603325" y="258674"/>
                </a:lnTo>
                <a:lnTo>
                  <a:pt x="4580553" y="240096"/>
                </a:lnTo>
                <a:lnTo>
                  <a:pt x="4567139" y="215092"/>
                </a:lnTo>
                <a:lnTo>
                  <a:pt x="4564079" y="186881"/>
                </a:lnTo>
                <a:lnTo>
                  <a:pt x="4572367" y="158679"/>
                </a:lnTo>
                <a:lnTo>
                  <a:pt x="4590945" y="135900"/>
                </a:lnTo>
                <a:lnTo>
                  <a:pt x="4615947" y="122478"/>
                </a:lnTo>
                <a:lnTo>
                  <a:pt x="4644155" y="119409"/>
                </a:lnTo>
                <a:lnTo>
                  <a:pt x="4672353" y="127692"/>
                </a:lnTo>
                <a:lnTo>
                  <a:pt x="4695126" y="146270"/>
                </a:lnTo>
                <a:lnTo>
                  <a:pt x="4708540" y="171274"/>
                </a:lnTo>
                <a:lnTo>
                  <a:pt x="4711600" y="199486"/>
                </a:lnTo>
                <a:lnTo>
                  <a:pt x="4703311" y="227687"/>
                </a:lnTo>
                <a:close/>
              </a:path>
              <a:path w="5993130" h="6322060">
                <a:moveTo>
                  <a:pt x="4463380" y="1394150"/>
                </a:moveTo>
                <a:lnTo>
                  <a:pt x="4457277" y="1401633"/>
                </a:lnTo>
                <a:lnTo>
                  <a:pt x="4449063" y="1406041"/>
                </a:lnTo>
                <a:lnTo>
                  <a:pt x="4439795" y="1407048"/>
                </a:lnTo>
                <a:lnTo>
                  <a:pt x="4430531" y="1404326"/>
                </a:lnTo>
                <a:lnTo>
                  <a:pt x="4423049" y="1398222"/>
                </a:lnTo>
                <a:lnTo>
                  <a:pt x="4418641" y="1390009"/>
                </a:lnTo>
                <a:lnTo>
                  <a:pt x="4417634" y="1380741"/>
                </a:lnTo>
                <a:lnTo>
                  <a:pt x="4420357" y="1371477"/>
                </a:lnTo>
                <a:lnTo>
                  <a:pt x="4426460" y="1363995"/>
                </a:lnTo>
                <a:lnTo>
                  <a:pt x="4434673" y="1359587"/>
                </a:lnTo>
                <a:lnTo>
                  <a:pt x="4443941" y="1358580"/>
                </a:lnTo>
                <a:lnTo>
                  <a:pt x="4453205" y="1361302"/>
                </a:lnTo>
                <a:lnTo>
                  <a:pt x="4460687" y="1367405"/>
                </a:lnTo>
                <a:lnTo>
                  <a:pt x="4465095" y="1375619"/>
                </a:lnTo>
                <a:lnTo>
                  <a:pt x="4466102" y="1384887"/>
                </a:lnTo>
                <a:lnTo>
                  <a:pt x="4463380" y="1394150"/>
                </a:lnTo>
                <a:close/>
              </a:path>
              <a:path w="5993130" h="6322060">
                <a:moveTo>
                  <a:pt x="4693513" y="1084462"/>
                </a:moveTo>
                <a:lnTo>
                  <a:pt x="4672549" y="1110163"/>
                </a:lnTo>
                <a:lnTo>
                  <a:pt x="4644336" y="1125305"/>
                </a:lnTo>
                <a:lnTo>
                  <a:pt x="4612503" y="1128763"/>
                </a:lnTo>
                <a:lnTo>
                  <a:pt x="4580682" y="1119412"/>
                </a:lnTo>
                <a:lnTo>
                  <a:pt x="4554981" y="1098448"/>
                </a:lnTo>
                <a:lnTo>
                  <a:pt x="4539840" y="1070235"/>
                </a:lnTo>
                <a:lnTo>
                  <a:pt x="4536382" y="1038402"/>
                </a:lnTo>
                <a:lnTo>
                  <a:pt x="4545732" y="1006581"/>
                </a:lnTo>
                <a:lnTo>
                  <a:pt x="4566696" y="980880"/>
                </a:lnTo>
                <a:lnTo>
                  <a:pt x="4594909" y="965739"/>
                </a:lnTo>
                <a:lnTo>
                  <a:pt x="4626742" y="962281"/>
                </a:lnTo>
                <a:lnTo>
                  <a:pt x="4658563" y="971632"/>
                </a:lnTo>
                <a:lnTo>
                  <a:pt x="4684264" y="992595"/>
                </a:lnTo>
                <a:lnTo>
                  <a:pt x="4699406" y="1020809"/>
                </a:lnTo>
                <a:lnTo>
                  <a:pt x="4702863" y="1052641"/>
                </a:lnTo>
                <a:lnTo>
                  <a:pt x="4693513" y="1084462"/>
                </a:lnTo>
                <a:close/>
              </a:path>
              <a:path w="5993130" h="6322060">
                <a:moveTo>
                  <a:pt x="4874073" y="748649"/>
                </a:moveTo>
                <a:lnTo>
                  <a:pt x="4852313" y="775326"/>
                </a:lnTo>
                <a:lnTo>
                  <a:pt x="4823029" y="791043"/>
                </a:lnTo>
                <a:lnTo>
                  <a:pt x="4789988" y="794632"/>
                </a:lnTo>
                <a:lnTo>
                  <a:pt x="4756958" y="784926"/>
                </a:lnTo>
                <a:lnTo>
                  <a:pt x="4730280" y="763166"/>
                </a:lnTo>
                <a:lnTo>
                  <a:pt x="4714563" y="733881"/>
                </a:lnTo>
                <a:lnTo>
                  <a:pt x="4710975" y="700840"/>
                </a:lnTo>
                <a:lnTo>
                  <a:pt x="4720680" y="667810"/>
                </a:lnTo>
                <a:lnTo>
                  <a:pt x="4742438" y="641138"/>
                </a:lnTo>
                <a:lnTo>
                  <a:pt x="4771721" y="625424"/>
                </a:lnTo>
                <a:lnTo>
                  <a:pt x="4804761" y="621837"/>
                </a:lnTo>
                <a:lnTo>
                  <a:pt x="4837791" y="631542"/>
                </a:lnTo>
                <a:lnTo>
                  <a:pt x="4864469" y="653303"/>
                </a:lnTo>
                <a:lnTo>
                  <a:pt x="4880186" y="682586"/>
                </a:lnTo>
                <a:lnTo>
                  <a:pt x="4883776" y="715624"/>
                </a:lnTo>
                <a:lnTo>
                  <a:pt x="4874073" y="748649"/>
                </a:lnTo>
                <a:close/>
              </a:path>
              <a:path w="5993130" h="6322060">
                <a:moveTo>
                  <a:pt x="5049022" y="409878"/>
                </a:moveTo>
                <a:lnTo>
                  <a:pt x="5028060" y="435575"/>
                </a:lnTo>
                <a:lnTo>
                  <a:pt x="4999849" y="450712"/>
                </a:lnTo>
                <a:lnTo>
                  <a:pt x="4968019" y="454166"/>
                </a:lnTo>
                <a:lnTo>
                  <a:pt x="4936198" y="444814"/>
                </a:lnTo>
                <a:lnTo>
                  <a:pt x="4910496" y="423851"/>
                </a:lnTo>
                <a:lnTo>
                  <a:pt x="4895353" y="395642"/>
                </a:lnTo>
                <a:lnTo>
                  <a:pt x="4891893" y="363814"/>
                </a:lnTo>
                <a:lnTo>
                  <a:pt x="4901241" y="331997"/>
                </a:lnTo>
                <a:lnTo>
                  <a:pt x="4922203" y="306300"/>
                </a:lnTo>
                <a:lnTo>
                  <a:pt x="4950413" y="291163"/>
                </a:lnTo>
                <a:lnTo>
                  <a:pt x="4982244" y="287709"/>
                </a:lnTo>
                <a:lnTo>
                  <a:pt x="5014064" y="297061"/>
                </a:lnTo>
                <a:lnTo>
                  <a:pt x="5039766" y="318024"/>
                </a:lnTo>
                <a:lnTo>
                  <a:pt x="5054910" y="346233"/>
                </a:lnTo>
                <a:lnTo>
                  <a:pt x="5058370" y="378061"/>
                </a:lnTo>
                <a:lnTo>
                  <a:pt x="5049022" y="409878"/>
                </a:lnTo>
                <a:close/>
              </a:path>
              <a:path w="5993130" h="6322060">
                <a:moveTo>
                  <a:pt x="5221164" y="69628"/>
                </a:moveTo>
                <a:lnTo>
                  <a:pt x="5201790" y="93382"/>
                </a:lnTo>
                <a:lnTo>
                  <a:pt x="5175716" y="107382"/>
                </a:lnTo>
                <a:lnTo>
                  <a:pt x="5146298" y="110585"/>
                </a:lnTo>
                <a:lnTo>
                  <a:pt x="5116890" y="101947"/>
                </a:lnTo>
                <a:lnTo>
                  <a:pt x="5093142" y="82572"/>
                </a:lnTo>
                <a:lnTo>
                  <a:pt x="5079154" y="56494"/>
                </a:lnTo>
                <a:lnTo>
                  <a:pt x="5075964" y="27072"/>
                </a:lnTo>
                <a:lnTo>
                  <a:pt x="5083920" y="0"/>
                </a:lnTo>
                <a:lnTo>
                  <a:pt x="5220793" y="0"/>
                </a:lnTo>
                <a:lnTo>
                  <a:pt x="5226604" y="10821"/>
                </a:lnTo>
                <a:lnTo>
                  <a:pt x="5229803" y="40227"/>
                </a:lnTo>
                <a:lnTo>
                  <a:pt x="5221164" y="69628"/>
                </a:lnTo>
                <a:close/>
              </a:path>
              <a:path w="5993130" h="6322060">
                <a:moveTo>
                  <a:pt x="4826859" y="1585706"/>
                </a:moveTo>
                <a:lnTo>
                  <a:pt x="4813326" y="1602296"/>
                </a:lnTo>
                <a:lnTo>
                  <a:pt x="4795113" y="1612070"/>
                </a:lnTo>
                <a:lnTo>
                  <a:pt x="4774564" y="1614302"/>
                </a:lnTo>
                <a:lnTo>
                  <a:pt x="4754023" y="1608267"/>
                </a:lnTo>
                <a:lnTo>
                  <a:pt x="4737433" y="1594734"/>
                </a:lnTo>
                <a:lnTo>
                  <a:pt x="4727658" y="1576521"/>
                </a:lnTo>
                <a:lnTo>
                  <a:pt x="4725426" y="1555972"/>
                </a:lnTo>
                <a:lnTo>
                  <a:pt x="4731462" y="1535431"/>
                </a:lnTo>
                <a:lnTo>
                  <a:pt x="4744994" y="1518841"/>
                </a:lnTo>
                <a:lnTo>
                  <a:pt x="4763207" y="1509066"/>
                </a:lnTo>
                <a:lnTo>
                  <a:pt x="4783756" y="1506834"/>
                </a:lnTo>
                <a:lnTo>
                  <a:pt x="4804298" y="1512870"/>
                </a:lnTo>
                <a:lnTo>
                  <a:pt x="4820888" y="1526402"/>
                </a:lnTo>
                <a:lnTo>
                  <a:pt x="4830663" y="1544614"/>
                </a:lnTo>
                <a:lnTo>
                  <a:pt x="4832896" y="1565162"/>
                </a:lnTo>
                <a:lnTo>
                  <a:pt x="4826859" y="1585706"/>
                </a:lnTo>
                <a:close/>
              </a:path>
              <a:path w="5993130" h="6322060">
                <a:moveTo>
                  <a:pt x="5038286" y="1266159"/>
                </a:moveTo>
                <a:lnTo>
                  <a:pt x="5015200" y="1294462"/>
                </a:lnTo>
                <a:lnTo>
                  <a:pt x="4984130" y="1311137"/>
                </a:lnTo>
                <a:lnTo>
                  <a:pt x="4949075" y="1314945"/>
                </a:lnTo>
                <a:lnTo>
                  <a:pt x="4914031" y="1304648"/>
                </a:lnTo>
                <a:lnTo>
                  <a:pt x="4885728" y="1281561"/>
                </a:lnTo>
                <a:lnTo>
                  <a:pt x="4869054" y="1250491"/>
                </a:lnTo>
                <a:lnTo>
                  <a:pt x="4865246" y="1215436"/>
                </a:lnTo>
                <a:lnTo>
                  <a:pt x="4875543" y="1180393"/>
                </a:lnTo>
                <a:lnTo>
                  <a:pt x="4898630" y="1152090"/>
                </a:lnTo>
                <a:lnTo>
                  <a:pt x="4929699" y="1135415"/>
                </a:lnTo>
                <a:lnTo>
                  <a:pt x="4964755" y="1131607"/>
                </a:lnTo>
                <a:lnTo>
                  <a:pt x="4999798" y="1141904"/>
                </a:lnTo>
                <a:lnTo>
                  <a:pt x="5028101" y="1164991"/>
                </a:lnTo>
                <a:lnTo>
                  <a:pt x="5044776" y="1196061"/>
                </a:lnTo>
                <a:lnTo>
                  <a:pt x="5048584" y="1231116"/>
                </a:lnTo>
                <a:lnTo>
                  <a:pt x="5038286" y="1266159"/>
                </a:lnTo>
                <a:close/>
              </a:path>
              <a:path w="5993130" h="6322060">
                <a:moveTo>
                  <a:pt x="5221653" y="931825"/>
                </a:moveTo>
                <a:lnTo>
                  <a:pt x="5196974" y="962081"/>
                </a:lnTo>
                <a:lnTo>
                  <a:pt x="5163762" y="979906"/>
                </a:lnTo>
                <a:lnTo>
                  <a:pt x="5126289" y="983976"/>
                </a:lnTo>
                <a:lnTo>
                  <a:pt x="5088828" y="972968"/>
                </a:lnTo>
                <a:lnTo>
                  <a:pt x="5058572" y="948289"/>
                </a:lnTo>
                <a:lnTo>
                  <a:pt x="5040747" y="915077"/>
                </a:lnTo>
                <a:lnTo>
                  <a:pt x="5036677" y="877604"/>
                </a:lnTo>
                <a:lnTo>
                  <a:pt x="5047685" y="840143"/>
                </a:lnTo>
                <a:lnTo>
                  <a:pt x="5072370" y="809876"/>
                </a:lnTo>
                <a:lnTo>
                  <a:pt x="5105583" y="792049"/>
                </a:lnTo>
                <a:lnTo>
                  <a:pt x="5143055" y="787981"/>
                </a:lnTo>
                <a:lnTo>
                  <a:pt x="5180515" y="798991"/>
                </a:lnTo>
                <a:lnTo>
                  <a:pt x="5210772" y="823668"/>
                </a:lnTo>
                <a:lnTo>
                  <a:pt x="5228598" y="856878"/>
                </a:lnTo>
                <a:lnTo>
                  <a:pt x="5232667" y="894353"/>
                </a:lnTo>
                <a:lnTo>
                  <a:pt x="5221653" y="931825"/>
                </a:lnTo>
                <a:close/>
              </a:path>
              <a:path w="5993130" h="6322060">
                <a:moveTo>
                  <a:pt x="5393795" y="591575"/>
                </a:moveTo>
                <a:lnTo>
                  <a:pt x="5370712" y="619872"/>
                </a:lnTo>
                <a:lnTo>
                  <a:pt x="5339642" y="636548"/>
                </a:lnTo>
                <a:lnTo>
                  <a:pt x="5304584" y="640359"/>
                </a:lnTo>
                <a:lnTo>
                  <a:pt x="5269540" y="630064"/>
                </a:lnTo>
                <a:lnTo>
                  <a:pt x="5241238" y="606975"/>
                </a:lnTo>
                <a:lnTo>
                  <a:pt x="5224565" y="575902"/>
                </a:lnTo>
                <a:lnTo>
                  <a:pt x="5220758" y="540846"/>
                </a:lnTo>
                <a:lnTo>
                  <a:pt x="5231052" y="505809"/>
                </a:lnTo>
                <a:lnTo>
                  <a:pt x="5254135" y="477511"/>
                </a:lnTo>
                <a:lnTo>
                  <a:pt x="5285205" y="460836"/>
                </a:lnTo>
                <a:lnTo>
                  <a:pt x="5320262" y="457025"/>
                </a:lnTo>
                <a:lnTo>
                  <a:pt x="5355307" y="467320"/>
                </a:lnTo>
                <a:lnTo>
                  <a:pt x="5383609" y="490409"/>
                </a:lnTo>
                <a:lnTo>
                  <a:pt x="5400282" y="521482"/>
                </a:lnTo>
                <a:lnTo>
                  <a:pt x="5404089" y="556538"/>
                </a:lnTo>
                <a:lnTo>
                  <a:pt x="5393795" y="591575"/>
                </a:lnTo>
                <a:close/>
              </a:path>
              <a:path w="5993130" h="6322060">
                <a:moveTo>
                  <a:pt x="5563131" y="249847"/>
                </a:moveTo>
                <a:lnTo>
                  <a:pt x="5542435" y="275218"/>
                </a:lnTo>
                <a:lnTo>
                  <a:pt x="5514582" y="290164"/>
                </a:lnTo>
                <a:lnTo>
                  <a:pt x="5483156" y="293574"/>
                </a:lnTo>
                <a:lnTo>
                  <a:pt x="5451738" y="284339"/>
                </a:lnTo>
                <a:lnTo>
                  <a:pt x="5426361" y="263643"/>
                </a:lnTo>
                <a:lnTo>
                  <a:pt x="5411410" y="235791"/>
                </a:lnTo>
                <a:lnTo>
                  <a:pt x="5407994" y="204367"/>
                </a:lnTo>
                <a:lnTo>
                  <a:pt x="5417224" y="172953"/>
                </a:lnTo>
                <a:lnTo>
                  <a:pt x="5437920" y="147581"/>
                </a:lnTo>
                <a:lnTo>
                  <a:pt x="5465773" y="132636"/>
                </a:lnTo>
                <a:lnTo>
                  <a:pt x="5497199" y="129226"/>
                </a:lnTo>
                <a:lnTo>
                  <a:pt x="5528617" y="138461"/>
                </a:lnTo>
                <a:lnTo>
                  <a:pt x="5553994" y="159157"/>
                </a:lnTo>
                <a:lnTo>
                  <a:pt x="5568946" y="187009"/>
                </a:lnTo>
                <a:lnTo>
                  <a:pt x="5572362" y="218432"/>
                </a:lnTo>
                <a:lnTo>
                  <a:pt x="5563131" y="249847"/>
                </a:lnTo>
                <a:close/>
              </a:path>
              <a:path w="5993130" h="6322060">
                <a:moveTo>
                  <a:pt x="4955603" y="2075282"/>
                </a:moveTo>
                <a:lnTo>
                  <a:pt x="4947980" y="2089748"/>
                </a:lnTo>
                <a:lnTo>
                  <a:pt x="4939031" y="2092520"/>
                </a:lnTo>
                <a:lnTo>
                  <a:pt x="4924565" y="2084896"/>
                </a:lnTo>
                <a:lnTo>
                  <a:pt x="4921793" y="2075947"/>
                </a:lnTo>
                <a:lnTo>
                  <a:pt x="4929416" y="2061481"/>
                </a:lnTo>
                <a:lnTo>
                  <a:pt x="4938365" y="2058709"/>
                </a:lnTo>
                <a:lnTo>
                  <a:pt x="4952831" y="2066333"/>
                </a:lnTo>
                <a:lnTo>
                  <a:pt x="4955603" y="2075282"/>
                </a:lnTo>
                <a:close/>
              </a:path>
              <a:path w="5993130" h="6322060">
                <a:moveTo>
                  <a:pt x="5187537" y="1775784"/>
                </a:moveTo>
                <a:lnTo>
                  <a:pt x="5167368" y="1800511"/>
                </a:lnTo>
                <a:lnTo>
                  <a:pt x="5140228" y="1815078"/>
                </a:lnTo>
                <a:lnTo>
                  <a:pt x="5109605" y="1818404"/>
                </a:lnTo>
                <a:lnTo>
                  <a:pt x="5078991" y="1809407"/>
                </a:lnTo>
                <a:lnTo>
                  <a:pt x="5054264" y="1789239"/>
                </a:lnTo>
                <a:lnTo>
                  <a:pt x="5039697" y="1762098"/>
                </a:lnTo>
                <a:lnTo>
                  <a:pt x="5036371" y="1731475"/>
                </a:lnTo>
                <a:lnTo>
                  <a:pt x="5045368" y="1700861"/>
                </a:lnTo>
                <a:lnTo>
                  <a:pt x="5065536" y="1676134"/>
                </a:lnTo>
                <a:lnTo>
                  <a:pt x="5092677" y="1661567"/>
                </a:lnTo>
                <a:lnTo>
                  <a:pt x="5123300" y="1658242"/>
                </a:lnTo>
                <a:lnTo>
                  <a:pt x="5153914" y="1667238"/>
                </a:lnTo>
                <a:lnTo>
                  <a:pt x="5178640" y="1687407"/>
                </a:lnTo>
                <a:lnTo>
                  <a:pt x="5193207" y="1714549"/>
                </a:lnTo>
                <a:lnTo>
                  <a:pt x="5196532" y="1745172"/>
                </a:lnTo>
                <a:lnTo>
                  <a:pt x="5187537" y="1775784"/>
                </a:lnTo>
                <a:close/>
              </a:path>
              <a:path w="5993130" h="6322060">
                <a:moveTo>
                  <a:pt x="5377448" y="1444899"/>
                </a:moveTo>
                <a:lnTo>
                  <a:pt x="5353831" y="1473851"/>
                </a:lnTo>
                <a:lnTo>
                  <a:pt x="5322047" y="1490909"/>
                </a:lnTo>
                <a:lnTo>
                  <a:pt x="5286186" y="1494805"/>
                </a:lnTo>
                <a:lnTo>
                  <a:pt x="5250338" y="1484271"/>
                </a:lnTo>
                <a:lnTo>
                  <a:pt x="5221386" y="1460655"/>
                </a:lnTo>
                <a:lnTo>
                  <a:pt x="5204328" y="1428871"/>
                </a:lnTo>
                <a:lnTo>
                  <a:pt x="5200433" y="1393010"/>
                </a:lnTo>
                <a:lnTo>
                  <a:pt x="5210966" y="1357162"/>
                </a:lnTo>
                <a:lnTo>
                  <a:pt x="5234583" y="1328210"/>
                </a:lnTo>
                <a:lnTo>
                  <a:pt x="5266367" y="1311152"/>
                </a:lnTo>
                <a:lnTo>
                  <a:pt x="5302227" y="1307256"/>
                </a:lnTo>
                <a:lnTo>
                  <a:pt x="5338075" y="1317790"/>
                </a:lnTo>
                <a:lnTo>
                  <a:pt x="5367028" y="1341406"/>
                </a:lnTo>
                <a:lnTo>
                  <a:pt x="5384086" y="1373188"/>
                </a:lnTo>
                <a:lnTo>
                  <a:pt x="5387982" y="1409049"/>
                </a:lnTo>
                <a:lnTo>
                  <a:pt x="5377448" y="1444899"/>
                </a:lnTo>
                <a:close/>
              </a:path>
              <a:path w="5993130" h="6322060">
                <a:moveTo>
                  <a:pt x="5561751" y="1111058"/>
                </a:moveTo>
                <a:lnTo>
                  <a:pt x="5536276" y="1142291"/>
                </a:lnTo>
                <a:lnTo>
                  <a:pt x="5501992" y="1160691"/>
                </a:lnTo>
                <a:lnTo>
                  <a:pt x="5463311" y="1164892"/>
                </a:lnTo>
                <a:lnTo>
                  <a:pt x="5424641" y="1153528"/>
                </a:lnTo>
                <a:lnTo>
                  <a:pt x="5393409" y="1128053"/>
                </a:lnTo>
                <a:lnTo>
                  <a:pt x="5375009" y="1093770"/>
                </a:lnTo>
                <a:lnTo>
                  <a:pt x="5370808" y="1055088"/>
                </a:lnTo>
                <a:lnTo>
                  <a:pt x="5382171" y="1016419"/>
                </a:lnTo>
                <a:lnTo>
                  <a:pt x="5407652" y="985176"/>
                </a:lnTo>
                <a:lnTo>
                  <a:pt x="5441937" y="966772"/>
                </a:lnTo>
                <a:lnTo>
                  <a:pt x="5480619" y="962571"/>
                </a:lnTo>
                <a:lnTo>
                  <a:pt x="5519288" y="973935"/>
                </a:lnTo>
                <a:lnTo>
                  <a:pt x="5550521" y="999409"/>
                </a:lnTo>
                <a:lnTo>
                  <a:pt x="5568920" y="1033693"/>
                </a:lnTo>
                <a:lnTo>
                  <a:pt x="5573120" y="1072378"/>
                </a:lnTo>
                <a:lnTo>
                  <a:pt x="5561751" y="1111058"/>
                </a:lnTo>
                <a:close/>
              </a:path>
              <a:path w="5993130" h="6322060">
                <a:moveTo>
                  <a:pt x="5732956" y="770314"/>
                </a:moveTo>
                <a:lnTo>
                  <a:pt x="5709342" y="799262"/>
                </a:lnTo>
                <a:lnTo>
                  <a:pt x="5677557" y="816322"/>
                </a:lnTo>
                <a:lnTo>
                  <a:pt x="5641694" y="820222"/>
                </a:lnTo>
                <a:lnTo>
                  <a:pt x="5605845" y="809692"/>
                </a:lnTo>
                <a:lnTo>
                  <a:pt x="5576894" y="786072"/>
                </a:lnTo>
                <a:lnTo>
                  <a:pt x="5559839" y="754284"/>
                </a:lnTo>
                <a:lnTo>
                  <a:pt x="5555944" y="718420"/>
                </a:lnTo>
                <a:lnTo>
                  <a:pt x="5566475" y="682578"/>
                </a:lnTo>
                <a:lnTo>
                  <a:pt x="5590089" y="653631"/>
                </a:lnTo>
                <a:lnTo>
                  <a:pt x="5621874" y="636571"/>
                </a:lnTo>
                <a:lnTo>
                  <a:pt x="5657737" y="632670"/>
                </a:lnTo>
                <a:lnTo>
                  <a:pt x="5693586" y="643201"/>
                </a:lnTo>
                <a:lnTo>
                  <a:pt x="5722537" y="666820"/>
                </a:lnTo>
                <a:lnTo>
                  <a:pt x="5739592" y="698609"/>
                </a:lnTo>
                <a:lnTo>
                  <a:pt x="5743487" y="734472"/>
                </a:lnTo>
                <a:lnTo>
                  <a:pt x="5732956" y="770314"/>
                </a:lnTo>
                <a:close/>
              </a:path>
              <a:path w="5993130" h="6322060">
                <a:moveTo>
                  <a:pt x="5895748" y="425137"/>
                </a:moveTo>
                <a:lnTo>
                  <a:pt x="5876374" y="448891"/>
                </a:lnTo>
                <a:lnTo>
                  <a:pt x="5850300" y="462891"/>
                </a:lnTo>
                <a:lnTo>
                  <a:pt x="5820882" y="466094"/>
                </a:lnTo>
                <a:lnTo>
                  <a:pt x="5791474" y="457456"/>
                </a:lnTo>
                <a:lnTo>
                  <a:pt x="5767726" y="438080"/>
                </a:lnTo>
                <a:lnTo>
                  <a:pt x="5753739" y="412003"/>
                </a:lnTo>
                <a:lnTo>
                  <a:pt x="5750548" y="382580"/>
                </a:lnTo>
                <a:lnTo>
                  <a:pt x="5759192" y="353171"/>
                </a:lnTo>
                <a:lnTo>
                  <a:pt x="5778561" y="329425"/>
                </a:lnTo>
                <a:lnTo>
                  <a:pt x="5804627" y="315441"/>
                </a:lnTo>
                <a:lnTo>
                  <a:pt x="5834037" y="312255"/>
                </a:lnTo>
                <a:lnTo>
                  <a:pt x="5863440" y="320900"/>
                </a:lnTo>
                <a:lnTo>
                  <a:pt x="5887192" y="340268"/>
                </a:lnTo>
                <a:lnTo>
                  <a:pt x="5901188" y="366329"/>
                </a:lnTo>
                <a:lnTo>
                  <a:pt x="5904387" y="395735"/>
                </a:lnTo>
                <a:lnTo>
                  <a:pt x="5895748" y="425137"/>
                </a:lnTo>
                <a:close/>
              </a:path>
              <a:path w="5993130" h="6322060">
                <a:moveTo>
                  <a:pt x="5103058" y="2590563"/>
                </a:moveTo>
                <a:lnTo>
                  <a:pt x="5100881" y="2594695"/>
                </a:lnTo>
                <a:lnTo>
                  <a:pt x="5098310" y="2595483"/>
                </a:lnTo>
                <a:lnTo>
                  <a:pt x="5094188" y="2593310"/>
                </a:lnTo>
                <a:lnTo>
                  <a:pt x="5093385" y="2590745"/>
                </a:lnTo>
                <a:lnTo>
                  <a:pt x="5095563" y="2586613"/>
                </a:lnTo>
                <a:lnTo>
                  <a:pt x="5098133" y="2585825"/>
                </a:lnTo>
                <a:lnTo>
                  <a:pt x="5102255" y="2587997"/>
                </a:lnTo>
                <a:lnTo>
                  <a:pt x="5103058" y="2590563"/>
                </a:lnTo>
                <a:close/>
              </a:path>
              <a:path w="5993130" h="6322060">
                <a:moveTo>
                  <a:pt x="5326476" y="2279975"/>
                </a:moveTo>
                <a:lnTo>
                  <a:pt x="5312152" y="2297544"/>
                </a:lnTo>
                <a:lnTo>
                  <a:pt x="5292876" y="2307898"/>
                </a:lnTo>
                <a:lnTo>
                  <a:pt x="5271121" y="2310263"/>
                </a:lnTo>
                <a:lnTo>
                  <a:pt x="5249360" y="2303866"/>
                </a:lnTo>
                <a:lnTo>
                  <a:pt x="5231804" y="2289543"/>
                </a:lnTo>
                <a:lnTo>
                  <a:pt x="5221460" y="2270262"/>
                </a:lnTo>
                <a:lnTo>
                  <a:pt x="5219099" y="2248505"/>
                </a:lnTo>
                <a:lnTo>
                  <a:pt x="5225490" y="2226755"/>
                </a:lnTo>
                <a:lnTo>
                  <a:pt x="5239819" y="2209188"/>
                </a:lnTo>
                <a:lnTo>
                  <a:pt x="5259101" y="2198838"/>
                </a:lnTo>
                <a:lnTo>
                  <a:pt x="5280853" y="2196471"/>
                </a:lnTo>
                <a:lnTo>
                  <a:pt x="5302592" y="2202857"/>
                </a:lnTo>
                <a:lnTo>
                  <a:pt x="5320170" y="2217192"/>
                </a:lnTo>
                <a:lnTo>
                  <a:pt x="5330516" y="2236474"/>
                </a:lnTo>
                <a:lnTo>
                  <a:pt x="5332872" y="2258228"/>
                </a:lnTo>
                <a:lnTo>
                  <a:pt x="5326476" y="2279975"/>
                </a:lnTo>
                <a:close/>
              </a:path>
              <a:path w="5993130" h="6322060">
                <a:moveTo>
                  <a:pt x="5523906" y="1953052"/>
                </a:moveTo>
                <a:lnTo>
                  <a:pt x="5503999" y="1977449"/>
                </a:lnTo>
                <a:lnTo>
                  <a:pt x="5477206" y="1991819"/>
                </a:lnTo>
                <a:lnTo>
                  <a:pt x="5446977" y="1995096"/>
                </a:lnTo>
                <a:lnTo>
                  <a:pt x="5416763" y="1986217"/>
                </a:lnTo>
                <a:lnTo>
                  <a:pt x="5392374" y="1966320"/>
                </a:lnTo>
                <a:lnTo>
                  <a:pt x="5378005" y="1939540"/>
                </a:lnTo>
                <a:lnTo>
                  <a:pt x="5374724" y="1909321"/>
                </a:lnTo>
                <a:lnTo>
                  <a:pt x="5383602" y="1879111"/>
                </a:lnTo>
                <a:lnTo>
                  <a:pt x="5403504" y="1854712"/>
                </a:lnTo>
                <a:lnTo>
                  <a:pt x="5430285" y="1840336"/>
                </a:lnTo>
                <a:lnTo>
                  <a:pt x="5460499" y="1837051"/>
                </a:lnTo>
                <a:lnTo>
                  <a:pt x="5490698" y="1845922"/>
                </a:lnTo>
                <a:lnTo>
                  <a:pt x="5515102" y="1865826"/>
                </a:lnTo>
                <a:lnTo>
                  <a:pt x="5529487" y="1892615"/>
                </a:lnTo>
                <a:lnTo>
                  <a:pt x="5532779" y="1922840"/>
                </a:lnTo>
                <a:lnTo>
                  <a:pt x="5523906" y="1953052"/>
                </a:lnTo>
                <a:close/>
              </a:path>
              <a:path w="5993130" h="6322060">
                <a:moveTo>
                  <a:pt x="5708219" y="1619216"/>
                </a:moveTo>
                <a:lnTo>
                  <a:pt x="5686458" y="1645893"/>
                </a:lnTo>
                <a:lnTo>
                  <a:pt x="5657169" y="1661608"/>
                </a:lnTo>
                <a:lnTo>
                  <a:pt x="5624117" y="1665191"/>
                </a:lnTo>
                <a:lnTo>
                  <a:pt x="5591065" y="1655474"/>
                </a:lnTo>
                <a:lnTo>
                  <a:pt x="5564399" y="1633719"/>
                </a:lnTo>
                <a:lnTo>
                  <a:pt x="5548688" y="1604438"/>
                </a:lnTo>
                <a:lnTo>
                  <a:pt x="5545101" y="1571398"/>
                </a:lnTo>
                <a:lnTo>
                  <a:pt x="5554807" y="1538368"/>
                </a:lnTo>
                <a:lnTo>
                  <a:pt x="5576567" y="1511690"/>
                </a:lnTo>
                <a:lnTo>
                  <a:pt x="5605849" y="1495973"/>
                </a:lnTo>
                <a:lnTo>
                  <a:pt x="5638885" y="1492381"/>
                </a:lnTo>
                <a:lnTo>
                  <a:pt x="5671904" y="1502081"/>
                </a:lnTo>
                <a:lnTo>
                  <a:pt x="5698603" y="1523853"/>
                </a:lnTo>
                <a:lnTo>
                  <a:pt x="5714331" y="1553143"/>
                </a:lnTo>
                <a:lnTo>
                  <a:pt x="5717924" y="1586186"/>
                </a:lnTo>
                <a:lnTo>
                  <a:pt x="5708219" y="1619216"/>
                </a:lnTo>
                <a:close/>
              </a:path>
              <a:path w="5993130" h="6322060">
                <a:moveTo>
                  <a:pt x="5889721" y="1283899"/>
                </a:moveTo>
                <a:lnTo>
                  <a:pt x="5866898" y="1311877"/>
                </a:lnTo>
                <a:lnTo>
                  <a:pt x="5836183" y="1328358"/>
                </a:lnTo>
                <a:lnTo>
                  <a:pt x="5801531" y="1332121"/>
                </a:lnTo>
                <a:lnTo>
                  <a:pt x="5766896" y="1321945"/>
                </a:lnTo>
                <a:lnTo>
                  <a:pt x="5738905" y="1299117"/>
                </a:lnTo>
                <a:lnTo>
                  <a:pt x="5722415" y="1268402"/>
                </a:lnTo>
                <a:lnTo>
                  <a:pt x="5718649" y="1233749"/>
                </a:lnTo>
                <a:lnTo>
                  <a:pt x="5728828" y="1199108"/>
                </a:lnTo>
                <a:lnTo>
                  <a:pt x="5751646" y="1171136"/>
                </a:lnTo>
                <a:lnTo>
                  <a:pt x="5782360" y="1154654"/>
                </a:lnTo>
                <a:lnTo>
                  <a:pt x="5817020" y="1150891"/>
                </a:lnTo>
                <a:lnTo>
                  <a:pt x="5851675" y="1161075"/>
                </a:lnTo>
                <a:lnTo>
                  <a:pt x="5879647" y="1183895"/>
                </a:lnTo>
                <a:lnTo>
                  <a:pt x="5896128" y="1214610"/>
                </a:lnTo>
                <a:lnTo>
                  <a:pt x="5899895" y="1249264"/>
                </a:lnTo>
                <a:lnTo>
                  <a:pt x="5889721" y="1283899"/>
                </a:lnTo>
                <a:close/>
              </a:path>
              <a:path w="5993130" h="6322060">
                <a:moveTo>
                  <a:pt x="5992567" y="990250"/>
                </a:moveTo>
                <a:lnTo>
                  <a:pt x="5946132" y="981842"/>
                </a:lnTo>
                <a:lnTo>
                  <a:pt x="5903202" y="930165"/>
                </a:lnTo>
                <a:lnTo>
                  <a:pt x="5899567" y="896722"/>
                </a:lnTo>
                <a:lnTo>
                  <a:pt x="5909388" y="863295"/>
                </a:lnTo>
                <a:lnTo>
                  <a:pt x="5931411" y="836298"/>
                </a:lnTo>
                <a:lnTo>
                  <a:pt x="5961053" y="820393"/>
                </a:lnTo>
                <a:lnTo>
                  <a:pt x="5992567" y="816973"/>
                </a:lnTo>
                <a:lnTo>
                  <a:pt x="5992567" y="990250"/>
                </a:lnTo>
                <a:close/>
              </a:path>
              <a:path w="5993130" h="6322060">
                <a:moveTo>
                  <a:pt x="5263804" y="3105588"/>
                </a:moveTo>
                <a:lnTo>
                  <a:pt x="5261083" y="3110750"/>
                </a:lnTo>
                <a:lnTo>
                  <a:pt x="5257919" y="3111758"/>
                </a:lnTo>
                <a:lnTo>
                  <a:pt x="5252719" y="3109018"/>
                </a:lnTo>
                <a:lnTo>
                  <a:pt x="5251761" y="3105837"/>
                </a:lnTo>
                <a:lnTo>
                  <a:pt x="5254482" y="3100675"/>
                </a:lnTo>
                <a:lnTo>
                  <a:pt x="5257647" y="3099667"/>
                </a:lnTo>
                <a:lnTo>
                  <a:pt x="5262847" y="3102407"/>
                </a:lnTo>
                <a:lnTo>
                  <a:pt x="5263804" y="3105588"/>
                </a:lnTo>
                <a:close/>
              </a:path>
              <a:path w="5993130" h="6322060">
                <a:moveTo>
                  <a:pt x="5474818" y="2789121"/>
                </a:moveTo>
                <a:lnTo>
                  <a:pt x="5463675" y="2802786"/>
                </a:lnTo>
                <a:lnTo>
                  <a:pt x="5448679" y="2810836"/>
                </a:lnTo>
                <a:lnTo>
                  <a:pt x="5431751" y="2812671"/>
                </a:lnTo>
                <a:lnTo>
                  <a:pt x="5414813" y="2807688"/>
                </a:lnTo>
                <a:lnTo>
                  <a:pt x="5401155" y="2796547"/>
                </a:lnTo>
                <a:lnTo>
                  <a:pt x="5393113" y="2781553"/>
                </a:lnTo>
                <a:lnTo>
                  <a:pt x="5391282" y="2764634"/>
                </a:lnTo>
                <a:lnTo>
                  <a:pt x="5396257" y="2747719"/>
                </a:lnTo>
                <a:lnTo>
                  <a:pt x="5407398" y="2734054"/>
                </a:lnTo>
                <a:lnTo>
                  <a:pt x="5422389" y="2726001"/>
                </a:lnTo>
                <a:lnTo>
                  <a:pt x="5439303" y="2724159"/>
                </a:lnTo>
                <a:lnTo>
                  <a:pt x="5456214" y="2729128"/>
                </a:lnTo>
                <a:lnTo>
                  <a:pt x="5469899" y="2740284"/>
                </a:lnTo>
                <a:lnTo>
                  <a:pt x="5477955" y="2755285"/>
                </a:lnTo>
                <a:lnTo>
                  <a:pt x="5479791" y="2772206"/>
                </a:lnTo>
                <a:lnTo>
                  <a:pt x="5474818" y="2789121"/>
                </a:lnTo>
                <a:close/>
              </a:path>
              <a:path w="5993130" h="6322060">
                <a:moveTo>
                  <a:pt x="5671263" y="2461680"/>
                </a:moveTo>
                <a:lnTo>
                  <a:pt x="5654812" y="2481852"/>
                </a:lnTo>
                <a:lnTo>
                  <a:pt x="5632671" y="2493737"/>
                </a:lnTo>
                <a:lnTo>
                  <a:pt x="5607688" y="2496449"/>
                </a:lnTo>
                <a:lnTo>
                  <a:pt x="5582706" y="2489107"/>
                </a:lnTo>
                <a:lnTo>
                  <a:pt x="5562548" y="2472660"/>
                </a:lnTo>
                <a:lnTo>
                  <a:pt x="5550661" y="2450517"/>
                </a:lnTo>
                <a:lnTo>
                  <a:pt x="5547939" y="2425529"/>
                </a:lnTo>
                <a:lnTo>
                  <a:pt x="5555272" y="2400552"/>
                </a:lnTo>
                <a:lnTo>
                  <a:pt x="5571731" y="2380383"/>
                </a:lnTo>
                <a:lnTo>
                  <a:pt x="5593882" y="2368505"/>
                </a:lnTo>
                <a:lnTo>
                  <a:pt x="5618868" y="2365793"/>
                </a:lnTo>
                <a:lnTo>
                  <a:pt x="5643829" y="2373125"/>
                </a:lnTo>
                <a:lnTo>
                  <a:pt x="5664007" y="2389582"/>
                </a:lnTo>
                <a:lnTo>
                  <a:pt x="5675891" y="2411726"/>
                </a:lnTo>
                <a:lnTo>
                  <a:pt x="5678603" y="2436708"/>
                </a:lnTo>
                <a:lnTo>
                  <a:pt x="5671263" y="2461680"/>
                </a:lnTo>
                <a:close/>
              </a:path>
              <a:path w="5993130" h="6322060">
                <a:moveTo>
                  <a:pt x="5854640" y="2127350"/>
                </a:moveTo>
                <a:lnTo>
                  <a:pt x="5836594" y="2149471"/>
                </a:lnTo>
                <a:lnTo>
                  <a:pt x="5812306" y="2162502"/>
                </a:lnTo>
                <a:lnTo>
                  <a:pt x="5784902" y="2165474"/>
                </a:lnTo>
                <a:lnTo>
                  <a:pt x="5757506" y="2157422"/>
                </a:lnTo>
                <a:lnTo>
                  <a:pt x="5735404" y="2139389"/>
                </a:lnTo>
                <a:lnTo>
                  <a:pt x="5722379" y="2115110"/>
                </a:lnTo>
                <a:lnTo>
                  <a:pt x="5719404" y="2087712"/>
                </a:lnTo>
                <a:lnTo>
                  <a:pt x="5727452" y="2060322"/>
                </a:lnTo>
                <a:lnTo>
                  <a:pt x="5745497" y="2038201"/>
                </a:lnTo>
                <a:lnTo>
                  <a:pt x="5769779" y="2025167"/>
                </a:lnTo>
                <a:lnTo>
                  <a:pt x="5797170" y="2022187"/>
                </a:lnTo>
                <a:lnTo>
                  <a:pt x="5824539" y="2030225"/>
                </a:lnTo>
                <a:lnTo>
                  <a:pt x="5846668" y="2048273"/>
                </a:lnTo>
                <a:lnTo>
                  <a:pt x="5859706" y="2072559"/>
                </a:lnTo>
                <a:lnTo>
                  <a:pt x="5862687" y="2099960"/>
                </a:lnTo>
                <a:lnTo>
                  <a:pt x="5854640" y="2127350"/>
                </a:lnTo>
                <a:close/>
              </a:path>
              <a:path w="5993130" h="6322060">
                <a:moveTo>
                  <a:pt x="5992567" y="1830933"/>
                </a:moveTo>
                <a:lnTo>
                  <a:pt x="5991940" y="1831269"/>
                </a:lnTo>
                <a:lnTo>
                  <a:pt x="5962114" y="1834503"/>
                </a:lnTo>
                <a:lnTo>
                  <a:pt x="5932302" y="1825742"/>
                </a:lnTo>
                <a:lnTo>
                  <a:pt x="5908251" y="1806117"/>
                </a:lnTo>
                <a:lnTo>
                  <a:pt x="5894073" y="1779693"/>
                </a:lnTo>
                <a:lnTo>
                  <a:pt x="5890831" y="1749874"/>
                </a:lnTo>
                <a:lnTo>
                  <a:pt x="5899585" y="1720067"/>
                </a:lnTo>
                <a:lnTo>
                  <a:pt x="5919224" y="1695997"/>
                </a:lnTo>
                <a:lnTo>
                  <a:pt x="5945655" y="1681816"/>
                </a:lnTo>
                <a:lnTo>
                  <a:pt x="5975466" y="1678574"/>
                </a:lnTo>
                <a:lnTo>
                  <a:pt x="5992567" y="1683596"/>
                </a:lnTo>
                <a:lnTo>
                  <a:pt x="5992567" y="1830933"/>
                </a:lnTo>
                <a:close/>
              </a:path>
              <a:path w="5993130" h="6322060">
                <a:moveTo>
                  <a:pt x="3997679" y="6319040"/>
                </a:moveTo>
                <a:lnTo>
                  <a:pt x="3996590" y="6321106"/>
                </a:lnTo>
                <a:lnTo>
                  <a:pt x="3995306" y="6321501"/>
                </a:lnTo>
                <a:lnTo>
                  <a:pt x="3993244" y="6320414"/>
                </a:lnTo>
                <a:lnTo>
                  <a:pt x="3992843" y="6319131"/>
                </a:lnTo>
                <a:lnTo>
                  <a:pt x="3993929" y="6317070"/>
                </a:lnTo>
                <a:lnTo>
                  <a:pt x="3995214" y="6316676"/>
                </a:lnTo>
                <a:lnTo>
                  <a:pt x="3997276" y="6317762"/>
                </a:lnTo>
                <a:lnTo>
                  <a:pt x="3997679" y="6319040"/>
                </a:lnTo>
                <a:close/>
              </a:path>
              <a:path w="5993130" h="6322060">
                <a:moveTo>
                  <a:pt x="4175434" y="5981748"/>
                </a:moveTo>
                <a:lnTo>
                  <a:pt x="4174345" y="5983814"/>
                </a:lnTo>
                <a:lnTo>
                  <a:pt x="4173060" y="5984208"/>
                </a:lnTo>
                <a:lnTo>
                  <a:pt x="4170998" y="5983122"/>
                </a:lnTo>
                <a:lnTo>
                  <a:pt x="4170597" y="5981839"/>
                </a:lnTo>
                <a:lnTo>
                  <a:pt x="4171684" y="5979778"/>
                </a:lnTo>
                <a:lnTo>
                  <a:pt x="4172969" y="5979384"/>
                </a:lnTo>
                <a:lnTo>
                  <a:pt x="4175030" y="5980470"/>
                </a:lnTo>
                <a:lnTo>
                  <a:pt x="4175434" y="5981748"/>
                </a:lnTo>
                <a:close/>
              </a:path>
              <a:path w="5993130" h="6322060">
                <a:moveTo>
                  <a:pt x="5241960" y="3957995"/>
                </a:moveTo>
                <a:lnTo>
                  <a:pt x="5240871" y="3960061"/>
                </a:lnTo>
                <a:lnTo>
                  <a:pt x="5239586" y="3960456"/>
                </a:lnTo>
                <a:lnTo>
                  <a:pt x="5237525" y="3959369"/>
                </a:lnTo>
                <a:lnTo>
                  <a:pt x="5237124" y="3958087"/>
                </a:lnTo>
                <a:lnTo>
                  <a:pt x="5238210" y="3956025"/>
                </a:lnTo>
                <a:lnTo>
                  <a:pt x="5239495" y="3955631"/>
                </a:lnTo>
                <a:lnTo>
                  <a:pt x="5241556" y="3956717"/>
                </a:lnTo>
                <a:lnTo>
                  <a:pt x="5241960" y="3957995"/>
                </a:lnTo>
                <a:close/>
              </a:path>
              <a:path w="5993130" h="6322060">
                <a:moveTo>
                  <a:pt x="5436594" y="3620363"/>
                </a:moveTo>
                <a:lnTo>
                  <a:pt x="5427884" y="3636890"/>
                </a:lnTo>
                <a:lnTo>
                  <a:pt x="5417654" y="3640059"/>
                </a:lnTo>
                <a:lnTo>
                  <a:pt x="5401164" y="3631369"/>
                </a:lnTo>
                <a:lnTo>
                  <a:pt x="5397996" y="3621139"/>
                </a:lnTo>
                <a:lnTo>
                  <a:pt x="5406706" y="3604612"/>
                </a:lnTo>
                <a:lnTo>
                  <a:pt x="5416935" y="3601443"/>
                </a:lnTo>
                <a:lnTo>
                  <a:pt x="5433425" y="3610133"/>
                </a:lnTo>
                <a:lnTo>
                  <a:pt x="5436594" y="3620363"/>
                </a:lnTo>
                <a:close/>
              </a:path>
              <a:path w="5993130" h="6322060">
                <a:moveTo>
                  <a:pt x="5631542" y="3302691"/>
                </a:moveTo>
                <a:lnTo>
                  <a:pt x="5621191" y="3315376"/>
                </a:lnTo>
                <a:lnTo>
                  <a:pt x="5607257" y="3322847"/>
                </a:lnTo>
                <a:lnTo>
                  <a:pt x="5591538" y="3324551"/>
                </a:lnTo>
                <a:lnTo>
                  <a:pt x="5575827" y="3319933"/>
                </a:lnTo>
                <a:lnTo>
                  <a:pt x="5563137" y="3309584"/>
                </a:lnTo>
                <a:lnTo>
                  <a:pt x="5555657" y="3295653"/>
                </a:lnTo>
                <a:lnTo>
                  <a:pt x="5553943" y="3279937"/>
                </a:lnTo>
                <a:lnTo>
                  <a:pt x="5558556" y="3264227"/>
                </a:lnTo>
                <a:lnTo>
                  <a:pt x="5568907" y="3251542"/>
                </a:lnTo>
                <a:lnTo>
                  <a:pt x="5582841" y="3244071"/>
                </a:lnTo>
                <a:lnTo>
                  <a:pt x="5598560" y="3242368"/>
                </a:lnTo>
                <a:lnTo>
                  <a:pt x="5614271" y="3246985"/>
                </a:lnTo>
                <a:lnTo>
                  <a:pt x="5626961" y="3257335"/>
                </a:lnTo>
                <a:lnTo>
                  <a:pt x="5634441" y="3271265"/>
                </a:lnTo>
                <a:lnTo>
                  <a:pt x="5636155" y="3286982"/>
                </a:lnTo>
                <a:lnTo>
                  <a:pt x="5631542" y="3302691"/>
                </a:lnTo>
                <a:close/>
              </a:path>
              <a:path w="5993130" h="6322060">
                <a:moveTo>
                  <a:pt x="5819556" y="2970806"/>
                </a:moveTo>
                <a:lnTo>
                  <a:pt x="5806287" y="2987074"/>
                </a:lnTo>
                <a:lnTo>
                  <a:pt x="5788431" y="2996657"/>
                </a:lnTo>
                <a:lnTo>
                  <a:pt x="5768288" y="2998847"/>
                </a:lnTo>
                <a:lnTo>
                  <a:pt x="5748157" y="2992933"/>
                </a:lnTo>
                <a:lnTo>
                  <a:pt x="5731880" y="2979660"/>
                </a:lnTo>
                <a:lnTo>
                  <a:pt x="5722302" y="2961807"/>
                </a:lnTo>
                <a:lnTo>
                  <a:pt x="5720126" y="2941666"/>
                </a:lnTo>
                <a:lnTo>
                  <a:pt x="5726051" y="2921528"/>
                </a:lnTo>
                <a:lnTo>
                  <a:pt x="5739313" y="2905257"/>
                </a:lnTo>
                <a:lnTo>
                  <a:pt x="5757158" y="2895667"/>
                </a:lnTo>
                <a:lnTo>
                  <a:pt x="5777299" y="2893476"/>
                </a:lnTo>
                <a:lnTo>
                  <a:pt x="5797449" y="2899400"/>
                </a:lnTo>
                <a:lnTo>
                  <a:pt x="5813707" y="2912664"/>
                </a:lnTo>
                <a:lnTo>
                  <a:pt x="5823286" y="2930519"/>
                </a:lnTo>
                <a:lnTo>
                  <a:pt x="5825474" y="2950666"/>
                </a:lnTo>
                <a:lnTo>
                  <a:pt x="5819556" y="2970806"/>
                </a:lnTo>
                <a:close/>
              </a:path>
              <a:path w="5993130" h="6322060">
                <a:moveTo>
                  <a:pt x="5992567" y="2649180"/>
                </a:moveTo>
                <a:lnTo>
                  <a:pt x="5988068" y="2654694"/>
                </a:lnTo>
                <a:lnTo>
                  <a:pt x="5968065" y="2665425"/>
                </a:lnTo>
                <a:lnTo>
                  <a:pt x="5945501" y="2667876"/>
                </a:lnTo>
                <a:lnTo>
                  <a:pt x="5922954" y="2661253"/>
                </a:lnTo>
                <a:lnTo>
                  <a:pt x="5904726" y="2646388"/>
                </a:lnTo>
                <a:lnTo>
                  <a:pt x="5893996" y="2626390"/>
                </a:lnTo>
                <a:lnTo>
                  <a:pt x="5891552" y="2603829"/>
                </a:lnTo>
                <a:lnTo>
                  <a:pt x="5898184" y="2581274"/>
                </a:lnTo>
                <a:lnTo>
                  <a:pt x="5913041" y="2563053"/>
                </a:lnTo>
                <a:lnTo>
                  <a:pt x="5933033" y="2552316"/>
                </a:lnTo>
                <a:lnTo>
                  <a:pt x="5955595" y="2549863"/>
                </a:lnTo>
                <a:lnTo>
                  <a:pt x="5978161" y="2556496"/>
                </a:lnTo>
                <a:lnTo>
                  <a:pt x="5992567" y="2568249"/>
                </a:lnTo>
                <a:lnTo>
                  <a:pt x="5992567" y="2649180"/>
                </a:lnTo>
                <a:close/>
              </a:path>
              <a:path w="5993130" h="6322060">
                <a:moveTo>
                  <a:pt x="4515143" y="6159459"/>
                </a:moveTo>
                <a:lnTo>
                  <a:pt x="4512965" y="6163591"/>
                </a:lnTo>
                <a:lnTo>
                  <a:pt x="4510395" y="6164380"/>
                </a:lnTo>
                <a:lnTo>
                  <a:pt x="4506273" y="6162207"/>
                </a:lnTo>
                <a:lnTo>
                  <a:pt x="4505470" y="6159641"/>
                </a:lnTo>
                <a:lnTo>
                  <a:pt x="4507647" y="6155509"/>
                </a:lnTo>
                <a:lnTo>
                  <a:pt x="4510218" y="6154721"/>
                </a:lnTo>
                <a:lnTo>
                  <a:pt x="4514340" y="6156893"/>
                </a:lnTo>
                <a:lnTo>
                  <a:pt x="4515143" y="6159459"/>
                </a:lnTo>
                <a:close/>
              </a:path>
              <a:path w="5993130" h="6322060">
                <a:moveTo>
                  <a:pt x="4696525" y="5822098"/>
                </a:moveTo>
                <a:lnTo>
                  <a:pt x="4692713" y="5829331"/>
                </a:lnTo>
                <a:lnTo>
                  <a:pt x="4688216" y="5830708"/>
                </a:lnTo>
                <a:lnTo>
                  <a:pt x="4681002" y="5826906"/>
                </a:lnTo>
                <a:lnTo>
                  <a:pt x="4679597" y="5822418"/>
                </a:lnTo>
                <a:lnTo>
                  <a:pt x="4683408" y="5815185"/>
                </a:lnTo>
                <a:lnTo>
                  <a:pt x="4687905" y="5813808"/>
                </a:lnTo>
                <a:lnTo>
                  <a:pt x="4695119" y="5817610"/>
                </a:lnTo>
                <a:lnTo>
                  <a:pt x="4696525" y="5822098"/>
                </a:lnTo>
                <a:close/>
              </a:path>
              <a:path w="5993130" h="6322060">
                <a:moveTo>
                  <a:pt x="4874279" y="5484806"/>
                </a:moveTo>
                <a:lnTo>
                  <a:pt x="4870467" y="5492039"/>
                </a:lnTo>
                <a:lnTo>
                  <a:pt x="4865971" y="5493416"/>
                </a:lnTo>
                <a:lnTo>
                  <a:pt x="4858757" y="5489614"/>
                </a:lnTo>
                <a:lnTo>
                  <a:pt x="4857351" y="5485126"/>
                </a:lnTo>
                <a:lnTo>
                  <a:pt x="4861163" y="5477893"/>
                </a:lnTo>
                <a:lnTo>
                  <a:pt x="4865660" y="5476516"/>
                </a:lnTo>
                <a:lnTo>
                  <a:pt x="4872873" y="5480318"/>
                </a:lnTo>
                <a:lnTo>
                  <a:pt x="4874279" y="5484806"/>
                </a:lnTo>
                <a:close/>
              </a:path>
              <a:path w="5993130" h="6322060">
                <a:moveTo>
                  <a:pt x="5053242" y="5147492"/>
                </a:moveTo>
                <a:lnTo>
                  <a:pt x="5048887" y="5155756"/>
                </a:lnTo>
                <a:lnTo>
                  <a:pt x="5043749" y="5157328"/>
                </a:lnTo>
                <a:lnTo>
                  <a:pt x="5035504" y="5152983"/>
                </a:lnTo>
                <a:lnTo>
                  <a:pt x="5033896" y="5147856"/>
                </a:lnTo>
                <a:lnTo>
                  <a:pt x="5038251" y="5139592"/>
                </a:lnTo>
                <a:lnTo>
                  <a:pt x="5043389" y="5138020"/>
                </a:lnTo>
                <a:lnTo>
                  <a:pt x="5051634" y="5142365"/>
                </a:lnTo>
                <a:lnTo>
                  <a:pt x="5053242" y="5147492"/>
                </a:lnTo>
                <a:close/>
              </a:path>
              <a:path w="5993130" h="6322060">
                <a:moveTo>
                  <a:pt x="5234625" y="4810131"/>
                </a:moveTo>
                <a:lnTo>
                  <a:pt x="5228635" y="4821496"/>
                </a:lnTo>
                <a:lnTo>
                  <a:pt x="5221571" y="4823657"/>
                </a:lnTo>
                <a:lnTo>
                  <a:pt x="5210234" y="4817682"/>
                </a:lnTo>
                <a:lnTo>
                  <a:pt x="5208023" y="4810633"/>
                </a:lnTo>
                <a:lnTo>
                  <a:pt x="5214012" y="4799268"/>
                </a:lnTo>
                <a:lnTo>
                  <a:pt x="5221077" y="4797107"/>
                </a:lnTo>
                <a:lnTo>
                  <a:pt x="5232414" y="4803082"/>
                </a:lnTo>
                <a:lnTo>
                  <a:pt x="5234625" y="4810131"/>
                </a:lnTo>
                <a:close/>
              </a:path>
              <a:path w="5993130" h="6322060">
                <a:moveTo>
                  <a:pt x="5414959" y="4481459"/>
                </a:moveTo>
                <a:lnTo>
                  <a:pt x="5410448" y="4486988"/>
                </a:lnTo>
                <a:lnTo>
                  <a:pt x="5404379" y="4490247"/>
                </a:lnTo>
                <a:lnTo>
                  <a:pt x="5397534" y="4490995"/>
                </a:lnTo>
                <a:lnTo>
                  <a:pt x="5390699" y="4488989"/>
                </a:lnTo>
                <a:lnTo>
                  <a:pt x="5385180" y="4484484"/>
                </a:lnTo>
                <a:lnTo>
                  <a:pt x="5381928" y="4478416"/>
                </a:lnTo>
                <a:lnTo>
                  <a:pt x="5381186" y="4471567"/>
                </a:lnTo>
                <a:lnTo>
                  <a:pt x="5383197" y="4464721"/>
                </a:lnTo>
                <a:lnTo>
                  <a:pt x="5387708" y="4459191"/>
                </a:lnTo>
                <a:lnTo>
                  <a:pt x="5393777" y="4455932"/>
                </a:lnTo>
                <a:lnTo>
                  <a:pt x="5400621" y="4455185"/>
                </a:lnTo>
                <a:lnTo>
                  <a:pt x="5407457" y="4457190"/>
                </a:lnTo>
                <a:lnTo>
                  <a:pt x="5412976" y="4461695"/>
                </a:lnTo>
                <a:lnTo>
                  <a:pt x="5416229" y="4467762"/>
                </a:lnTo>
                <a:lnTo>
                  <a:pt x="5416971" y="4474611"/>
                </a:lnTo>
                <a:lnTo>
                  <a:pt x="5414959" y="4481459"/>
                </a:lnTo>
                <a:close/>
              </a:path>
              <a:path w="5993130" h="6322060">
                <a:moveTo>
                  <a:pt x="5601146" y="4148611"/>
                </a:moveTo>
                <a:lnTo>
                  <a:pt x="5594249" y="4157071"/>
                </a:lnTo>
                <a:lnTo>
                  <a:pt x="5584969" y="4162057"/>
                </a:lnTo>
                <a:lnTo>
                  <a:pt x="5574495" y="4163196"/>
                </a:lnTo>
                <a:lnTo>
                  <a:pt x="5564017" y="4160115"/>
                </a:lnTo>
                <a:lnTo>
                  <a:pt x="5555553" y="4153213"/>
                </a:lnTo>
                <a:lnTo>
                  <a:pt x="5550572" y="4143929"/>
                </a:lnTo>
                <a:lnTo>
                  <a:pt x="5549439" y="4133456"/>
                </a:lnTo>
                <a:lnTo>
                  <a:pt x="5552519" y="4122985"/>
                </a:lnTo>
                <a:lnTo>
                  <a:pt x="5559416" y="4114524"/>
                </a:lnTo>
                <a:lnTo>
                  <a:pt x="5568696" y="4109539"/>
                </a:lnTo>
                <a:lnTo>
                  <a:pt x="5579170" y="4108399"/>
                </a:lnTo>
                <a:lnTo>
                  <a:pt x="5589648" y="4111480"/>
                </a:lnTo>
                <a:lnTo>
                  <a:pt x="5598112" y="4118382"/>
                </a:lnTo>
                <a:lnTo>
                  <a:pt x="5603093" y="4127666"/>
                </a:lnTo>
                <a:lnTo>
                  <a:pt x="5604226" y="4138139"/>
                </a:lnTo>
                <a:lnTo>
                  <a:pt x="5601146" y="4148611"/>
                </a:lnTo>
                <a:close/>
              </a:path>
              <a:path w="5993130" h="6322060">
                <a:moveTo>
                  <a:pt x="5786395" y="3815269"/>
                </a:moveTo>
                <a:lnTo>
                  <a:pt x="5777372" y="3826329"/>
                </a:lnTo>
                <a:lnTo>
                  <a:pt x="5765229" y="3832844"/>
                </a:lnTo>
                <a:lnTo>
                  <a:pt x="5751527" y="3834331"/>
                </a:lnTo>
                <a:lnTo>
                  <a:pt x="5737828" y="3830305"/>
                </a:lnTo>
                <a:lnTo>
                  <a:pt x="5726764" y="3821281"/>
                </a:lnTo>
                <a:lnTo>
                  <a:pt x="5720245" y="3809138"/>
                </a:lnTo>
                <a:lnTo>
                  <a:pt x="5718755" y="3795438"/>
                </a:lnTo>
                <a:lnTo>
                  <a:pt x="5722778" y="3781742"/>
                </a:lnTo>
                <a:lnTo>
                  <a:pt x="5731801" y="3770682"/>
                </a:lnTo>
                <a:lnTo>
                  <a:pt x="5743945" y="3764167"/>
                </a:lnTo>
                <a:lnTo>
                  <a:pt x="5757647" y="3762680"/>
                </a:lnTo>
                <a:lnTo>
                  <a:pt x="5771345" y="3766706"/>
                </a:lnTo>
                <a:lnTo>
                  <a:pt x="5782409" y="3775730"/>
                </a:lnTo>
                <a:lnTo>
                  <a:pt x="5788929" y="3787873"/>
                </a:lnTo>
                <a:lnTo>
                  <a:pt x="5790419" y="3801574"/>
                </a:lnTo>
                <a:lnTo>
                  <a:pt x="5786395" y="3815269"/>
                </a:lnTo>
                <a:close/>
              </a:path>
              <a:path w="5993130" h="6322060">
                <a:moveTo>
                  <a:pt x="5968834" y="3480446"/>
                </a:moveTo>
                <a:lnTo>
                  <a:pt x="5958483" y="3493131"/>
                </a:lnTo>
                <a:lnTo>
                  <a:pt x="5944549" y="3500602"/>
                </a:lnTo>
                <a:lnTo>
                  <a:pt x="5928830" y="3502305"/>
                </a:lnTo>
                <a:lnTo>
                  <a:pt x="5913119" y="3497688"/>
                </a:lnTo>
                <a:lnTo>
                  <a:pt x="5900429" y="3487338"/>
                </a:lnTo>
                <a:lnTo>
                  <a:pt x="5892949" y="3473408"/>
                </a:lnTo>
                <a:lnTo>
                  <a:pt x="5891235" y="3457691"/>
                </a:lnTo>
                <a:lnTo>
                  <a:pt x="5895848" y="3441982"/>
                </a:lnTo>
                <a:lnTo>
                  <a:pt x="5906199" y="3429296"/>
                </a:lnTo>
                <a:lnTo>
                  <a:pt x="5920133" y="3421825"/>
                </a:lnTo>
                <a:lnTo>
                  <a:pt x="5935852" y="3420122"/>
                </a:lnTo>
                <a:lnTo>
                  <a:pt x="5951563" y="3424739"/>
                </a:lnTo>
                <a:lnTo>
                  <a:pt x="5964253" y="3435089"/>
                </a:lnTo>
                <a:lnTo>
                  <a:pt x="5971734" y="3449019"/>
                </a:lnTo>
                <a:lnTo>
                  <a:pt x="5973447" y="3464736"/>
                </a:lnTo>
                <a:lnTo>
                  <a:pt x="5968834" y="3480446"/>
                </a:lnTo>
                <a:close/>
              </a:path>
              <a:path w="5993130" h="6322060">
                <a:moveTo>
                  <a:pt x="5030189" y="5999922"/>
                </a:moveTo>
                <a:lnTo>
                  <a:pt x="5028012" y="6004053"/>
                </a:lnTo>
                <a:lnTo>
                  <a:pt x="5025441" y="6004842"/>
                </a:lnTo>
                <a:lnTo>
                  <a:pt x="5021319" y="6002669"/>
                </a:lnTo>
                <a:lnTo>
                  <a:pt x="5020516" y="6000103"/>
                </a:lnTo>
                <a:lnTo>
                  <a:pt x="5022694" y="5995972"/>
                </a:lnTo>
                <a:lnTo>
                  <a:pt x="5025264" y="5995183"/>
                </a:lnTo>
                <a:lnTo>
                  <a:pt x="5029387" y="5997356"/>
                </a:lnTo>
                <a:lnTo>
                  <a:pt x="5030189" y="5999922"/>
                </a:lnTo>
                <a:close/>
              </a:path>
              <a:path w="5993130" h="6322060">
                <a:moveTo>
                  <a:pt x="5213988" y="5662517"/>
                </a:moveTo>
                <a:lnTo>
                  <a:pt x="5209088" y="5671816"/>
                </a:lnTo>
                <a:lnTo>
                  <a:pt x="5203308" y="5673583"/>
                </a:lnTo>
                <a:lnTo>
                  <a:pt x="5194033" y="5668694"/>
                </a:lnTo>
                <a:lnTo>
                  <a:pt x="5192223" y="5662928"/>
                </a:lnTo>
                <a:lnTo>
                  <a:pt x="5197126" y="5653625"/>
                </a:lnTo>
                <a:lnTo>
                  <a:pt x="5202906" y="5651858"/>
                </a:lnTo>
                <a:lnTo>
                  <a:pt x="5212181" y="5656746"/>
                </a:lnTo>
                <a:lnTo>
                  <a:pt x="5213988" y="5662517"/>
                </a:lnTo>
                <a:close/>
              </a:path>
              <a:path w="5993130" h="6322060">
                <a:moveTo>
                  <a:pt x="5396579" y="5325134"/>
                </a:moveTo>
                <a:lnTo>
                  <a:pt x="5389504" y="5338560"/>
                </a:lnTo>
                <a:lnTo>
                  <a:pt x="5381154" y="5341115"/>
                </a:lnTo>
                <a:lnTo>
                  <a:pt x="5367756" y="5334055"/>
                </a:lnTo>
                <a:lnTo>
                  <a:pt x="5365144" y="5325722"/>
                </a:lnTo>
                <a:lnTo>
                  <a:pt x="5372219" y="5312296"/>
                </a:lnTo>
                <a:lnTo>
                  <a:pt x="5380569" y="5309741"/>
                </a:lnTo>
                <a:lnTo>
                  <a:pt x="5393967" y="5316802"/>
                </a:lnTo>
                <a:lnTo>
                  <a:pt x="5396579" y="5325134"/>
                </a:lnTo>
                <a:close/>
              </a:path>
              <a:path w="5993130" h="6322060">
                <a:moveTo>
                  <a:pt x="5574496" y="4996505"/>
                </a:moveTo>
                <a:lnTo>
                  <a:pt x="5569986" y="5002035"/>
                </a:lnTo>
                <a:lnTo>
                  <a:pt x="5563917" y="5005294"/>
                </a:lnTo>
                <a:lnTo>
                  <a:pt x="5557072" y="5006041"/>
                </a:lnTo>
                <a:lnTo>
                  <a:pt x="5550236" y="5004036"/>
                </a:lnTo>
                <a:lnTo>
                  <a:pt x="5544718" y="4999531"/>
                </a:lnTo>
                <a:lnTo>
                  <a:pt x="5541466" y="4993462"/>
                </a:lnTo>
                <a:lnTo>
                  <a:pt x="5540724" y="4986613"/>
                </a:lnTo>
                <a:lnTo>
                  <a:pt x="5542735" y="4979767"/>
                </a:lnTo>
                <a:lnTo>
                  <a:pt x="5547246" y="4974238"/>
                </a:lnTo>
                <a:lnTo>
                  <a:pt x="5553315" y="4970978"/>
                </a:lnTo>
                <a:lnTo>
                  <a:pt x="5560159" y="4970231"/>
                </a:lnTo>
                <a:lnTo>
                  <a:pt x="5566995" y="4972236"/>
                </a:lnTo>
                <a:lnTo>
                  <a:pt x="5572514" y="4976741"/>
                </a:lnTo>
                <a:lnTo>
                  <a:pt x="5575767" y="4982808"/>
                </a:lnTo>
                <a:lnTo>
                  <a:pt x="5576509" y="4989657"/>
                </a:lnTo>
                <a:lnTo>
                  <a:pt x="5574496" y="4996505"/>
                </a:lnTo>
                <a:close/>
              </a:path>
              <a:path w="5993130" h="6322060">
                <a:moveTo>
                  <a:pt x="5755999" y="4661188"/>
                </a:moveTo>
                <a:lnTo>
                  <a:pt x="5750430" y="4668024"/>
                </a:lnTo>
                <a:lnTo>
                  <a:pt x="5742940" y="4672054"/>
                </a:lnTo>
                <a:lnTo>
                  <a:pt x="5734484" y="4672976"/>
                </a:lnTo>
                <a:lnTo>
                  <a:pt x="5726018" y="4670487"/>
                </a:lnTo>
                <a:lnTo>
                  <a:pt x="5719180" y="4664911"/>
                </a:lnTo>
                <a:lnTo>
                  <a:pt x="5715160" y="4657414"/>
                </a:lnTo>
                <a:lnTo>
                  <a:pt x="5714251" y="4648957"/>
                </a:lnTo>
                <a:lnTo>
                  <a:pt x="5716742" y="4640500"/>
                </a:lnTo>
                <a:lnTo>
                  <a:pt x="5722310" y="4633664"/>
                </a:lnTo>
                <a:lnTo>
                  <a:pt x="5729800" y="4629634"/>
                </a:lnTo>
                <a:lnTo>
                  <a:pt x="5738256" y="4628712"/>
                </a:lnTo>
                <a:lnTo>
                  <a:pt x="5746722" y="4631201"/>
                </a:lnTo>
                <a:lnTo>
                  <a:pt x="5753560" y="4636778"/>
                </a:lnTo>
                <a:lnTo>
                  <a:pt x="5757580" y="4644274"/>
                </a:lnTo>
                <a:lnTo>
                  <a:pt x="5758490" y="4652731"/>
                </a:lnTo>
                <a:lnTo>
                  <a:pt x="5755999" y="4661188"/>
                </a:lnTo>
                <a:close/>
              </a:path>
              <a:path w="5993130" h="6322060">
                <a:moveTo>
                  <a:pt x="5937500" y="4325871"/>
                </a:moveTo>
                <a:lnTo>
                  <a:pt x="5930870" y="4334005"/>
                </a:lnTo>
                <a:lnTo>
                  <a:pt x="5921949" y="4338799"/>
                </a:lnTo>
                <a:lnTo>
                  <a:pt x="5911878" y="4339895"/>
                </a:lnTo>
                <a:lnTo>
                  <a:pt x="5901802" y="4336933"/>
                </a:lnTo>
                <a:lnTo>
                  <a:pt x="5893683" y="4330306"/>
                </a:lnTo>
                <a:lnTo>
                  <a:pt x="5888893" y="4321378"/>
                </a:lnTo>
                <a:lnTo>
                  <a:pt x="5887793" y="4311303"/>
                </a:lnTo>
                <a:lnTo>
                  <a:pt x="5890748" y="4301233"/>
                </a:lnTo>
                <a:lnTo>
                  <a:pt x="5897385" y="4293103"/>
                </a:lnTo>
                <a:lnTo>
                  <a:pt x="5906318" y="4288314"/>
                </a:lnTo>
                <a:lnTo>
                  <a:pt x="5916390" y="4287220"/>
                </a:lnTo>
                <a:lnTo>
                  <a:pt x="5926446" y="4290171"/>
                </a:lnTo>
                <a:lnTo>
                  <a:pt x="5934585" y="4296807"/>
                </a:lnTo>
                <a:lnTo>
                  <a:pt x="5939374" y="4305733"/>
                </a:lnTo>
                <a:lnTo>
                  <a:pt x="5940463" y="4315803"/>
                </a:lnTo>
                <a:lnTo>
                  <a:pt x="5937500" y="4325871"/>
                </a:lnTo>
                <a:close/>
              </a:path>
              <a:path w="5993130" h="6322060">
                <a:moveTo>
                  <a:pt x="5542819" y="5840427"/>
                </a:moveTo>
                <a:lnTo>
                  <a:pt x="5541730" y="5842493"/>
                </a:lnTo>
                <a:lnTo>
                  <a:pt x="5540445" y="5842887"/>
                </a:lnTo>
                <a:lnTo>
                  <a:pt x="5538383" y="5841801"/>
                </a:lnTo>
                <a:lnTo>
                  <a:pt x="5537982" y="5840518"/>
                </a:lnTo>
                <a:lnTo>
                  <a:pt x="5539069" y="5838457"/>
                </a:lnTo>
                <a:lnTo>
                  <a:pt x="5540354" y="5838062"/>
                </a:lnTo>
                <a:lnTo>
                  <a:pt x="5542415" y="5839149"/>
                </a:lnTo>
                <a:lnTo>
                  <a:pt x="5542819" y="5840427"/>
                </a:lnTo>
                <a:close/>
              </a:path>
              <a:path w="5993130" h="6322060">
                <a:moveTo>
                  <a:pt x="5726618" y="5503022"/>
                </a:moveTo>
                <a:lnTo>
                  <a:pt x="5722806" y="5510255"/>
                </a:lnTo>
                <a:lnTo>
                  <a:pt x="5718309" y="5511633"/>
                </a:lnTo>
                <a:lnTo>
                  <a:pt x="5711095" y="5507831"/>
                </a:lnTo>
                <a:lnTo>
                  <a:pt x="5709689" y="5503343"/>
                </a:lnTo>
                <a:lnTo>
                  <a:pt x="5713501" y="5496110"/>
                </a:lnTo>
                <a:lnTo>
                  <a:pt x="5717998" y="5494733"/>
                </a:lnTo>
                <a:lnTo>
                  <a:pt x="5725212" y="5498534"/>
                </a:lnTo>
                <a:lnTo>
                  <a:pt x="5726618" y="5503022"/>
                </a:lnTo>
                <a:close/>
              </a:path>
              <a:path w="5993130" h="6322060">
                <a:moveTo>
                  <a:pt x="5911626" y="5165597"/>
                </a:moveTo>
                <a:lnTo>
                  <a:pt x="5904550" y="5179023"/>
                </a:lnTo>
                <a:lnTo>
                  <a:pt x="5896247" y="5181602"/>
                </a:lnTo>
                <a:lnTo>
                  <a:pt x="5882802" y="5174517"/>
                </a:lnTo>
                <a:lnTo>
                  <a:pt x="5880237" y="5166209"/>
                </a:lnTo>
                <a:lnTo>
                  <a:pt x="5887313" y="5152783"/>
                </a:lnTo>
                <a:lnTo>
                  <a:pt x="5895616" y="5150204"/>
                </a:lnTo>
                <a:lnTo>
                  <a:pt x="5909060" y="5157289"/>
                </a:lnTo>
                <a:lnTo>
                  <a:pt x="5911626" y="5165597"/>
                </a:lnTo>
                <a:close/>
              </a:path>
            </a:pathLst>
          </a:custGeom>
          <a:solidFill>
            <a:srgbClr val="7209B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76727"/>
            <a:ext cx="18288000" cy="75102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22932" y="0"/>
            <a:ext cx="2165067" cy="223622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86740" y="2856369"/>
            <a:ext cx="18001615" cy="7047230"/>
          </a:xfrm>
          <a:custGeom>
            <a:avLst/>
            <a:gdLst/>
            <a:ahLst/>
            <a:cxnLst/>
            <a:rect l="l" t="t" r="r" b="b"/>
            <a:pathLst>
              <a:path w="18001615" h="7047230">
                <a:moveTo>
                  <a:pt x="434035" y="5319636"/>
                </a:moveTo>
                <a:lnTo>
                  <a:pt x="429679" y="5294236"/>
                </a:lnTo>
                <a:lnTo>
                  <a:pt x="417664" y="5281536"/>
                </a:lnTo>
                <a:lnTo>
                  <a:pt x="399605" y="5268836"/>
                </a:lnTo>
                <a:lnTo>
                  <a:pt x="377063" y="5256136"/>
                </a:lnTo>
                <a:lnTo>
                  <a:pt x="377063" y="1992236"/>
                </a:lnTo>
                <a:lnTo>
                  <a:pt x="390944" y="1979536"/>
                </a:lnTo>
                <a:lnTo>
                  <a:pt x="402005" y="1966836"/>
                </a:lnTo>
                <a:lnTo>
                  <a:pt x="409308" y="1954136"/>
                </a:lnTo>
                <a:lnTo>
                  <a:pt x="411949" y="1941436"/>
                </a:lnTo>
                <a:lnTo>
                  <a:pt x="408279" y="1928736"/>
                </a:lnTo>
                <a:lnTo>
                  <a:pt x="398284" y="1916036"/>
                </a:lnTo>
                <a:lnTo>
                  <a:pt x="383489" y="1903336"/>
                </a:lnTo>
                <a:lnTo>
                  <a:pt x="347383" y="1903336"/>
                </a:lnTo>
                <a:lnTo>
                  <a:pt x="332587" y="1916036"/>
                </a:lnTo>
                <a:lnTo>
                  <a:pt x="322592" y="1928736"/>
                </a:lnTo>
                <a:lnTo>
                  <a:pt x="318922" y="1941436"/>
                </a:lnTo>
                <a:lnTo>
                  <a:pt x="321564" y="1954136"/>
                </a:lnTo>
                <a:lnTo>
                  <a:pt x="328866" y="1966836"/>
                </a:lnTo>
                <a:lnTo>
                  <a:pt x="339915" y="1979536"/>
                </a:lnTo>
                <a:lnTo>
                  <a:pt x="353809" y="1992236"/>
                </a:lnTo>
                <a:lnTo>
                  <a:pt x="353809" y="5256136"/>
                </a:lnTo>
                <a:lnTo>
                  <a:pt x="331317" y="5268836"/>
                </a:lnTo>
                <a:lnTo>
                  <a:pt x="313245" y="5281536"/>
                </a:lnTo>
                <a:lnTo>
                  <a:pt x="301205" y="5294236"/>
                </a:lnTo>
                <a:lnTo>
                  <a:pt x="296837" y="5319636"/>
                </a:lnTo>
                <a:lnTo>
                  <a:pt x="302234" y="5345036"/>
                </a:lnTo>
                <a:lnTo>
                  <a:pt x="316966" y="5370436"/>
                </a:lnTo>
                <a:lnTo>
                  <a:pt x="338772" y="5383136"/>
                </a:lnTo>
                <a:lnTo>
                  <a:pt x="365429" y="5395836"/>
                </a:lnTo>
                <a:lnTo>
                  <a:pt x="392099" y="5383136"/>
                </a:lnTo>
                <a:lnTo>
                  <a:pt x="413905" y="5370436"/>
                </a:lnTo>
                <a:lnTo>
                  <a:pt x="428625" y="5345036"/>
                </a:lnTo>
                <a:lnTo>
                  <a:pt x="434035" y="5319636"/>
                </a:lnTo>
                <a:close/>
              </a:path>
              <a:path w="18001615" h="7047230">
                <a:moveTo>
                  <a:pt x="1102601" y="2919336"/>
                </a:moveTo>
                <a:lnTo>
                  <a:pt x="1098931" y="2906636"/>
                </a:lnTo>
                <a:lnTo>
                  <a:pt x="1088936" y="2893936"/>
                </a:lnTo>
                <a:lnTo>
                  <a:pt x="1074140" y="2881236"/>
                </a:lnTo>
                <a:lnTo>
                  <a:pt x="1038034" y="2881236"/>
                </a:lnTo>
                <a:lnTo>
                  <a:pt x="1023239" y="2893936"/>
                </a:lnTo>
                <a:lnTo>
                  <a:pt x="1013244" y="2906636"/>
                </a:lnTo>
                <a:lnTo>
                  <a:pt x="1009573" y="2919336"/>
                </a:lnTo>
                <a:lnTo>
                  <a:pt x="1012215" y="2944736"/>
                </a:lnTo>
                <a:lnTo>
                  <a:pt x="1019517" y="2957436"/>
                </a:lnTo>
                <a:lnTo>
                  <a:pt x="1030566" y="2957436"/>
                </a:lnTo>
                <a:lnTo>
                  <a:pt x="1044460" y="2970136"/>
                </a:lnTo>
                <a:lnTo>
                  <a:pt x="1044460" y="3567036"/>
                </a:lnTo>
                <a:lnTo>
                  <a:pt x="701814" y="3909936"/>
                </a:lnTo>
                <a:lnTo>
                  <a:pt x="680110" y="3897236"/>
                </a:lnTo>
                <a:lnTo>
                  <a:pt x="634047" y="3897236"/>
                </a:lnTo>
                <a:lnTo>
                  <a:pt x="613791" y="3909936"/>
                </a:lnTo>
                <a:lnTo>
                  <a:pt x="598754" y="3935336"/>
                </a:lnTo>
                <a:lnTo>
                  <a:pt x="593737" y="3960736"/>
                </a:lnTo>
                <a:lnTo>
                  <a:pt x="598754" y="3986136"/>
                </a:lnTo>
                <a:lnTo>
                  <a:pt x="613791" y="4011536"/>
                </a:lnTo>
                <a:lnTo>
                  <a:pt x="622134" y="4011536"/>
                </a:lnTo>
                <a:lnTo>
                  <a:pt x="631177" y="4024236"/>
                </a:lnTo>
                <a:lnTo>
                  <a:pt x="650646" y="4024236"/>
                </a:lnTo>
                <a:lnTo>
                  <a:pt x="650646" y="5408536"/>
                </a:lnTo>
                <a:lnTo>
                  <a:pt x="61620" y="5916536"/>
                </a:lnTo>
                <a:lnTo>
                  <a:pt x="58369" y="5916536"/>
                </a:lnTo>
                <a:lnTo>
                  <a:pt x="57429" y="5929236"/>
                </a:lnTo>
                <a:lnTo>
                  <a:pt x="56857" y="5929236"/>
                </a:lnTo>
                <a:lnTo>
                  <a:pt x="56857" y="6907136"/>
                </a:lnTo>
                <a:lnTo>
                  <a:pt x="34378" y="6919836"/>
                </a:lnTo>
                <a:lnTo>
                  <a:pt x="16344" y="6932536"/>
                </a:lnTo>
                <a:lnTo>
                  <a:pt x="4343" y="6957936"/>
                </a:lnTo>
                <a:lnTo>
                  <a:pt x="0" y="6983336"/>
                </a:lnTo>
                <a:lnTo>
                  <a:pt x="5397" y="7008736"/>
                </a:lnTo>
                <a:lnTo>
                  <a:pt x="20129" y="7034136"/>
                </a:lnTo>
                <a:lnTo>
                  <a:pt x="41935" y="7046836"/>
                </a:lnTo>
                <a:lnTo>
                  <a:pt x="95250" y="7046836"/>
                </a:lnTo>
                <a:lnTo>
                  <a:pt x="117068" y="7034136"/>
                </a:lnTo>
                <a:lnTo>
                  <a:pt x="131787" y="7008736"/>
                </a:lnTo>
                <a:lnTo>
                  <a:pt x="137198" y="6983336"/>
                </a:lnTo>
                <a:lnTo>
                  <a:pt x="132842" y="6957936"/>
                </a:lnTo>
                <a:lnTo>
                  <a:pt x="120827" y="6932536"/>
                </a:lnTo>
                <a:lnTo>
                  <a:pt x="102755" y="6919836"/>
                </a:lnTo>
                <a:lnTo>
                  <a:pt x="80225" y="6907136"/>
                </a:lnTo>
                <a:lnTo>
                  <a:pt x="80225" y="5929236"/>
                </a:lnTo>
                <a:lnTo>
                  <a:pt x="669950" y="5421236"/>
                </a:lnTo>
                <a:lnTo>
                  <a:pt x="674141" y="5421236"/>
                </a:lnTo>
                <a:lnTo>
                  <a:pt x="674014" y="4024236"/>
                </a:lnTo>
                <a:lnTo>
                  <a:pt x="693496" y="4024236"/>
                </a:lnTo>
                <a:lnTo>
                  <a:pt x="702538" y="4011536"/>
                </a:lnTo>
                <a:lnTo>
                  <a:pt x="710882" y="4011536"/>
                </a:lnTo>
                <a:lnTo>
                  <a:pt x="724877" y="3986136"/>
                </a:lnTo>
                <a:lnTo>
                  <a:pt x="730770" y="3960736"/>
                </a:lnTo>
                <a:lnTo>
                  <a:pt x="728586" y="3948036"/>
                </a:lnTo>
                <a:lnTo>
                  <a:pt x="718324" y="3922636"/>
                </a:lnTo>
                <a:lnTo>
                  <a:pt x="730770" y="3909936"/>
                </a:lnTo>
                <a:lnTo>
                  <a:pt x="1067130" y="3567036"/>
                </a:lnTo>
                <a:lnTo>
                  <a:pt x="1067714" y="3567036"/>
                </a:lnTo>
                <a:lnTo>
                  <a:pt x="1067714" y="2970136"/>
                </a:lnTo>
                <a:lnTo>
                  <a:pt x="1081595" y="2957436"/>
                </a:lnTo>
                <a:lnTo>
                  <a:pt x="1092657" y="2957436"/>
                </a:lnTo>
                <a:lnTo>
                  <a:pt x="1099959" y="2944736"/>
                </a:lnTo>
                <a:lnTo>
                  <a:pt x="1102601" y="2919336"/>
                </a:lnTo>
                <a:close/>
              </a:path>
              <a:path w="18001615" h="7047230">
                <a:moveTo>
                  <a:pt x="1149604" y="4773536"/>
                </a:moveTo>
                <a:lnTo>
                  <a:pt x="1147762" y="4748136"/>
                </a:lnTo>
                <a:lnTo>
                  <a:pt x="1136256" y="4722736"/>
                </a:lnTo>
                <a:lnTo>
                  <a:pt x="1115847" y="4710036"/>
                </a:lnTo>
                <a:lnTo>
                  <a:pt x="1092809" y="4697336"/>
                </a:lnTo>
                <a:lnTo>
                  <a:pt x="1069225" y="4697336"/>
                </a:lnTo>
                <a:lnTo>
                  <a:pt x="1047216" y="4710036"/>
                </a:lnTo>
                <a:lnTo>
                  <a:pt x="1028877" y="4722736"/>
                </a:lnTo>
                <a:lnTo>
                  <a:pt x="992365" y="4697336"/>
                </a:lnTo>
                <a:lnTo>
                  <a:pt x="992365" y="4227436"/>
                </a:lnTo>
                <a:lnTo>
                  <a:pt x="1006259" y="4214736"/>
                </a:lnTo>
                <a:lnTo>
                  <a:pt x="1017308" y="4214736"/>
                </a:lnTo>
                <a:lnTo>
                  <a:pt x="1024610" y="4202036"/>
                </a:lnTo>
                <a:lnTo>
                  <a:pt x="1027252" y="4176636"/>
                </a:lnTo>
                <a:lnTo>
                  <a:pt x="1023581" y="4163936"/>
                </a:lnTo>
                <a:lnTo>
                  <a:pt x="1013587" y="4151236"/>
                </a:lnTo>
                <a:lnTo>
                  <a:pt x="998804" y="4138536"/>
                </a:lnTo>
                <a:lnTo>
                  <a:pt x="962685" y="4138536"/>
                </a:lnTo>
                <a:lnTo>
                  <a:pt x="947902" y="4151236"/>
                </a:lnTo>
                <a:lnTo>
                  <a:pt x="937907" y="4163936"/>
                </a:lnTo>
                <a:lnTo>
                  <a:pt x="934237" y="4176636"/>
                </a:lnTo>
                <a:lnTo>
                  <a:pt x="936879" y="4202036"/>
                </a:lnTo>
                <a:lnTo>
                  <a:pt x="944181" y="4214736"/>
                </a:lnTo>
                <a:lnTo>
                  <a:pt x="955230" y="4214736"/>
                </a:lnTo>
                <a:lnTo>
                  <a:pt x="969111" y="4227436"/>
                </a:lnTo>
                <a:lnTo>
                  <a:pt x="969111" y="4710036"/>
                </a:lnTo>
                <a:lnTo>
                  <a:pt x="969924" y="4710036"/>
                </a:lnTo>
                <a:lnTo>
                  <a:pt x="972832" y="4722736"/>
                </a:lnTo>
                <a:lnTo>
                  <a:pt x="974115" y="4722736"/>
                </a:lnTo>
                <a:lnTo>
                  <a:pt x="1017257" y="4748136"/>
                </a:lnTo>
                <a:lnTo>
                  <a:pt x="1013040" y="4760836"/>
                </a:lnTo>
                <a:lnTo>
                  <a:pt x="1016990" y="4786236"/>
                </a:lnTo>
                <a:lnTo>
                  <a:pt x="1028573" y="4811636"/>
                </a:lnTo>
                <a:lnTo>
                  <a:pt x="1047254" y="4824336"/>
                </a:lnTo>
                <a:lnTo>
                  <a:pt x="1073073" y="4837036"/>
                </a:lnTo>
                <a:lnTo>
                  <a:pt x="1099248" y="4837036"/>
                </a:lnTo>
                <a:lnTo>
                  <a:pt x="1122857" y="4824336"/>
                </a:lnTo>
                <a:lnTo>
                  <a:pt x="1140968" y="4798936"/>
                </a:lnTo>
                <a:lnTo>
                  <a:pt x="1149604" y="4773536"/>
                </a:lnTo>
                <a:close/>
              </a:path>
              <a:path w="18001615" h="7047230">
                <a:moveTo>
                  <a:pt x="1541754" y="4989436"/>
                </a:moveTo>
                <a:lnTo>
                  <a:pt x="1538084" y="4964036"/>
                </a:lnTo>
                <a:lnTo>
                  <a:pt x="1528089" y="4951336"/>
                </a:lnTo>
                <a:lnTo>
                  <a:pt x="1513306" y="4938636"/>
                </a:lnTo>
                <a:lnTo>
                  <a:pt x="1477187" y="4938636"/>
                </a:lnTo>
                <a:lnTo>
                  <a:pt x="1462392" y="4951336"/>
                </a:lnTo>
                <a:lnTo>
                  <a:pt x="1452410" y="4964036"/>
                </a:lnTo>
                <a:lnTo>
                  <a:pt x="1448739" y="4989436"/>
                </a:lnTo>
                <a:lnTo>
                  <a:pt x="1451368" y="5002136"/>
                </a:lnTo>
                <a:lnTo>
                  <a:pt x="1458671" y="5014836"/>
                </a:lnTo>
                <a:lnTo>
                  <a:pt x="1469732" y="5027536"/>
                </a:lnTo>
                <a:lnTo>
                  <a:pt x="1483614" y="5027536"/>
                </a:lnTo>
                <a:lnTo>
                  <a:pt x="1483614" y="5319636"/>
                </a:lnTo>
                <a:lnTo>
                  <a:pt x="720178" y="6081636"/>
                </a:lnTo>
                <a:lnTo>
                  <a:pt x="718781" y="6081636"/>
                </a:lnTo>
                <a:lnTo>
                  <a:pt x="717499" y="6094336"/>
                </a:lnTo>
                <a:lnTo>
                  <a:pt x="716114" y="6094336"/>
                </a:lnTo>
                <a:lnTo>
                  <a:pt x="716114" y="6437236"/>
                </a:lnTo>
                <a:lnTo>
                  <a:pt x="693635" y="6449936"/>
                </a:lnTo>
                <a:lnTo>
                  <a:pt x="675601" y="6462636"/>
                </a:lnTo>
                <a:lnTo>
                  <a:pt x="663613" y="6488036"/>
                </a:lnTo>
                <a:lnTo>
                  <a:pt x="659257" y="6500736"/>
                </a:lnTo>
                <a:lnTo>
                  <a:pt x="664654" y="6538836"/>
                </a:lnTo>
                <a:lnTo>
                  <a:pt x="679386" y="6551536"/>
                </a:lnTo>
                <a:lnTo>
                  <a:pt x="701192" y="6564236"/>
                </a:lnTo>
                <a:lnTo>
                  <a:pt x="727849" y="6576936"/>
                </a:lnTo>
                <a:lnTo>
                  <a:pt x="754519" y="6564236"/>
                </a:lnTo>
                <a:lnTo>
                  <a:pt x="776325" y="6551536"/>
                </a:lnTo>
                <a:lnTo>
                  <a:pt x="791044" y="6538836"/>
                </a:lnTo>
                <a:lnTo>
                  <a:pt x="796455" y="6500736"/>
                </a:lnTo>
                <a:lnTo>
                  <a:pt x="792099" y="6488036"/>
                </a:lnTo>
                <a:lnTo>
                  <a:pt x="780084" y="6462636"/>
                </a:lnTo>
                <a:lnTo>
                  <a:pt x="762025" y="6449936"/>
                </a:lnTo>
                <a:lnTo>
                  <a:pt x="739482" y="6437236"/>
                </a:lnTo>
                <a:lnTo>
                  <a:pt x="739482" y="6094336"/>
                </a:lnTo>
                <a:lnTo>
                  <a:pt x="1506296" y="5332336"/>
                </a:lnTo>
                <a:lnTo>
                  <a:pt x="1507223" y="5332336"/>
                </a:lnTo>
                <a:lnTo>
                  <a:pt x="1506867" y="5319636"/>
                </a:lnTo>
                <a:lnTo>
                  <a:pt x="1506867" y="5027536"/>
                </a:lnTo>
                <a:lnTo>
                  <a:pt x="1520761" y="5027536"/>
                </a:lnTo>
                <a:lnTo>
                  <a:pt x="1531810" y="5014836"/>
                </a:lnTo>
                <a:lnTo>
                  <a:pt x="1539113" y="5002136"/>
                </a:lnTo>
                <a:lnTo>
                  <a:pt x="1541754" y="4989436"/>
                </a:lnTo>
                <a:close/>
              </a:path>
              <a:path w="18001615" h="7047230">
                <a:moveTo>
                  <a:pt x="2899803" y="6373736"/>
                </a:moveTo>
                <a:lnTo>
                  <a:pt x="2894393" y="6348336"/>
                </a:lnTo>
                <a:lnTo>
                  <a:pt x="2879674" y="6322936"/>
                </a:lnTo>
                <a:lnTo>
                  <a:pt x="2857868" y="6310236"/>
                </a:lnTo>
                <a:lnTo>
                  <a:pt x="2807144" y="6310236"/>
                </a:lnTo>
                <a:lnTo>
                  <a:pt x="2786773" y="6322936"/>
                </a:lnTo>
                <a:lnTo>
                  <a:pt x="2771698" y="6335636"/>
                </a:lnTo>
                <a:lnTo>
                  <a:pt x="2763532" y="6361036"/>
                </a:lnTo>
                <a:lnTo>
                  <a:pt x="1834286" y="6361036"/>
                </a:lnTo>
                <a:lnTo>
                  <a:pt x="1420482" y="6780136"/>
                </a:lnTo>
                <a:lnTo>
                  <a:pt x="673315" y="6780136"/>
                </a:lnTo>
                <a:lnTo>
                  <a:pt x="479615" y="6576936"/>
                </a:lnTo>
                <a:lnTo>
                  <a:pt x="479615" y="6018136"/>
                </a:lnTo>
                <a:lnTo>
                  <a:pt x="1221663" y="5345036"/>
                </a:lnTo>
                <a:lnTo>
                  <a:pt x="1224559" y="5345036"/>
                </a:lnTo>
                <a:lnTo>
                  <a:pt x="1225727" y="5332336"/>
                </a:lnTo>
                <a:lnTo>
                  <a:pt x="1225499" y="5332336"/>
                </a:lnTo>
                <a:lnTo>
                  <a:pt x="1225499" y="4392536"/>
                </a:lnTo>
                <a:lnTo>
                  <a:pt x="1239380" y="4392536"/>
                </a:lnTo>
                <a:lnTo>
                  <a:pt x="1250429" y="4379836"/>
                </a:lnTo>
                <a:lnTo>
                  <a:pt x="1257744" y="4367136"/>
                </a:lnTo>
                <a:lnTo>
                  <a:pt x="1260373" y="4354436"/>
                </a:lnTo>
                <a:lnTo>
                  <a:pt x="1256703" y="4329036"/>
                </a:lnTo>
                <a:lnTo>
                  <a:pt x="1246708" y="4316336"/>
                </a:lnTo>
                <a:lnTo>
                  <a:pt x="1231925" y="4303636"/>
                </a:lnTo>
                <a:lnTo>
                  <a:pt x="1195806" y="4303636"/>
                </a:lnTo>
                <a:lnTo>
                  <a:pt x="1181023" y="4316336"/>
                </a:lnTo>
                <a:lnTo>
                  <a:pt x="1171028" y="4329036"/>
                </a:lnTo>
                <a:lnTo>
                  <a:pt x="1167358" y="4354436"/>
                </a:lnTo>
                <a:lnTo>
                  <a:pt x="1170000" y="4367136"/>
                </a:lnTo>
                <a:lnTo>
                  <a:pt x="1177302" y="4379836"/>
                </a:lnTo>
                <a:lnTo>
                  <a:pt x="1188351" y="4392536"/>
                </a:lnTo>
                <a:lnTo>
                  <a:pt x="1202245" y="4392536"/>
                </a:lnTo>
                <a:lnTo>
                  <a:pt x="1202245" y="5332336"/>
                </a:lnTo>
                <a:lnTo>
                  <a:pt x="460895" y="6005436"/>
                </a:lnTo>
                <a:lnTo>
                  <a:pt x="457873" y="6005436"/>
                </a:lnTo>
                <a:lnTo>
                  <a:pt x="456946" y="6018136"/>
                </a:lnTo>
                <a:lnTo>
                  <a:pt x="456361" y="6018136"/>
                </a:lnTo>
                <a:lnTo>
                  <a:pt x="456361" y="6589636"/>
                </a:lnTo>
                <a:lnTo>
                  <a:pt x="459155" y="6589636"/>
                </a:lnTo>
                <a:lnTo>
                  <a:pt x="662393" y="6792836"/>
                </a:lnTo>
                <a:lnTo>
                  <a:pt x="665302" y="6805536"/>
                </a:lnTo>
                <a:lnTo>
                  <a:pt x="1429321" y="6805536"/>
                </a:lnTo>
                <a:lnTo>
                  <a:pt x="1431874" y="6792836"/>
                </a:lnTo>
                <a:lnTo>
                  <a:pt x="1433156" y="6792836"/>
                </a:lnTo>
                <a:lnTo>
                  <a:pt x="1446034" y="6780136"/>
                </a:lnTo>
                <a:lnTo>
                  <a:pt x="1845449" y="6386436"/>
                </a:lnTo>
                <a:lnTo>
                  <a:pt x="2763647" y="6386436"/>
                </a:lnTo>
                <a:lnTo>
                  <a:pt x="2771749" y="6411836"/>
                </a:lnTo>
                <a:lnTo>
                  <a:pt x="2786786" y="6424536"/>
                </a:lnTo>
                <a:lnTo>
                  <a:pt x="2807144" y="6437236"/>
                </a:lnTo>
                <a:lnTo>
                  <a:pt x="2857868" y="6437236"/>
                </a:lnTo>
                <a:lnTo>
                  <a:pt x="2879674" y="6424536"/>
                </a:lnTo>
                <a:lnTo>
                  <a:pt x="2894393" y="6399136"/>
                </a:lnTo>
                <a:lnTo>
                  <a:pt x="2897098" y="6386436"/>
                </a:lnTo>
                <a:lnTo>
                  <a:pt x="2899803" y="6373736"/>
                </a:lnTo>
                <a:close/>
              </a:path>
              <a:path w="18001615" h="7047230">
                <a:moveTo>
                  <a:pt x="3617074" y="6551536"/>
                </a:moveTo>
                <a:lnTo>
                  <a:pt x="3613404" y="6538836"/>
                </a:lnTo>
                <a:lnTo>
                  <a:pt x="3603421" y="6526136"/>
                </a:lnTo>
                <a:lnTo>
                  <a:pt x="3588626" y="6513436"/>
                </a:lnTo>
                <a:lnTo>
                  <a:pt x="3555136" y="6513436"/>
                </a:lnTo>
                <a:lnTo>
                  <a:pt x="3541877" y="6526136"/>
                </a:lnTo>
                <a:lnTo>
                  <a:pt x="3531717" y="6526136"/>
                </a:lnTo>
                <a:lnTo>
                  <a:pt x="3525570" y="6538836"/>
                </a:lnTo>
                <a:lnTo>
                  <a:pt x="2308568" y="6538836"/>
                </a:lnTo>
                <a:lnTo>
                  <a:pt x="2305888" y="6551536"/>
                </a:lnTo>
                <a:lnTo>
                  <a:pt x="2302052" y="6551536"/>
                </a:lnTo>
                <a:lnTo>
                  <a:pt x="1877542" y="6970636"/>
                </a:lnTo>
                <a:lnTo>
                  <a:pt x="502399" y="6970636"/>
                </a:lnTo>
                <a:lnTo>
                  <a:pt x="261607" y="6729336"/>
                </a:lnTo>
                <a:lnTo>
                  <a:pt x="261607" y="6386436"/>
                </a:lnTo>
                <a:lnTo>
                  <a:pt x="284149" y="6373736"/>
                </a:lnTo>
                <a:lnTo>
                  <a:pt x="302209" y="6361036"/>
                </a:lnTo>
                <a:lnTo>
                  <a:pt x="314223" y="6335636"/>
                </a:lnTo>
                <a:lnTo>
                  <a:pt x="318579" y="6322936"/>
                </a:lnTo>
                <a:lnTo>
                  <a:pt x="313169" y="6284836"/>
                </a:lnTo>
                <a:lnTo>
                  <a:pt x="298450" y="6272136"/>
                </a:lnTo>
                <a:lnTo>
                  <a:pt x="276644" y="6259436"/>
                </a:lnTo>
                <a:lnTo>
                  <a:pt x="249974" y="6246736"/>
                </a:lnTo>
                <a:lnTo>
                  <a:pt x="223316" y="6259436"/>
                </a:lnTo>
                <a:lnTo>
                  <a:pt x="201510" y="6272136"/>
                </a:lnTo>
                <a:lnTo>
                  <a:pt x="186778" y="6284836"/>
                </a:lnTo>
                <a:lnTo>
                  <a:pt x="181381" y="6322936"/>
                </a:lnTo>
                <a:lnTo>
                  <a:pt x="185737" y="6335636"/>
                </a:lnTo>
                <a:lnTo>
                  <a:pt x="197739" y="6361036"/>
                </a:lnTo>
                <a:lnTo>
                  <a:pt x="215811" y="6373736"/>
                </a:lnTo>
                <a:lnTo>
                  <a:pt x="238353" y="6386436"/>
                </a:lnTo>
                <a:lnTo>
                  <a:pt x="238353" y="6742036"/>
                </a:lnTo>
                <a:lnTo>
                  <a:pt x="242303" y="6742036"/>
                </a:lnTo>
                <a:lnTo>
                  <a:pt x="492175" y="6996036"/>
                </a:lnTo>
                <a:lnTo>
                  <a:pt x="1891144" y="6996036"/>
                </a:lnTo>
                <a:lnTo>
                  <a:pt x="1916049" y="6970636"/>
                </a:lnTo>
                <a:lnTo>
                  <a:pt x="2314486" y="6564236"/>
                </a:lnTo>
                <a:lnTo>
                  <a:pt x="3525570" y="6564236"/>
                </a:lnTo>
                <a:lnTo>
                  <a:pt x="3531781" y="6576936"/>
                </a:lnTo>
                <a:lnTo>
                  <a:pt x="3541966" y="6589636"/>
                </a:lnTo>
                <a:lnTo>
                  <a:pt x="3555200" y="6602336"/>
                </a:lnTo>
                <a:lnTo>
                  <a:pt x="3588626" y="6602336"/>
                </a:lnTo>
                <a:lnTo>
                  <a:pt x="3603421" y="6589636"/>
                </a:lnTo>
                <a:lnTo>
                  <a:pt x="3613404" y="6576936"/>
                </a:lnTo>
                <a:lnTo>
                  <a:pt x="3615245" y="6564236"/>
                </a:lnTo>
                <a:lnTo>
                  <a:pt x="3617074" y="6551536"/>
                </a:lnTo>
                <a:close/>
              </a:path>
              <a:path w="18001615" h="7047230">
                <a:moveTo>
                  <a:pt x="4374007" y="6284836"/>
                </a:moveTo>
                <a:lnTo>
                  <a:pt x="4370336" y="6272136"/>
                </a:lnTo>
                <a:lnTo>
                  <a:pt x="4360342" y="6246736"/>
                </a:lnTo>
                <a:lnTo>
                  <a:pt x="4345559" y="6246736"/>
                </a:lnTo>
                <a:lnTo>
                  <a:pt x="4327499" y="6234036"/>
                </a:lnTo>
                <a:lnTo>
                  <a:pt x="4312056" y="6246736"/>
                </a:lnTo>
                <a:lnTo>
                  <a:pt x="4298810" y="6246736"/>
                </a:lnTo>
                <a:lnTo>
                  <a:pt x="4288650" y="6259436"/>
                </a:lnTo>
                <a:lnTo>
                  <a:pt x="4282503" y="6272136"/>
                </a:lnTo>
                <a:lnTo>
                  <a:pt x="3656965" y="6272136"/>
                </a:lnTo>
                <a:lnTo>
                  <a:pt x="3492322" y="5992736"/>
                </a:lnTo>
                <a:lnTo>
                  <a:pt x="3507854" y="5967336"/>
                </a:lnTo>
                <a:lnTo>
                  <a:pt x="3516045" y="5954636"/>
                </a:lnTo>
                <a:lnTo>
                  <a:pt x="3516160" y="5941936"/>
                </a:lnTo>
                <a:lnTo>
                  <a:pt x="3516287" y="5929236"/>
                </a:lnTo>
                <a:lnTo>
                  <a:pt x="3508019" y="5903836"/>
                </a:lnTo>
                <a:lnTo>
                  <a:pt x="3489922" y="5878436"/>
                </a:lnTo>
                <a:lnTo>
                  <a:pt x="3466350" y="5865736"/>
                </a:lnTo>
                <a:lnTo>
                  <a:pt x="3440176" y="5865736"/>
                </a:lnTo>
                <a:lnTo>
                  <a:pt x="3414306" y="5878436"/>
                </a:lnTo>
                <a:lnTo>
                  <a:pt x="3401885" y="5891136"/>
                </a:lnTo>
                <a:lnTo>
                  <a:pt x="3392093" y="5891136"/>
                </a:lnTo>
                <a:lnTo>
                  <a:pt x="3385096" y="5916536"/>
                </a:lnTo>
                <a:lnTo>
                  <a:pt x="3381044" y="5929236"/>
                </a:lnTo>
                <a:lnTo>
                  <a:pt x="2464943" y="5929236"/>
                </a:lnTo>
                <a:lnTo>
                  <a:pt x="2339606" y="6145136"/>
                </a:lnTo>
                <a:lnTo>
                  <a:pt x="1764766" y="6145136"/>
                </a:lnTo>
                <a:lnTo>
                  <a:pt x="1350721" y="6564236"/>
                </a:lnTo>
                <a:lnTo>
                  <a:pt x="990396" y="6564236"/>
                </a:lnTo>
                <a:lnTo>
                  <a:pt x="990396" y="6221336"/>
                </a:lnTo>
                <a:lnTo>
                  <a:pt x="1012926" y="6208636"/>
                </a:lnTo>
                <a:lnTo>
                  <a:pt x="1030998" y="6195936"/>
                </a:lnTo>
                <a:lnTo>
                  <a:pt x="1043012" y="6170536"/>
                </a:lnTo>
                <a:lnTo>
                  <a:pt x="1047369" y="6145136"/>
                </a:lnTo>
                <a:lnTo>
                  <a:pt x="1041958" y="6119736"/>
                </a:lnTo>
                <a:lnTo>
                  <a:pt x="1027239" y="6107036"/>
                </a:lnTo>
                <a:lnTo>
                  <a:pt x="1005433" y="6081636"/>
                </a:lnTo>
                <a:lnTo>
                  <a:pt x="952106" y="6081636"/>
                </a:lnTo>
                <a:lnTo>
                  <a:pt x="930300" y="6107036"/>
                </a:lnTo>
                <a:lnTo>
                  <a:pt x="915568" y="6119736"/>
                </a:lnTo>
                <a:lnTo>
                  <a:pt x="910170" y="6145136"/>
                </a:lnTo>
                <a:lnTo>
                  <a:pt x="914527" y="6170536"/>
                </a:lnTo>
                <a:lnTo>
                  <a:pt x="926528" y="6195936"/>
                </a:lnTo>
                <a:lnTo>
                  <a:pt x="944600" y="6208636"/>
                </a:lnTo>
                <a:lnTo>
                  <a:pt x="967143" y="6221336"/>
                </a:lnTo>
                <a:lnTo>
                  <a:pt x="967143" y="6576936"/>
                </a:lnTo>
                <a:lnTo>
                  <a:pt x="972832" y="6589636"/>
                </a:lnTo>
                <a:lnTo>
                  <a:pt x="1364322" y="6589636"/>
                </a:lnTo>
                <a:lnTo>
                  <a:pt x="1389354" y="6564236"/>
                </a:lnTo>
                <a:lnTo>
                  <a:pt x="1777314" y="6170536"/>
                </a:lnTo>
                <a:lnTo>
                  <a:pt x="2356345" y="6170536"/>
                </a:lnTo>
                <a:lnTo>
                  <a:pt x="2481694" y="5941936"/>
                </a:lnTo>
                <a:lnTo>
                  <a:pt x="3380930" y="5941936"/>
                </a:lnTo>
                <a:lnTo>
                  <a:pt x="3382213" y="5954636"/>
                </a:lnTo>
                <a:lnTo>
                  <a:pt x="3385007" y="5967336"/>
                </a:lnTo>
                <a:lnTo>
                  <a:pt x="3389185" y="5967336"/>
                </a:lnTo>
                <a:lnTo>
                  <a:pt x="3405098" y="5992736"/>
                </a:lnTo>
                <a:lnTo>
                  <a:pt x="3425647" y="6005436"/>
                </a:lnTo>
                <a:lnTo>
                  <a:pt x="3472319" y="6005436"/>
                </a:lnTo>
                <a:lnTo>
                  <a:pt x="3640213" y="6297536"/>
                </a:lnTo>
                <a:lnTo>
                  <a:pt x="4282503" y="6297536"/>
                </a:lnTo>
                <a:lnTo>
                  <a:pt x="4288714" y="6310236"/>
                </a:lnTo>
                <a:lnTo>
                  <a:pt x="4298899" y="6322936"/>
                </a:lnTo>
                <a:lnTo>
                  <a:pt x="4312132" y="6335636"/>
                </a:lnTo>
                <a:lnTo>
                  <a:pt x="4327499" y="6335636"/>
                </a:lnTo>
                <a:lnTo>
                  <a:pt x="4345559" y="6322936"/>
                </a:lnTo>
                <a:lnTo>
                  <a:pt x="4360342" y="6322936"/>
                </a:lnTo>
                <a:lnTo>
                  <a:pt x="4370336" y="6297536"/>
                </a:lnTo>
                <a:lnTo>
                  <a:pt x="4374007" y="6284836"/>
                </a:lnTo>
                <a:close/>
              </a:path>
              <a:path w="18001615" h="7047230">
                <a:moveTo>
                  <a:pt x="5151983" y="6767436"/>
                </a:moveTo>
                <a:lnTo>
                  <a:pt x="5148313" y="6754736"/>
                </a:lnTo>
                <a:lnTo>
                  <a:pt x="5138318" y="6742036"/>
                </a:lnTo>
                <a:lnTo>
                  <a:pt x="5123523" y="6729336"/>
                </a:lnTo>
                <a:lnTo>
                  <a:pt x="5076774" y="6729336"/>
                </a:lnTo>
                <a:lnTo>
                  <a:pt x="5066614" y="6742036"/>
                </a:lnTo>
                <a:lnTo>
                  <a:pt x="5060467" y="6754736"/>
                </a:lnTo>
                <a:lnTo>
                  <a:pt x="2484602" y="6754736"/>
                </a:lnTo>
                <a:lnTo>
                  <a:pt x="2476449" y="6742036"/>
                </a:lnTo>
                <a:lnTo>
                  <a:pt x="2461399" y="6716636"/>
                </a:lnTo>
                <a:lnTo>
                  <a:pt x="2441041" y="6703936"/>
                </a:lnTo>
                <a:lnTo>
                  <a:pt x="2390267" y="6703936"/>
                </a:lnTo>
                <a:lnTo>
                  <a:pt x="2368461" y="6716636"/>
                </a:lnTo>
                <a:lnTo>
                  <a:pt x="2353729" y="6742036"/>
                </a:lnTo>
                <a:lnTo>
                  <a:pt x="2348331" y="6767436"/>
                </a:lnTo>
                <a:lnTo>
                  <a:pt x="2353729" y="6792836"/>
                </a:lnTo>
                <a:lnTo>
                  <a:pt x="2368461" y="6818236"/>
                </a:lnTo>
                <a:lnTo>
                  <a:pt x="2390267" y="6830936"/>
                </a:lnTo>
                <a:lnTo>
                  <a:pt x="2416924" y="6843636"/>
                </a:lnTo>
                <a:lnTo>
                  <a:pt x="2440990" y="6830936"/>
                </a:lnTo>
                <a:lnTo>
                  <a:pt x="2461361" y="6818236"/>
                </a:lnTo>
                <a:lnTo>
                  <a:pt x="2476423" y="6805536"/>
                </a:lnTo>
                <a:lnTo>
                  <a:pt x="2484602" y="6780136"/>
                </a:lnTo>
                <a:lnTo>
                  <a:pt x="5060467" y="6780136"/>
                </a:lnTo>
                <a:lnTo>
                  <a:pt x="5066690" y="6792836"/>
                </a:lnTo>
                <a:lnTo>
                  <a:pt x="5076863" y="6805536"/>
                </a:lnTo>
                <a:lnTo>
                  <a:pt x="5090096" y="6818236"/>
                </a:lnTo>
                <a:lnTo>
                  <a:pt x="5123523" y="6818236"/>
                </a:lnTo>
                <a:lnTo>
                  <a:pt x="5138318" y="6805536"/>
                </a:lnTo>
                <a:lnTo>
                  <a:pt x="5148313" y="6792836"/>
                </a:lnTo>
                <a:lnTo>
                  <a:pt x="5150142" y="6780136"/>
                </a:lnTo>
                <a:lnTo>
                  <a:pt x="5151983" y="6767436"/>
                </a:lnTo>
                <a:close/>
              </a:path>
              <a:path w="18001615" h="7047230">
                <a:moveTo>
                  <a:pt x="17542688" y="1725930"/>
                </a:moveTo>
                <a:lnTo>
                  <a:pt x="17537278" y="1699272"/>
                </a:lnTo>
                <a:lnTo>
                  <a:pt x="17522559" y="1677454"/>
                </a:lnTo>
                <a:lnTo>
                  <a:pt x="17500753" y="1662734"/>
                </a:lnTo>
                <a:lnTo>
                  <a:pt x="17474083" y="1657324"/>
                </a:lnTo>
                <a:lnTo>
                  <a:pt x="17447425" y="1662734"/>
                </a:lnTo>
                <a:lnTo>
                  <a:pt x="17425620" y="1677454"/>
                </a:lnTo>
                <a:lnTo>
                  <a:pt x="17410888" y="1699272"/>
                </a:lnTo>
                <a:lnTo>
                  <a:pt x="17405490" y="1725930"/>
                </a:lnTo>
                <a:lnTo>
                  <a:pt x="17409859" y="1749996"/>
                </a:lnTo>
                <a:lnTo>
                  <a:pt x="17421898" y="1770354"/>
                </a:lnTo>
                <a:lnTo>
                  <a:pt x="17439971" y="1785429"/>
                </a:lnTo>
                <a:lnTo>
                  <a:pt x="17462462" y="1793595"/>
                </a:lnTo>
                <a:lnTo>
                  <a:pt x="17462462" y="5060480"/>
                </a:lnTo>
                <a:lnTo>
                  <a:pt x="17448505" y="5066690"/>
                </a:lnTo>
                <a:lnTo>
                  <a:pt x="17437469" y="5076863"/>
                </a:lnTo>
                <a:lnTo>
                  <a:pt x="17430204" y="5090096"/>
                </a:lnTo>
                <a:lnTo>
                  <a:pt x="17427575" y="5105476"/>
                </a:lnTo>
                <a:lnTo>
                  <a:pt x="17431246" y="5123535"/>
                </a:lnTo>
                <a:lnTo>
                  <a:pt x="17441241" y="5138318"/>
                </a:lnTo>
                <a:lnTo>
                  <a:pt x="17456023" y="5148313"/>
                </a:lnTo>
                <a:lnTo>
                  <a:pt x="17471225" y="5151399"/>
                </a:lnTo>
                <a:lnTo>
                  <a:pt x="17476953" y="5151399"/>
                </a:lnTo>
                <a:lnTo>
                  <a:pt x="17492142" y="5148313"/>
                </a:lnTo>
                <a:lnTo>
                  <a:pt x="17506938" y="5138318"/>
                </a:lnTo>
                <a:lnTo>
                  <a:pt x="17516933" y="5123535"/>
                </a:lnTo>
                <a:lnTo>
                  <a:pt x="17520603" y="5105476"/>
                </a:lnTo>
                <a:lnTo>
                  <a:pt x="17517961" y="5090096"/>
                </a:lnTo>
                <a:lnTo>
                  <a:pt x="17510659" y="5076863"/>
                </a:lnTo>
                <a:lnTo>
                  <a:pt x="17499597" y="5066690"/>
                </a:lnTo>
                <a:lnTo>
                  <a:pt x="17485716" y="5060480"/>
                </a:lnTo>
                <a:lnTo>
                  <a:pt x="17485716" y="1793595"/>
                </a:lnTo>
                <a:lnTo>
                  <a:pt x="17508258" y="1785429"/>
                </a:lnTo>
                <a:lnTo>
                  <a:pt x="17526318" y="1770354"/>
                </a:lnTo>
                <a:lnTo>
                  <a:pt x="17538332" y="1749996"/>
                </a:lnTo>
                <a:lnTo>
                  <a:pt x="17542688" y="1725930"/>
                </a:lnTo>
                <a:close/>
              </a:path>
              <a:path w="18001615" h="7047230">
                <a:moveTo>
                  <a:pt x="18001260" y="3303143"/>
                </a:moveTo>
                <a:lnTo>
                  <a:pt x="17843361" y="3145256"/>
                </a:lnTo>
                <a:lnTo>
                  <a:pt x="17826978" y="3128861"/>
                </a:lnTo>
                <a:lnTo>
                  <a:pt x="17837239" y="3107182"/>
                </a:lnTo>
                <a:lnTo>
                  <a:pt x="17839424" y="3083928"/>
                </a:lnTo>
                <a:lnTo>
                  <a:pt x="17819535" y="3040837"/>
                </a:lnTo>
                <a:lnTo>
                  <a:pt x="17782667" y="3021774"/>
                </a:lnTo>
                <a:lnTo>
                  <a:pt x="17782794" y="1629537"/>
                </a:lnTo>
                <a:lnTo>
                  <a:pt x="17781512" y="1626171"/>
                </a:lnTo>
                <a:lnTo>
                  <a:pt x="17778603" y="1623606"/>
                </a:lnTo>
                <a:lnTo>
                  <a:pt x="17188879" y="1116787"/>
                </a:lnTo>
                <a:lnTo>
                  <a:pt x="17188879" y="136271"/>
                </a:lnTo>
                <a:lnTo>
                  <a:pt x="17211409" y="128092"/>
                </a:lnTo>
                <a:lnTo>
                  <a:pt x="17229481" y="113030"/>
                </a:lnTo>
                <a:lnTo>
                  <a:pt x="17241495" y="92659"/>
                </a:lnTo>
                <a:lnTo>
                  <a:pt x="17245851" y="68592"/>
                </a:lnTo>
                <a:lnTo>
                  <a:pt x="17240441" y="41935"/>
                </a:lnTo>
                <a:lnTo>
                  <a:pt x="17225722" y="20129"/>
                </a:lnTo>
                <a:lnTo>
                  <a:pt x="17203903" y="5397"/>
                </a:lnTo>
                <a:lnTo>
                  <a:pt x="17177246" y="0"/>
                </a:lnTo>
                <a:lnTo>
                  <a:pt x="17150588" y="5397"/>
                </a:lnTo>
                <a:lnTo>
                  <a:pt x="17128782" y="20129"/>
                </a:lnTo>
                <a:lnTo>
                  <a:pt x="17114050" y="41935"/>
                </a:lnTo>
                <a:lnTo>
                  <a:pt x="17109224" y="65735"/>
                </a:lnTo>
                <a:lnTo>
                  <a:pt x="17109224" y="71805"/>
                </a:lnTo>
                <a:lnTo>
                  <a:pt x="17113009" y="92659"/>
                </a:lnTo>
                <a:lnTo>
                  <a:pt x="17125011" y="113030"/>
                </a:lnTo>
                <a:lnTo>
                  <a:pt x="17143172" y="128092"/>
                </a:lnTo>
                <a:lnTo>
                  <a:pt x="17165828" y="136271"/>
                </a:lnTo>
                <a:lnTo>
                  <a:pt x="17165498" y="136271"/>
                </a:lnTo>
                <a:lnTo>
                  <a:pt x="17165498" y="1123289"/>
                </a:lnTo>
                <a:lnTo>
                  <a:pt x="17165739" y="1124343"/>
                </a:lnTo>
                <a:lnTo>
                  <a:pt x="17166082" y="1125499"/>
                </a:lnTo>
                <a:lnTo>
                  <a:pt x="17167009" y="1128179"/>
                </a:lnTo>
                <a:lnTo>
                  <a:pt x="17168406" y="1130160"/>
                </a:lnTo>
                <a:lnTo>
                  <a:pt x="17170273" y="1131430"/>
                </a:lnTo>
                <a:lnTo>
                  <a:pt x="17759299" y="1637563"/>
                </a:lnTo>
                <a:lnTo>
                  <a:pt x="17759299" y="3021774"/>
                </a:lnTo>
                <a:lnTo>
                  <a:pt x="17758842" y="3021774"/>
                </a:lnTo>
                <a:lnTo>
                  <a:pt x="17748923" y="3024276"/>
                </a:lnTo>
                <a:lnTo>
                  <a:pt x="17749114" y="3024276"/>
                </a:lnTo>
                <a:lnTo>
                  <a:pt x="17739640" y="3028302"/>
                </a:lnTo>
                <a:lnTo>
                  <a:pt x="17730648" y="3033826"/>
                </a:lnTo>
                <a:lnTo>
                  <a:pt x="17722368" y="3040837"/>
                </a:lnTo>
                <a:lnTo>
                  <a:pt x="17707407" y="3063633"/>
                </a:lnTo>
                <a:lnTo>
                  <a:pt x="17702391" y="3089313"/>
                </a:lnTo>
                <a:lnTo>
                  <a:pt x="17707407" y="3114967"/>
                </a:lnTo>
                <a:lnTo>
                  <a:pt x="17722444" y="3137814"/>
                </a:lnTo>
                <a:lnTo>
                  <a:pt x="17742700" y="3151759"/>
                </a:lnTo>
                <a:lnTo>
                  <a:pt x="17765497" y="3157664"/>
                </a:lnTo>
                <a:lnTo>
                  <a:pt x="17788763" y="3155505"/>
                </a:lnTo>
                <a:lnTo>
                  <a:pt x="17810455" y="3145256"/>
                </a:lnTo>
                <a:lnTo>
                  <a:pt x="18001260" y="3336048"/>
                </a:lnTo>
                <a:lnTo>
                  <a:pt x="18001260" y="3303143"/>
                </a:lnTo>
                <a:close/>
              </a:path>
              <a:path w="18001615" h="7047230">
                <a:moveTo>
                  <a:pt x="18001260" y="1102944"/>
                </a:moveTo>
                <a:lnTo>
                  <a:pt x="17848136" y="949820"/>
                </a:lnTo>
                <a:lnTo>
                  <a:pt x="17848136" y="610768"/>
                </a:lnTo>
                <a:lnTo>
                  <a:pt x="17847806" y="610768"/>
                </a:lnTo>
                <a:lnTo>
                  <a:pt x="17870539" y="602538"/>
                </a:lnTo>
                <a:lnTo>
                  <a:pt x="17888725" y="587425"/>
                </a:lnTo>
                <a:lnTo>
                  <a:pt x="17900752" y="567042"/>
                </a:lnTo>
                <a:lnTo>
                  <a:pt x="17905108" y="542988"/>
                </a:lnTo>
                <a:lnTo>
                  <a:pt x="17899698" y="516318"/>
                </a:lnTo>
                <a:lnTo>
                  <a:pt x="17884979" y="494512"/>
                </a:lnTo>
                <a:lnTo>
                  <a:pt x="17863173" y="479793"/>
                </a:lnTo>
                <a:lnTo>
                  <a:pt x="17836503" y="474383"/>
                </a:lnTo>
                <a:lnTo>
                  <a:pt x="17809845" y="479793"/>
                </a:lnTo>
                <a:lnTo>
                  <a:pt x="17788039" y="494512"/>
                </a:lnTo>
                <a:lnTo>
                  <a:pt x="17773307" y="516318"/>
                </a:lnTo>
                <a:lnTo>
                  <a:pt x="17767910" y="542988"/>
                </a:lnTo>
                <a:lnTo>
                  <a:pt x="17772266" y="567042"/>
                </a:lnTo>
                <a:lnTo>
                  <a:pt x="17784255" y="587425"/>
                </a:lnTo>
                <a:lnTo>
                  <a:pt x="17802289" y="602538"/>
                </a:lnTo>
                <a:lnTo>
                  <a:pt x="17824768" y="610768"/>
                </a:lnTo>
                <a:lnTo>
                  <a:pt x="17824768" y="955979"/>
                </a:lnTo>
                <a:lnTo>
                  <a:pt x="17828832" y="963422"/>
                </a:lnTo>
                <a:lnTo>
                  <a:pt x="18001260" y="1135837"/>
                </a:lnTo>
                <a:lnTo>
                  <a:pt x="18001260" y="1102944"/>
                </a:lnTo>
                <a:close/>
              </a:path>
              <a:path w="18001615" h="7047230">
                <a:moveTo>
                  <a:pt x="18001260" y="248818"/>
                </a:moveTo>
                <a:lnTo>
                  <a:pt x="17773955" y="248818"/>
                </a:lnTo>
                <a:lnTo>
                  <a:pt x="17771047" y="250101"/>
                </a:lnTo>
                <a:lnTo>
                  <a:pt x="17567809" y="453339"/>
                </a:lnTo>
                <a:lnTo>
                  <a:pt x="17564659" y="459968"/>
                </a:lnTo>
                <a:lnTo>
                  <a:pt x="17565015" y="462407"/>
                </a:lnTo>
                <a:lnTo>
                  <a:pt x="17565015" y="1032713"/>
                </a:lnTo>
                <a:lnTo>
                  <a:pt x="17569549" y="1040625"/>
                </a:lnTo>
                <a:lnTo>
                  <a:pt x="18001260" y="1435227"/>
                </a:lnTo>
                <a:lnTo>
                  <a:pt x="18001260" y="1403731"/>
                </a:lnTo>
                <a:lnTo>
                  <a:pt x="17588268" y="1026210"/>
                </a:lnTo>
                <a:lnTo>
                  <a:pt x="17588268" y="465899"/>
                </a:lnTo>
                <a:lnTo>
                  <a:pt x="17781969" y="272072"/>
                </a:lnTo>
                <a:lnTo>
                  <a:pt x="18001260" y="272072"/>
                </a:lnTo>
                <a:lnTo>
                  <a:pt x="18001260" y="248818"/>
                </a:lnTo>
                <a:close/>
              </a:path>
              <a:path w="18001615" h="7047230">
                <a:moveTo>
                  <a:pt x="18001260" y="53365"/>
                </a:moveTo>
                <a:lnTo>
                  <a:pt x="17607217" y="53365"/>
                </a:lnTo>
                <a:lnTo>
                  <a:pt x="17604194" y="53022"/>
                </a:lnTo>
                <a:lnTo>
                  <a:pt x="17600829" y="53949"/>
                </a:lnTo>
                <a:lnTo>
                  <a:pt x="17350956" y="303809"/>
                </a:lnTo>
                <a:lnTo>
                  <a:pt x="17348632" y="305790"/>
                </a:lnTo>
                <a:lnTo>
                  <a:pt x="17347007" y="308813"/>
                </a:lnTo>
                <a:lnTo>
                  <a:pt x="17347007" y="663676"/>
                </a:lnTo>
                <a:lnTo>
                  <a:pt x="17324464" y="671842"/>
                </a:lnTo>
                <a:lnTo>
                  <a:pt x="17306392" y="686917"/>
                </a:lnTo>
                <a:lnTo>
                  <a:pt x="17294390" y="707275"/>
                </a:lnTo>
                <a:lnTo>
                  <a:pt x="17290034" y="731342"/>
                </a:lnTo>
                <a:lnTo>
                  <a:pt x="17295432" y="757999"/>
                </a:lnTo>
                <a:lnTo>
                  <a:pt x="17310164" y="779818"/>
                </a:lnTo>
                <a:lnTo>
                  <a:pt x="17331970" y="794537"/>
                </a:lnTo>
                <a:lnTo>
                  <a:pt x="17358627" y="799947"/>
                </a:lnTo>
                <a:lnTo>
                  <a:pt x="17385297" y="794537"/>
                </a:lnTo>
                <a:lnTo>
                  <a:pt x="17407103" y="779818"/>
                </a:lnTo>
                <a:lnTo>
                  <a:pt x="17421822" y="757999"/>
                </a:lnTo>
                <a:lnTo>
                  <a:pt x="17427232" y="731342"/>
                </a:lnTo>
                <a:lnTo>
                  <a:pt x="17422876" y="707275"/>
                </a:lnTo>
                <a:lnTo>
                  <a:pt x="17410875" y="686917"/>
                </a:lnTo>
                <a:lnTo>
                  <a:pt x="17392854" y="671842"/>
                </a:lnTo>
                <a:lnTo>
                  <a:pt x="17370578" y="663676"/>
                </a:lnTo>
                <a:lnTo>
                  <a:pt x="17370260" y="663676"/>
                </a:lnTo>
                <a:lnTo>
                  <a:pt x="17370260" y="317411"/>
                </a:lnTo>
                <a:lnTo>
                  <a:pt x="17611052" y="76619"/>
                </a:lnTo>
                <a:lnTo>
                  <a:pt x="18001260" y="76619"/>
                </a:lnTo>
                <a:lnTo>
                  <a:pt x="18001260" y="53365"/>
                </a:lnTo>
                <a:close/>
              </a:path>
            </a:pathLst>
          </a:custGeom>
          <a:solidFill>
            <a:srgbClr val="7209B6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14439" y="3367579"/>
            <a:ext cx="5106035" cy="0"/>
          </a:xfrm>
          <a:custGeom>
            <a:avLst/>
            <a:gdLst/>
            <a:ahLst/>
            <a:cxnLst/>
            <a:rect l="l" t="t" r="r" b="b"/>
            <a:pathLst>
              <a:path w="5106035">
                <a:moveTo>
                  <a:pt x="5105472" y="0"/>
                </a:moveTo>
                <a:lnTo>
                  <a:pt x="0" y="0"/>
                </a:lnTo>
              </a:path>
            </a:pathLst>
          </a:custGeom>
          <a:ln w="380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17080" y="9756538"/>
            <a:ext cx="1053104" cy="53046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921979"/>
            <a:ext cx="2880125" cy="33650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699" y="443582"/>
            <a:ext cx="1762124" cy="581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24004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209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292003" y="693561"/>
            <a:ext cx="5232400" cy="5238750"/>
          </a:xfrm>
          <a:custGeom>
            <a:avLst/>
            <a:gdLst/>
            <a:ahLst/>
            <a:cxnLst/>
            <a:rect l="l" t="t" r="r" b="b"/>
            <a:pathLst>
              <a:path w="5232400" h="5238750">
                <a:moveTo>
                  <a:pt x="76200" y="408766"/>
                </a:moveTo>
                <a:lnTo>
                  <a:pt x="76200" y="334402"/>
                </a:lnTo>
                <a:lnTo>
                  <a:pt x="50800" y="326976"/>
                </a:lnTo>
                <a:lnTo>
                  <a:pt x="38100" y="324294"/>
                </a:lnTo>
                <a:lnTo>
                  <a:pt x="25400" y="328025"/>
                </a:lnTo>
                <a:lnTo>
                  <a:pt x="12700" y="338185"/>
                </a:lnTo>
                <a:lnTo>
                  <a:pt x="0" y="353222"/>
                </a:lnTo>
                <a:lnTo>
                  <a:pt x="0" y="389946"/>
                </a:lnTo>
                <a:lnTo>
                  <a:pt x="12700" y="404983"/>
                </a:lnTo>
                <a:lnTo>
                  <a:pt x="25400" y="415143"/>
                </a:lnTo>
                <a:lnTo>
                  <a:pt x="38100" y="418875"/>
                </a:lnTo>
                <a:lnTo>
                  <a:pt x="50800" y="416192"/>
                </a:lnTo>
                <a:lnTo>
                  <a:pt x="76200" y="408766"/>
                </a:lnTo>
                <a:close/>
              </a:path>
              <a:path w="5232400" h="5238750">
                <a:moveTo>
                  <a:pt x="3543300" y="398693"/>
                </a:moveTo>
                <a:lnTo>
                  <a:pt x="3543300" y="344475"/>
                </a:lnTo>
                <a:lnTo>
                  <a:pt x="3530600" y="322299"/>
                </a:lnTo>
                <a:lnTo>
                  <a:pt x="3505200" y="307327"/>
                </a:lnTo>
                <a:lnTo>
                  <a:pt x="3479800" y="301831"/>
                </a:lnTo>
                <a:lnTo>
                  <a:pt x="3454400" y="306277"/>
                </a:lnTo>
                <a:lnTo>
                  <a:pt x="3429000" y="318516"/>
                </a:lnTo>
                <a:lnTo>
                  <a:pt x="3416300" y="336894"/>
                </a:lnTo>
                <a:lnTo>
                  <a:pt x="3403600" y="359762"/>
                </a:lnTo>
                <a:lnTo>
                  <a:pt x="88900" y="359762"/>
                </a:lnTo>
                <a:lnTo>
                  <a:pt x="76200" y="345641"/>
                </a:lnTo>
                <a:lnTo>
                  <a:pt x="76200" y="397528"/>
                </a:lnTo>
                <a:lnTo>
                  <a:pt x="88900" y="383407"/>
                </a:lnTo>
                <a:lnTo>
                  <a:pt x="3403600" y="383407"/>
                </a:lnTo>
                <a:lnTo>
                  <a:pt x="3416300" y="406324"/>
                </a:lnTo>
                <a:lnTo>
                  <a:pt x="3429000" y="424697"/>
                </a:lnTo>
                <a:lnTo>
                  <a:pt x="3454400" y="436908"/>
                </a:lnTo>
                <a:lnTo>
                  <a:pt x="3479800" y="441338"/>
                </a:lnTo>
                <a:lnTo>
                  <a:pt x="3505200" y="435842"/>
                </a:lnTo>
                <a:lnTo>
                  <a:pt x="3530600" y="420870"/>
                </a:lnTo>
                <a:lnTo>
                  <a:pt x="3543300" y="398693"/>
                </a:lnTo>
                <a:close/>
              </a:path>
              <a:path w="5232400" h="5238750">
                <a:moveTo>
                  <a:pt x="1079500" y="1099791"/>
                </a:moveTo>
                <a:lnTo>
                  <a:pt x="1079500" y="1047904"/>
                </a:lnTo>
                <a:lnTo>
                  <a:pt x="1066800" y="1036666"/>
                </a:lnTo>
                <a:lnTo>
                  <a:pt x="1054100" y="1029240"/>
                </a:lnTo>
                <a:lnTo>
                  <a:pt x="1041400" y="1026557"/>
                </a:lnTo>
                <a:lnTo>
                  <a:pt x="1016000" y="1030289"/>
                </a:lnTo>
                <a:lnTo>
                  <a:pt x="1003300" y="1040449"/>
                </a:lnTo>
                <a:lnTo>
                  <a:pt x="990600" y="1055486"/>
                </a:lnTo>
                <a:lnTo>
                  <a:pt x="990600" y="1092210"/>
                </a:lnTo>
                <a:lnTo>
                  <a:pt x="1003300" y="1107247"/>
                </a:lnTo>
                <a:lnTo>
                  <a:pt x="1016000" y="1117407"/>
                </a:lnTo>
                <a:lnTo>
                  <a:pt x="1041400" y="1121138"/>
                </a:lnTo>
                <a:lnTo>
                  <a:pt x="1054100" y="1118456"/>
                </a:lnTo>
                <a:lnTo>
                  <a:pt x="1066800" y="1111030"/>
                </a:lnTo>
                <a:lnTo>
                  <a:pt x="1079500" y="1099791"/>
                </a:lnTo>
                <a:close/>
              </a:path>
              <a:path w="5232400" h="5238750">
                <a:moveTo>
                  <a:pt x="2032000" y="743537"/>
                </a:moveTo>
                <a:lnTo>
                  <a:pt x="2032000" y="713613"/>
                </a:lnTo>
                <a:lnTo>
                  <a:pt x="1689100" y="1062025"/>
                </a:lnTo>
                <a:lnTo>
                  <a:pt x="1079500" y="1062025"/>
                </a:lnTo>
                <a:lnTo>
                  <a:pt x="1079500" y="1085670"/>
                </a:lnTo>
                <a:lnTo>
                  <a:pt x="1689100" y="1085670"/>
                </a:lnTo>
                <a:lnTo>
                  <a:pt x="1689100" y="1086025"/>
                </a:lnTo>
                <a:lnTo>
                  <a:pt x="1701800" y="1085079"/>
                </a:lnTo>
                <a:lnTo>
                  <a:pt x="2032000" y="743537"/>
                </a:lnTo>
                <a:close/>
              </a:path>
              <a:path w="5232400" h="5238750">
                <a:moveTo>
                  <a:pt x="2146300" y="722834"/>
                </a:moveTo>
                <a:lnTo>
                  <a:pt x="2146300" y="624115"/>
                </a:lnTo>
                <a:lnTo>
                  <a:pt x="2120900" y="608820"/>
                </a:lnTo>
                <a:lnTo>
                  <a:pt x="2095500" y="603721"/>
                </a:lnTo>
                <a:lnTo>
                  <a:pt x="2070100" y="608820"/>
                </a:lnTo>
                <a:lnTo>
                  <a:pt x="2044700" y="624115"/>
                </a:lnTo>
                <a:lnTo>
                  <a:pt x="2032000" y="644716"/>
                </a:lnTo>
                <a:lnTo>
                  <a:pt x="2019300" y="667889"/>
                </a:lnTo>
                <a:lnTo>
                  <a:pt x="2019300" y="691549"/>
                </a:lnTo>
                <a:lnTo>
                  <a:pt x="2032000" y="713613"/>
                </a:lnTo>
                <a:lnTo>
                  <a:pt x="2032000" y="743537"/>
                </a:lnTo>
                <a:lnTo>
                  <a:pt x="2044700" y="730401"/>
                </a:lnTo>
                <a:lnTo>
                  <a:pt x="2070100" y="740840"/>
                </a:lnTo>
                <a:lnTo>
                  <a:pt x="2095500" y="743066"/>
                </a:lnTo>
                <a:lnTo>
                  <a:pt x="2120900" y="737068"/>
                </a:lnTo>
                <a:lnTo>
                  <a:pt x="2146300" y="722834"/>
                </a:lnTo>
                <a:close/>
              </a:path>
              <a:path w="5232400" h="5238750">
                <a:moveTo>
                  <a:pt x="2159000" y="705159"/>
                </a:moveTo>
                <a:lnTo>
                  <a:pt x="2159000" y="641790"/>
                </a:lnTo>
                <a:lnTo>
                  <a:pt x="2146300" y="632598"/>
                </a:lnTo>
                <a:lnTo>
                  <a:pt x="2146300" y="714352"/>
                </a:lnTo>
                <a:lnTo>
                  <a:pt x="2159000" y="705159"/>
                </a:lnTo>
                <a:close/>
              </a:path>
              <a:path w="5232400" h="5238750">
                <a:moveTo>
                  <a:pt x="5232400" y="96862"/>
                </a:moveTo>
                <a:lnTo>
                  <a:pt x="5232400" y="42644"/>
                </a:lnTo>
                <a:lnTo>
                  <a:pt x="5207000" y="20467"/>
                </a:lnTo>
                <a:lnTo>
                  <a:pt x="5194300" y="5495"/>
                </a:lnTo>
                <a:lnTo>
                  <a:pt x="5156200" y="0"/>
                </a:lnTo>
                <a:lnTo>
                  <a:pt x="5143500" y="4427"/>
                </a:lnTo>
                <a:lnTo>
                  <a:pt x="5118100" y="16625"/>
                </a:lnTo>
                <a:lnTo>
                  <a:pt x="5105400" y="34963"/>
                </a:lnTo>
                <a:lnTo>
                  <a:pt x="5092700" y="57812"/>
                </a:lnTo>
                <a:lnTo>
                  <a:pt x="4089400" y="57812"/>
                </a:lnTo>
                <a:lnTo>
                  <a:pt x="4089400" y="60768"/>
                </a:lnTo>
                <a:lnTo>
                  <a:pt x="4076700" y="62659"/>
                </a:lnTo>
                <a:lnTo>
                  <a:pt x="3568700" y="661593"/>
                </a:lnTo>
                <a:lnTo>
                  <a:pt x="2159000" y="661593"/>
                </a:lnTo>
                <a:lnTo>
                  <a:pt x="2159000" y="685357"/>
                </a:lnTo>
                <a:lnTo>
                  <a:pt x="3581400" y="685475"/>
                </a:lnTo>
                <a:lnTo>
                  <a:pt x="3581400" y="681219"/>
                </a:lnTo>
                <a:lnTo>
                  <a:pt x="4102100" y="81576"/>
                </a:lnTo>
                <a:lnTo>
                  <a:pt x="5092700" y="81576"/>
                </a:lnTo>
                <a:lnTo>
                  <a:pt x="5105400" y="104493"/>
                </a:lnTo>
                <a:lnTo>
                  <a:pt x="5118100" y="122866"/>
                </a:lnTo>
                <a:lnTo>
                  <a:pt x="5143500" y="135077"/>
                </a:lnTo>
                <a:lnTo>
                  <a:pt x="5156200" y="139506"/>
                </a:lnTo>
                <a:lnTo>
                  <a:pt x="5194300" y="134011"/>
                </a:lnTo>
                <a:lnTo>
                  <a:pt x="5207000" y="119038"/>
                </a:lnTo>
                <a:lnTo>
                  <a:pt x="5232400" y="96862"/>
                </a:lnTo>
                <a:close/>
              </a:path>
              <a:path w="5232400" h="5238750">
                <a:moveTo>
                  <a:pt x="2349500" y="1034419"/>
                </a:moveTo>
                <a:lnTo>
                  <a:pt x="2349500" y="960055"/>
                </a:lnTo>
                <a:lnTo>
                  <a:pt x="2336800" y="952629"/>
                </a:lnTo>
                <a:lnTo>
                  <a:pt x="2311400" y="949946"/>
                </a:lnTo>
                <a:lnTo>
                  <a:pt x="2298700" y="953678"/>
                </a:lnTo>
                <a:lnTo>
                  <a:pt x="2286000" y="963838"/>
                </a:lnTo>
                <a:lnTo>
                  <a:pt x="2273300" y="978875"/>
                </a:lnTo>
                <a:lnTo>
                  <a:pt x="2273300" y="1015599"/>
                </a:lnTo>
                <a:lnTo>
                  <a:pt x="2286000" y="1030636"/>
                </a:lnTo>
                <a:lnTo>
                  <a:pt x="2298700" y="1040796"/>
                </a:lnTo>
                <a:lnTo>
                  <a:pt x="2311400" y="1044527"/>
                </a:lnTo>
                <a:lnTo>
                  <a:pt x="2336800" y="1041845"/>
                </a:lnTo>
                <a:lnTo>
                  <a:pt x="2349500" y="1034419"/>
                </a:lnTo>
                <a:close/>
              </a:path>
              <a:path w="5232400" h="5238750">
                <a:moveTo>
                  <a:pt x="2984500" y="1117739"/>
                </a:moveTo>
                <a:lnTo>
                  <a:pt x="2984500" y="1091123"/>
                </a:lnTo>
                <a:lnTo>
                  <a:pt x="2971800" y="1064862"/>
                </a:lnTo>
                <a:lnTo>
                  <a:pt x="2959100" y="1045865"/>
                </a:lnTo>
                <a:lnTo>
                  <a:pt x="2933700" y="1034094"/>
                </a:lnTo>
                <a:lnTo>
                  <a:pt x="2908300" y="1030082"/>
                </a:lnTo>
                <a:lnTo>
                  <a:pt x="2882900" y="1034360"/>
                </a:lnTo>
                <a:lnTo>
                  <a:pt x="2857500" y="990498"/>
                </a:lnTo>
                <a:lnTo>
                  <a:pt x="2857500" y="985414"/>
                </a:lnTo>
                <a:lnTo>
                  <a:pt x="2362200" y="985414"/>
                </a:lnTo>
                <a:lnTo>
                  <a:pt x="2349500" y="971294"/>
                </a:lnTo>
                <a:lnTo>
                  <a:pt x="2349500" y="1023180"/>
                </a:lnTo>
                <a:lnTo>
                  <a:pt x="2362200" y="1009060"/>
                </a:lnTo>
                <a:lnTo>
                  <a:pt x="2844800" y="1009060"/>
                </a:lnTo>
                <a:lnTo>
                  <a:pt x="2870200" y="1046183"/>
                </a:lnTo>
                <a:lnTo>
                  <a:pt x="2870200" y="1155365"/>
                </a:lnTo>
                <a:lnTo>
                  <a:pt x="2895600" y="1167069"/>
                </a:lnTo>
                <a:lnTo>
                  <a:pt x="2921000" y="1168931"/>
                </a:lnTo>
                <a:lnTo>
                  <a:pt x="2946400" y="1160153"/>
                </a:lnTo>
                <a:lnTo>
                  <a:pt x="2971800" y="1141739"/>
                </a:lnTo>
                <a:lnTo>
                  <a:pt x="2984500" y="1117739"/>
                </a:lnTo>
                <a:close/>
              </a:path>
              <a:path w="5232400" h="5238750">
                <a:moveTo>
                  <a:pt x="4978400" y="1457255"/>
                </a:moveTo>
                <a:lnTo>
                  <a:pt x="4978400" y="673534"/>
                </a:lnTo>
                <a:lnTo>
                  <a:pt x="4775200" y="466875"/>
                </a:lnTo>
                <a:lnTo>
                  <a:pt x="4775200" y="465929"/>
                </a:lnTo>
                <a:lnTo>
                  <a:pt x="4762500" y="464274"/>
                </a:lnTo>
                <a:lnTo>
                  <a:pt x="4762500" y="464037"/>
                </a:lnTo>
                <a:lnTo>
                  <a:pt x="4178300" y="464037"/>
                </a:lnTo>
                <a:lnTo>
                  <a:pt x="4178300" y="468648"/>
                </a:lnTo>
                <a:lnTo>
                  <a:pt x="3479800" y="1222458"/>
                </a:lnTo>
                <a:lnTo>
                  <a:pt x="2540000" y="1222458"/>
                </a:lnTo>
                <a:lnTo>
                  <a:pt x="2527300" y="1208337"/>
                </a:lnTo>
                <a:lnTo>
                  <a:pt x="2514600" y="1197098"/>
                </a:lnTo>
                <a:lnTo>
                  <a:pt x="2501900" y="1189672"/>
                </a:lnTo>
                <a:lnTo>
                  <a:pt x="2489200" y="1186990"/>
                </a:lnTo>
                <a:lnTo>
                  <a:pt x="2463800" y="1190721"/>
                </a:lnTo>
                <a:lnTo>
                  <a:pt x="2451100" y="1200882"/>
                </a:lnTo>
                <a:lnTo>
                  <a:pt x="2438400" y="1215918"/>
                </a:lnTo>
                <a:lnTo>
                  <a:pt x="2438400" y="1252642"/>
                </a:lnTo>
                <a:lnTo>
                  <a:pt x="2451100" y="1267679"/>
                </a:lnTo>
                <a:lnTo>
                  <a:pt x="2463800" y="1277839"/>
                </a:lnTo>
                <a:lnTo>
                  <a:pt x="2489200" y="1281571"/>
                </a:lnTo>
                <a:lnTo>
                  <a:pt x="2501900" y="1278889"/>
                </a:lnTo>
                <a:lnTo>
                  <a:pt x="2514600" y="1271463"/>
                </a:lnTo>
                <a:lnTo>
                  <a:pt x="2527300" y="1260224"/>
                </a:lnTo>
                <a:lnTo>
                  <a:pt x="2540000" y="1246103"/>
                </a:lnTo>
                <a:lnTo>
                  <a:pt x="3492500" y="1246103"/>
                </a:lnTo>
                <a:lnTo>
                  <a:pt x="3492500" y="1245157"/>
                </a:lnTo>
                <a:lnTo>
                  <a:pt x="3505200" y="1242202"/>
                </a:lnTo>
                <a:lnTo>
                  <a:pt x="4191000" y="487682"/>
                </a:lnTo>
                <a:lnTo>
                  <a:pt x="4762500" y="487682"/>
                </a:lnTo>
                <a:lnTo>
                  <a:pt x="4953000" y="684647"/>
                </a:lnTo>
                <a:lnTo>
                  <a:pt x="4953000" y="1482663"/>
                </a:lnTo>
                <a:lnTo>
                  <a:pt x="4978400" y="1457255"/>
                </a:lnTo>
                <a:close/>
              </a:path>
              <a:path w="5232400" h="5238750">
                <a:moveTo>
                  <a:pt x="2870200" y="1155365"/>
                </a:moveTo>
                <a:lnTo>
                  <a:pt x="2870200" y="1046183"/>
                </a:lnTo>
                <a:lnTo>
                  <a:pt x="2857500" y="1064822"/>
                </a:lnTo>
                <a:lnTo>
                  <a:pt x="2844800" y="1087207"/>
                </a:lnTo>
                <a:lnTo>
                  <a:pt x="2844800" y="1111189"/>
                </a:lnTo>
                <a:lnTo>
                  <a:pt x="2857500" y="1134616"/>
                </a:lnTo>
                <a:lnTo>
                  <a:pt x="2870200" y="1155365"/>
                </a:lnTo>
                <a:close/>
              </a:path>
              <a:path w="5232400" h="5238750">
                <a:moveTo>
                  <a:pt x="3175000" y="1546331"/>
                </a:moveTo>
                <a:lnTo>
                  <a:pt x="3175000" y="1494445"/>
                </a:lnTo>
                <a:lnTo>
                  <a:pt x="3162300" y="1483206"/>
                </a:lnTo>
                <a:lnTo>
                  <a:pt x="3149600" y="1475780"/>
                </a:lnTo>
                <a:lnTo>
                  <a:pt x="3136900" y="1473097"/>
                </a:lnTo>
                <a:lnTo>
                  <a:pt x="3111500" y="1476829"/>
                </a:lnTo>
                <a:lnTo>
                  <a:pt x="3098800" y="1486989"/>
                </a:lnTo>
                <a:lnTo>
                  <a:pt x="3086100" y="1502026"/>
                </a:lnTo>
                <a:lnTo>
                  <a:pt x="3086100" y="1538750"/>
                </a:lnTo>
                <a:lnTo>
                  <a:pt x="3098800" y="1553787"/>
                </a:lnTo>
                <a:lnTo>
                  <a:pt x="3111500" y="1563947"/>
                </a:lnTo>
                <a:lnTo>
                  <a:pt x="3136900" y="1567678"/>
                </a:lnTo>
                <a:lnTo>
                  <a:pt x="3149600" y="1564996"/>
                </a:lnTo>
                <a:lnTo>
                  <a:pt x="3162300" y="1557570"/>
                </a:lnTo>
                <a:lnTo>
                  <a:pt x="3175000" y="1546331"/>
                </a:lnTo>
                <a:close/>
              </a:path>
              <a:path w="5232400" h="5238750">
                <a:moveTo>
                  <a:pt x="4749800" y="767204"/>
                </a:moveTo>
                <a:lnTo>
                  <a:pt x="4749800" y="712986"/>
                </a:lnTo>
                <a:lnTo>
                  <a:pt x="4724400" y="690810"/>
                </a:lnTo>
                <a:lnTo>
                  <a:pt x="4711700" y="675837"/>
                </a:lnTo>
                <a:lnTo>
                  <a:pt x="4686300" y="670342"/>
                </a:lnTo>
                <a:lnTo>
                  <a:pt x="4660900" y="674770"/>
                </a:lnTo>
                <a:lnTo>
                  <a:pt x="4635500" y="686967"/>
                </a:lnTo>
                <a:lnTo>
                  <a:pt x="4622800" y="705305"/>
                </a:lnTo>
                <a:lnTo>
                  <a:pt x="4610100" y="728154"/>
                </a:lnTo>
                <a:lnTo>
                  <a:pt x="4254500" y="728154"/>
                </a:lnTo>
                <a:lnTo>
                  <a:pt x="4254500" y="732292"/>
                </a:lnTo>
                <a:lnTo>
                  <a:pt x="3479800" y="1508565"/>
                </a:lnTo>
                <a:lnTo>
                  <a:pt x="3175000" y="1508565"/>
                </a:lnTo>
                <a:lnTo>
                  <a:pt x="3175000" y="1532210"/>
                </a:lnTo>
                <a:lnTo>
                  <a:pt x="3479800" y="1532210"/>
                </a:lnTo>
                <a:lnTo>
                  <a:pt x="3479800" y="1532565"/>
                </a:lnTo>
                <a:lnTo>
                  <a:pt x="3492500" y="1531619"/>
                </a:lnTo>
                <a:lnTo>
                  <a:pt x="4267200" y="751918"/>
                </a:lnTo>
                <a:lnTo>
                  <a:pt x="4610100" y="751918"/>
                </a:lnTo>
                <a:lnTo>
                  <a:pt x="4622800" y="774835"/>
                </a:lnTo>
                <a:lnTo>
                  <a:pt x="4635500" y="793208"/>
                </a:lnTo>
                <a:lnTo>
                  <a:pt x="4660900" y="805419"/>
                </a:lnTo>
                <a:lnTo>
                  <a:pt x="4686300" y="809849"/>
                </a:lnTo>
                <a:lnTo>
                  <a:pt x="4711700" y="804353"/>
                </a:lnTo>
                <a:lnTo>
                  <a:pt x="4724400" y="789381"/>
                </a:lnTo>
                <a:lnTo>
                  <a:pt x="4749800" y="767204"/>
                </a:lnTo>
                <a:close/>
              </a:path>
              <a:path w="5232400" h="5238750">
                <a:moveTo>
                  <a:pt x="4737100" y="1412716"/>
                </a:moveTo>
                <a:lnTo>
                  <a:pt x="4737100" y="1373433"/>
                </a:lnTo>
                <a:lnTo>
                  <a:pt x="4318000" y="1794436"/>
                </a:lnTo>
                <a:lnTo>
                  <a:pt x="4318000" y="2378946"/>
                </a:lnTo>
                <a:lnTo>
                  <a:pt x="4089400" y="2506394"/>
                </a:lnTo>
                <a:lnTo>
                  <a:pt x="4089400" y="3437898"/>
                </a:lnTo>
                <a:lnTo>
                  <a:pt x="4076700" y="3442017"/>
                </a:lnTo>
                <a:lnTo>
                  <a:pt x="4064000" y="3449129"/>
                </a:lnTo>
                <a:lnTo>
                  <a:pt x="4051300" y="3459079"/>
                </a:lnTo>
                <a:lnTo>
                  <a:pt x="4038600" y="3471711"/>
                </a:lnTo>
                <a:lnTo>
                  <a:pt x="4025900" y="3498021"/>
                </a:lnTo>
                <a:lnTo>
                  <a:pt x="4038600" y="3524632"/>
                </a:lnTo>
                <a:lnTo>
                  <a:pt x="4038600" y="3548604"/>
                </a:lnTo>
                <a:lnTo>
                  <a:pt x="4064000" y="3567001"/>
                </a:lnTo>
                <a:lnTo>
                  <a:pt x="4089400" y="3575413"/>
                </a:lnTo>
                <a:lnTo>
                  <a:pt x="4114800" y="3575158"/>
                </a:lnTo>
                <a:lnTo>
                  <a:pt x="4114800" y="2523419"/>
                </a:lnTo>
                <a:lnTo>
                  <a:pt x="4330700" y="2395971"/>
                </a:lnTo>
                <a:lnTo>
                  <a:pt x="4330700" y="2394079"/>
                </a:lnTo>
                <a:lnTo>
                  <a:pt x="4343400" y="2390651"/>
                </a:lnTo>
                <a:lnTo>
                  <a:pt x="4343400" y="1807204"/>
                </a:lnTo>
                <a:lnTo>
                  <a:pt x="4737100" y="1412716"/>
                </a:lnTo>
                <a:close/>
              </a:path>
              <a:path w="5232400" h="5238750">
                <a:moveTo>
                  <a:pt x="4508500" y="4400258"/>
                </a:moveTo>
                <a:lnTo>
                  <a:pt x="4495800" y="4384630"/>
                </a:lnTo>
                <a:lnTo>
                  <a:pt x="4495800" y="4371175"/>
                </a:lnTo>
                <a:lnTo>
                  <a:pt x="4483100" y="4360822"/>
                </a:lnTo>
                <a:lnTo>
                  <a:pt x="4470400" y="4354505"/>
                </a:lnTo>
                <a:lnTo>
                  <a:pt x="4470400" y="3703670"/>
                </a:lnTo>
                <a:lnTo>
                  <a:pt x="4457700" y="3701424"/>
                </a:lnTo>
                <a:lnTo>
                  <a:pt x="4165600" y="3530705"/>
                </a:lnTo>
                <a:lnTo>
                  <a:pt x="4165600" y="3483252"/>
                </a:lnTo>
                <a:lnTo>
                  <a:pt x="4152900" y="3462357"/>
                </a:lnTo>
                <a:lnTo>
                  <a:pt x="4140200" y="3446173"/>
                </a:lnTo>
                <a:lnTo>
                  <a:pt x="4127500" y="3441917"/>
                </a:lnTo>
                <a:lnTo>
                  <a:pt x="4114800" y="3439080"/>
                </a:lnTo>
                <a:lnTo>
                  <a:pt x="4114800" y="3575158"/>
                </a:lnTo>
                <a:lnTo>
                  <a:pt x="4140200" y="3566834"/>
                </a:lnTo>
                <a:lnTo>
                  <a:pt x="4152900" y="3551040"/>
                </a:lnTo>
                <a:lnTo>
                  <a:pt x="4445000" y="3718448"/>
                </a:lnTo>
                <a:lnTo>
                  <a:pt x="4445000" y="4445683"/>
                </a:lnTo>
                <a:lnTo>
                  <a:pt x="4457700" y="4447549"/>
                </a:lnTo>
                <a:lnTo>
                  <a:pt x="4470400" y="4443817"/>
                </a:lnTo>
                <a:lnTo>
                  <a:pt x="4483100" y="4433657"/>
                </a:lnTo>
                <a:lnTo>
                  <a:pt x="4495800" y="4418620"/>
                </a:lnTo>
                <a:lnTo>
                  <a:pt x="4508500" y="4400258"/>
                </a:lnTo>
                <a:close/>
              </a:path>
              <a:path w="5232400" h="5238750">
                <a:moveTo>
                  <a:pt x="4381500" y="1029967"/>
                </a:moveTo>
                <a:lnTo>
                  <a:pt x="4381500" y="960487"/>
                </a:lnTo>
                <a:lnTo>
                  <a:pt x="4368800" y="942114"/>
                </a:lnTo>
                <a:lnTo>
                  <a:pt x="4343400" y="929904"/>
                </a:lnTo>
                <a:lnTo>
                  <a:pt x="4318000" y="925474"/>
                </a:lnTo>
                <a:lnTo>
                  <a:pt x="4292600" y="930969"/>
                </a:lnTo>
                <a:lnTo>
                  <a:pt x="4267200" y="945942"/>
                </a:lnTo>
                <a:lnTo>
                  <a:pt x="4254500" y="968118"/>
                </a:lnTo>
                <a:lnTo>
                  <a:pt x="4254500" y="1022336"/>
                </a:lnTo>
                <a:lnTo>
                  <a:pt x="4267200" y="1044513"/>
                </a:lnTo>
                <a:lnTo>
                  <a:pt x="4292600" y="1059485"/>
                </a:lnTo>
                <a:lnTo>
                  <a:pt x="4318000" y="1064981"/>
                </a:lnTo>
                <a:lnTo>
                  <a:pt x="4343400" y="1060551"/>
                </a:lnTo>
                <a:lnTo>
                  <a:pt x="4368800" y="1048340"/>
                </a:lnTo>
                <a:lnTo>
                  <a:pt x="4381500" y="1029967"/>
                </a:lnTo>
                <a:close/>
              </a:path>
              <a:path w="5232400" h="5238750">
                <a:moveTo>
                  <a:pt x="4762500" y="1387265"/>
                </a:moveTo>
                <a:lnTo>
                  <a:pt x="4762500" y="983405"/>
                </a:lnTo>
                <a:lnTo>
                  <a:pt x="4381500" y="983405"/>
                </a:lnTo>
                <a:lnTo>
                  <a:pt x="4381500" y="1007050"/>
                </a:lnTo>
                <a:lnTo>
                  <a:pt x="4737100" y="1007050"/>
                </a:lnTo>
                <a:lnTo>
                  <a:pt x="4737100" y="1412716"/>
                </a:lnTo>
                <a:lnTo>
                  <a:pt x="4762500" y="1387265"/>
                </a:lnTo>
                <a:close/>
              </a:path>
              <a:path w="5232400" h="5238750">
                <a:moveTo>
                  <a:pt x="4445000" y="4445683"/>
                </a:moveTo>
                <a:lnTo>
                  <a:pt x="4445000" y="4354505"/>
                </a:lnTo>
                <a:lnTo>
                  <a:pt x="4432300" y="4360756"/>
                </a:lnTo>
                <a:lnTo>
                  <a:pt x="4419600" y="4371086"/>
                </a:lnTo>
                <a:lnTo>
                  <a:pt x="4406900" y="4384564"/>
                </a:lnTo>
                <a:lnTo>
                  <a:pt x="4406900" y="4418620"/>
                </a:lnTo>
                <a:lnTo>
                  <a:pt x="4419600" y="4433657"/>
                </a:lnTo>
                <a:lnTo>
                  <a:pt x="4432300" y="4443817"/>
                </a:lnTo>
                <a:lnTo>
                  <a:pt x="4445000" y="4445683"/>
                </a:lnTo>
                <a:close/>
              </a:path>
              <a:path w="5232400" h="5238750">
                <a:moveTo>
                  <a:pt x="5181600" y="1920938"/>
                </a:moveTo>
                <a:lnTo>
                  <a:pt x="5181600" y="500451"/>
                </a:lnTo>
                <a:lnTo>
                  <a:pt x="4927600" y="246383"/>
                </a:lnTo>
                <a:lnTo>
                  <a:pt x="4927600" y="244018"/>
                </a:lnTo>
                <a:lnTo>
                  <a:pt x="4914900" y="242363"/>
                </a:lnTo>
                <a:lnTo>
                  <a:pt x="4559300" y="242363"/>
                </a:lnTo>
                <a:lnTo>
                  <a:pt x="4546600" y="219446"/>
                </a:lnTo>
                <a:lnTo>
                  <a:pt x="4533900" y="201073"/>
                </a:lnTo>
                <a:lnTo>
                  <a:pt x="4508500" y="188862"/>
                </a:lnTo>
                <a:lnTo>
                  <a:pt x="4483100" y="184432"/>
                </a:lnTo>
                <a:lnTo>
                  <a:pt x="4457700" y="189928"/>
                </a:lnTo>
                <a:lnTo>
                  <a:pt x="4445000" y="204900"/>
                </a:lnTo>
                <a:lnTo>
                  <a:pt x="4419600" y="227077"/>
                </a:lnTo>
                <a:lnTo>
                  <a:pt x="4419600" y="281295"/>
                </a:lnTo>
                <a:lnTo>
                  <a:pt x="4445000" y="303471"/>
                </a:lnTo>
                <a:lnTo>
                  <a:pt x="4457700" y="318443"/>
                </a:lnTo>
                <a:lnTo>
                  <a:pt x="4483100" y="323939"/>
                </a:lnTo>
                <a:lnTo>
                  <a:pt x="4508500" y="319509"/>
                </a:lnTo>
                <a:lnTo>
                  <a:pt x="4533900" y="307299"/>
                </a:lnTo>
                <a:lnTo>
                  <a:pt x="4546600" y="288926"/>
                </a:lnTo>
                <a:lnTo>
                  <a:pt x="4559300" y="266008"/>
                </a:lnTo>
                <a:lnTo>
                  <a:pt x="4914900" y="266008"/>
                </a:lnTo>
                <a:lnTo>
                  <a:pt x="5156200" y="510855"/>
                </a:lnTo>
                <a:lnTo>
                  <a:pt x="5156200" y="1935992"/>
                </a:lnTo>
                <a:lnTo>
                  <a:pt x="5168900" y="1922948"/>
                </a:lnTo>
                <a:lnTo>
                  <a:pt x="5181600" y="1920938"/>
                </a:lnTo>
                <a:close/>
              </a:path>
              <a:path w="5232400" h="5238750">
                <a:moveTo>
                  <a:pt x="4953000" y="1482663"/>
                </a:moveTo>
                <a:lnTo>
                  <a:pt x="4953000" y="1444368"/>
                </a:lnTo>
                <a:lnTo>
                  <a:pt x="4533900" y="1865135"/>
                </a:lnTo>
                <a:lnTo>
                  <a:pt x="4533900" y="2809999"/>
                </a:lnTo>
                <a:lnTo>
                  <a:pt x="4508500" y="2818306"/>
                </a:lnTo>
                <a:lnTo>
                  <a:pt x="4495800" y="2833629"/>
                </a:lnTo>
                <a:lnTo>
                  <a:pt x="4483100" y="2854339"/>
                </a:lnTo>
                <a:lnTo>
                  <a:pt x="4470400" y="2878806"/>
                </a:lnTo>
                <a:lnTo>
                  <a:pt x="4483100" y="2905915"/>
                </a:lnTo>
                <a:lnTo>
                  <a:pt x="4495800" y="2928092"/>
                </a:lnTo>
                <a:lnTo>
                  <a:pt x="4521200" y="2943064"/>
                </a:lnTo>
                <a:lnTo>
                  <a:pt x="4546600" y="2948560"/>
                </a:lnTo>
                <a:lnTo>
                  <a:pt x="4559300" y="2945812"/>
                </a:lnTo>
                <a:lnTo>
                  <a:pt x="4559300" y="1876485"/>
                </a:lnTo>
                <a:lnTo>
                  <a:pt x="4953000" y="1482663"/>
                </a:lnTo>
                <a:close/>
              </a:path>
              <a:path w="5232400" h="5238750">
                <a:moveTo>
                  <a:pt x="4610100" y="2905915"/>
                </a:moveTo>
                <a:lnTo>
                  <a:pt x="4610100" y="2854341"/>
                </a:lnTo>
                <a:lnTo>
                  <a:pt x="4597400" y="2833644"/>
                </a:lnTo>
                <a:lnTo>
                  <a:pt x="4584700" y="2818356"/>
                </a:lnTo>
                <a:lnTo>
                  <a:pt x="4559300" y="2810117"/>
                </a:lnTo>
                <a:lnTo>
                  <a:pt x="4559300" y="2945812"/>
                </a:lnTo>
                <a:lnTo>
                  <a:pt x="4572000" y="2943064"/>
                </a:lnTo>
                <a:lnTo>
                  <a:pt x="4597400" y="2928092"/>
                </a:lnTo>
                <a:lnTo>
                  <a:pt x="4610100" y="2905915"/>
                </a:lnTo>
                <a:close/>
              </a:path>
              <a:path w="5232400" h="5238750">
                <a:moveTo>
                  <a:pt x="5156200" y="1935992"/>
                </a:moveTo>
                <a:lnTo>
                  <a:pt x="5156200" y="1909115"/>
                </a:lnTo>
                <a:lnTo>
                  <a:pt x="4724400" y="2340759"/>
                </a:lnTo>
                <a:lnTo>
                  <a:pt x="4724400" y="3584853"/>
                </a:lnTo>
                <a:lnTo>
                  <a:pt x="4711700" y="3591104"/>
                </a:lnTo>
                <a:lnTo>
                  <a:pt x="4699000" y="3601434"/>
                </a:lnTo>
                <a:lnTo>
                  <a:pt x="4686300" y="3614912"/>
                </a:lnTo>
                <a:lnTo>
                  <a:pt x="4686300" y="3648968"/>
                </a:lnTo>
                <a:lnTo>
                  <a:pt x="4699000" y="3664005"/>
                </a:lnTo>
                <a:lnTo>
                  <a:pt x="4711700" y="3674165"/>
                </a:lnTo>
                <a:lnTo>
                  <a:pt x="4737100" y="3677897"/>
                </a:lnTo>
                <a:lnTo>
                  <a:pt x="4749800" y="3674165"/>
                </a:lnTo>
                <a:lnTo>
                  <a:pt x="4749800" y="2353409"/>
                </a:lnTo>
                <a:lnTo>
                  <a:pt x="5156200" y="1935992"/>
                </a:lnTo>
                <a:close/>
              </a:path>
              <a:path w="5232400" h="5238750">
                <a:moveTo>
                  <a:pt x="4775200" y="3648968"/>
                </a:moveTo>
                <a:lnTo>
                  <a:pt x="4775200" y="3601523"/>
                </a:lnTo>
                <a:lnTo>
                  <a:pt x="4762500" y="3591170"/>
                </a:lnTo>
                <a:lnTo>
                  <a:pt x="4749800" y="3584853"/>
                </a:lnTo>
                <a:lnTo>
                  <a:pt x="4749800" y="3674165"/>
                </a:lnTo>
                <a:lnTo>
                  <a:pt x="4762500" y="3664005"/>
                </a:lnTo>
                <a:lnTo>
                  <a:pt x="4775200" y="3648968"/>
                </a:lnTo>
                <a:close/>
              </a:path>
              <a:path w="5232400" h="5238750">
                <a:moveTo>
                  <a:pt x="5016500" y="2482034"/>
                </a:moveTo>
                <a:lnTo>
                  <a:pt x="5016500" y="2430458"/>
                </a:lnTo>
                <a:lnTo>
                  <a:pt x="5003800" y="2408281"/>
                </a:lnTo>
                <a:lnTo>
                  <a:pt x="4978400" y="2393309"/>
                </a:lnTo>
                <a:lnTo>
                  <a:pt x="4953000" y="2387813"/>
                </a:lnTo>
                <a:lnTo>
                  <a:pt x="4927600" y="2393309"/>
                </a:lnTo>
                <a:lnTo>
                  <a:pt x="4902200" y="2408281"/>
                </a:lnTo>
                <a:lnTo>
                  <a:pt x="4889500" y="2430458"/>
                </a:lnTo>
                <a:lnTo>
                  <a:pt x="4876800" y="2457567"/>
                </a:lnTo>
                <a:lnTo>
                  <a:pt x="4889500" y="2482084"/>
                </a:lnTo>
                <a:lnTo>
                  <a:pt x="4889500" y="2502788"/>
                </a:lnTo>
                <a:lnTo>
                  <a:pt x="4914900" y="2518084"/>
                </a:lnTo>
                <a:lnTo>
                  <a:pt x="4940300" y="2526374"/>
                </a:lnTo>
                <a:lnTo>
                  <a:pt x="4940300" y="5236734"/>
                </a:lnTo>
                <a:lnTo>
                  <a:pt x="4953000" y="5238600"/>
                </a:lnTo>
                <a:lnTo>
                  <a:pt x="4965700" y="5234869"/>
                </a:lnTo>
                <a:lnTo>
                  <a:pt x="4965700" y="2526374"/>
                </a:lnTo>
                <a:lnTo>
                  <a:pt x="4978400" y="2518067"/>
                </a:lnTo>
                <a:lnTo>
                  <a:pt x="5003800" y="2502744"/>
                </a:lnTo>
                <a:lnTo>
                  <a:pt x="5016500" y="2482034"/>
                </a:lnTo>
                <a:close/>
              </a:path>
              <a:path w="5232400" h="5238750">
                <a:moveTo>
                  <a:pt x="4940300" y="5236734"/>
                </a:moveTo>
                <a:lnTo>
                  <a:pt x="4940300" y="5145556"/>
                </a:lnTo>
                <a:lnTo>
                  <a:pt x="4927600" y="5151808"/>
                </a:lnTo>
                <a:lnTo>
                  <a:pt x="4914900" y="5162138"/>
                </a:lnTo>
                <a:lnTo>
                  <a:pt x="4902200" y="5175615"/>
                </a:lnTo>
                <a:lnTo>
                  <a:pt x="4902200" y="5209672"/>
                </a:lnTo>
                <a:lnTo>
                  <a:pt x="4914900" y="5224709"/>
                </a:lnTo>
                <a:lnTo>
                  <a:pt x="4927600" y="5234869"/>
                </a:lnTo>
                <a:lnTo>
                  <a:pt x="4940300" y="5236734"/>
                </a:lnTo>
                <a:close/>
              </a:path>
              <a:path w="5232400" h="5238750">
                <a:moveTo>
                  <a:pt x="4991100" y="5209672"/>
                </a:moveTo>
                <a:lnTo>
                  <a:pt x="4991100" y="5162226"/>
                </a:lnTo>
                <a:lnTo>
                  <a:pt x="4978400" y="5151874"/>
                </a:lnTo>
                <a:lnTo>
                  <a:pt x="4965700" y="5145556"/>
                </a:lnTo>
                <a:lnTo>
                  <a:pt x="4965700" y="5234869"/>
                </a:lnTo>
                <a:lnTo>
                  <a:pt x="4978400" y="5224709"/>
                </a:lnTo>
                <a:lnTo>
                  <a:pt x="4991100" y="5209672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73640"/>
            <a:ext cx="18287999" cy="761335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8715095"/>
            <a:ext cx="36830" cy="154940"/>
          </a:xfrm>
          <a:custGeom>
            <a:avLst/>
            <a:gdLst/>
            <a:ahLst/>
            <a:cxnLst/>
            <a:rect l="l" t="t" r="r" b="b"/>
            <a:pathLst>
              <a:path w="36830" h="154940">
                <a:moveTo>
                  <a:pt x="0" y="154800"/>
                </a:moveTo>
                <a:lnTo>
                  <a:pt x="0" y="0"/>
                </a:lnTo>
                <a:lnTo>
                  <a:pt x="5601" y="3783"/>
                </a:lnTo>
                <a:lnTo>
                  <a:pt x="28367" y="37324"/>
                </a:lnTo>
                <a:lnTo>
                  <a:pt x="36510" y="78100"/>
                </a:lnTo>
                <a:lnTo>
                  <a:pt x="27908" y="118103"/>
                </a:lnTo>
                <a:lnTo>
                  <a:pt x="4786" y="151534"/>
                </a:lnTo>
                <a:lnTo>
                  <a:pt x="0" y="154800"/>
                </a:lnTo>
                <a:close/>
              </a:path>
            </a:pathLst>
          </a:custGeom>
          <a:solidFill>
            <a:srgbClr val="CAF0F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441298"/>
            <a:ext cx="80530" cy="1996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8190506"/>
            <a:ext cx="120201" cy="19944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312" y="8744828"/>
            <a:ext cx="185317" cy="18531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788" y="8493753"/>
            <a:ext cx="184773" cy="184773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948126"/>
            <a:ext cx="155526" cy="18423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379" y="8997534"/>
            <a:ext cx="180426" cy="18042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2155" y="8245395"/>
            <a:ext cx="177165" cy="17716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641" y="7705746"/>
            <a:ext cx="164122" cy="164122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68" y="9254587"/>
            <a:ext cx="167383" cy="167383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4327" y="8001928"/>
            <a:ext cx="164122" cy="16412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3343" y="8802978"/>
            <a:ext cx="159775" cy="15977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8449" y="8550816"/>
            <a:ext cx="159231" cy="159231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0410" y="9055683"/>
            <a:ext cx="155427" cy="155971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4643" y="8302458"/>
            <a:ext cx="152710" cy="15271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0" y="9514901"/>
            <a:ext cx="124549" cy="15216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5411" y="7759005"/>
            <a:ext cx="147819" cy="147275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71825" y="9311650"/>
            <a:ext cx="145102" cy="145102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2703" y="7466084"/>
            <a:ext cx="141297" cy="141297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95727" y="8056817"/>
            <a:ext cx="141297" cy="141841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17461" y="8858954"/>
            <a:ext cx="133145" cy="133145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62567" y="8607878"/>
            <a:ext cx="133145" cy="13368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0" y="9776845"/>
            <a:ext cx="70204" cy="131515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4870" y="9569246"/>
            <a:ext cx="130972" cy="130428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76158" y="9111116"/>
            <a:ext cx="129341" cy="129884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0" y="7210532"/>
            <a:ext cx="8890" cy="61594"/>
          </a:xfrm>
          <a:custGeom>
            <a:avLst/>
            <a:gdLst/>
            <a:ahLst/>
            <a:cxnLst/>
            <a:rect l="l" t="t" r="r" b="b"/>
            <a:pathLst>
              <a:path w="8890" h="61595">
                <a:moveTo>
                  <a:pt x="0" y="61100"/>
                </a:moveTo>
                <a:lnTo>
                  <a:pt x="0" y="0"/>
                </a:lnTo>
                <a:lnTo>
                  <a:pt x="4081" y="6175"/>
                </a:lnTo>
                <a:lnTo>
                  <a:pt x="8794" y="30562"/>
                </a:lnTo>
                <a:lnTo>
                  <a:pt x="4064" y="55086"/>
                </a:lnTo>
                <a:lnTo>
                  <a:pt x="0" y="61100"/>
                </a:lnTo>
                <a:close/>
              </a:path>
            </a:pathLst>
          </a:custGeom>
          <a:solidFill>
            <a:srgbClr val="CAF0F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bg object 4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46269" y="7812807"/>
            <a:ext cx="126624" cy="126624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40843" y="7518799"/>
            <a:ext cx="126624" cy="1271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10935" y="8360064"/>
            <a:ext cx="126624" cy="127168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35943" y="9369256"/>
            <a:ext cx="119559" cy="119559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38679" y="7227508"/>
            <a:ext cx="116298" cy="116298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58215" y="8113880"/>
            <a:ext cx="116842" cy="116842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99545" y="9831190"/>
            <a:ext cx="112494" cy="112494"/>
          </a:xfrm>
          <a:prstGeom prst="rect">
            <a:avLst/>
          </a:prstGeom>
        </p:spPr>
      </p:pic>
      <p:sp>
        <p:nvSpPr>
          <p:cNvPr id="52" name="bg object 52"/>
          <p:cNvSpPr/>
          <p:nvPr/>
        </p:nvSpPr>
        <p:spPr>
          <a:xfrm>
            <a:off x="0" y="10055800"/>
            <a:ext cx="15875" cy="74930"/>
          </a:xfrm>
          <a:custGeom>
            <a:avLst/>
            <a:gdLst/>
            <a:ahLst/>
            <a:cxnLst/>
            <a:rect l="l" t="t" r="r" b="b"/>
            <a:pathLst>
              <a:path w="15875" h="74929">
                <a:moveTo>
                  <a:pt x="0" y="74670"/>
                </a:moveTo>
                <a:lnTo>
                  <a:pt x="0" y="0"/>
                </a:lnTo>
                <a:lnTo>
                  <a:pt x="10798" y="15376"/>
                </a:lnTo>
                <a:lnTo>
                  <a:pt x="15315" y="35704"/>
                </a:lnTo>
                <a:lnTo>
                  <a:pt x="11333" y="57434"/>
                </a:lnTo>
                <a:lnTo>
                  <a:pt x="0" y="74670"/>
                </a:lnTo>
                <a:close/>
              </a:path>
            </a:pathLst>
          </a:custGeom>
          <a:solidFill>
            <a:srgbClr val="CAF0F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bg object 5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00614" y="7571514"/>
            <a:ext cx="108147" cy="107603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98988" y="9626309"/>
            <a:ext cx="105973" cy="105973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27229" y="8666572"/>
            <a:ext cx="104886" cy="104886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83753" y="8918733"/>
            <a:ext cx="104886" cy="104886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96819" y="7277506"/>
            <a:ext cx="102169" cy="102712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12017" y="7869326"/>
            <a:ext cx="102712" cy="102712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40820" y="9170895"/>
            <a:ext cx="101625" cy="101082"/>
          </a:xfrm>
          <a:prstGeom prst="rect">
            <a:avLst/>
          </a:prstGeom>
        </p:spPr>
      </p:pic>
      <p:sp>
        <p:nvSpPr>
          <p:cNvPr id="60" name="bg object 60"/>
          <p:cNvSpPr/>
          <p:nvPr/>
        </p:nvSpPr>
        <p:spPr>
          <a:xfrm>
            <a:off x="0" y="6942612"/>
            <a:ext cx="39370" cy="95885"/>
          </a:xfrm>
          <a:custGeom>
            <a:avLst/>
            <a:gdLst/>
            <a:ahLst/>
            <a:cxnLst/>
            <a:rect l="l" t="t" r="r" b="b"/>
            <a:pathLst>
              <a:path w="39370" h="95884">
                <a:moveTo>
                  <a:pt x="0" y="95411"/>
                </a:moveTo>
                <a:lnTo>
                  <a:pt x="0" y="0"/>
                </a:lnTo>
                <a:lnTo>
                  <a:pt x="9193" y="1943"/>
                </a:lnTo>
                <a:lnTo>
                  <a:pt x="24757" y="12761"/>
                </a:lnTo>
                <a:lnTo>
                  <a:pt x="35329" y="28674"/>
                </a:lnTo>
                <a:lnTo>
                  <a:pt x="39227" y="47950"/>
                </a:lnTo>
                <a:lnTo>
                  <a:pt x="34913" y="67752"/>
                </a:lnTo>
                <a:lnTo>
                  <a:pt x="23874" y="83682"/>
                </a:lnTo>
                <a:lnTo>
                  <a:pt x="7741" y="94109"/>
                </a:lnTo>
                <a:lnTo>
                  <a:pt x="0" y="95411"/>
                </a:lnTo>
                <a:close/>
              </a:path>
            </a:pathLst>
          </a:custGeom>
          <a:solidFill>
            <a:srgbClr val="CAF0F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bg object 6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75053" y="8417126"/>
            <a:ext cx="99451" cy="99995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00061" y="9425775"/>
            <a:ext cx="92386" cy="92386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62033" y="9884993"/>
            <a:ext cx="90756" cy="90213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22333" y="8171486"/>
            <a:ext cx="90756" cy="90756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96829" y="6989476"/>
            <a:ext cx="90756" cy="90756"/>
          </a:xfrm>
          <a:prstGeom prst="rect">
            <a:avLst/>
          </a:prstGeom>
        </p:spPr>
      </p:pic>
      <p:pic>
        <p:nvPicPr>
          <p:cNvPr id="66" name="bg object 6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66395" y="10092048"/>
            <a:ext cx="90756" cy="90756"/>
          </a:xfrm>
          <a:prstGeom prst="rect">
            <a:avLst/>
          </a:prstGeom>
        </p:spPr>
      </p:pic>
      <p:pic>
        <p:nvPicPr>
          <p:cNvPr id="67" name="bg object 6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62558" y="7628033"/>
            <a:ext cx="84778" cy="84235"/>
          </a:xfrm>
          <a:prstGeom prst="rect">
            <a:avLst/>
          </a:prstGeom>
        </p:spPr>
      </p:pic>
      <p:pic>
        <p:nvPicPr>
          <p:cNvPr id="68" name="bg object 6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57676" y="7331851"/>
            <a:ext cx="84235" cy="84235"/>
          </a:xfrm>
          <a:prstGeom prst="rect">
            <a:avLst/>
          </a:prstGeom>
        </p:spPr>
      </p:pic>
      <p:pic>
        <p:nvPicPr>
          <p:cNvPr id="69" name="bg object 6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762563" y="9683915"/>
            <a:ext cx="80430" cy="80430"/>
          </a:xfrm>
          <a:prstGeom prst="rect">
            <a:avLst/>
          </a:prstGeom>
        </p:spPr>
      </p:pic>
      <p:pic>
        <p:nvPicPr>
          <p:cNvPr id="70" name="bg object 7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075592" y="7927476"/>
            <a:ext cx="76083" cy="76083"/>
          </a:xfrm>
          <a:prstGeom prst="rect">
            <a:avLst/>
          </a:prstGeom>
        </p:spPr>
      </p:pic>
      <p:pic>
        <p:nvPicPr>
          <p:cNvPr id="71" name="bg object 7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54968" y="7040561"/>
            <a:ext cx="76083" cy="76083"/>
          </a:xfrm>
          <a:prstGeom prst="rect">
            <a:avLst/>
          </a:prstGeom>
        </p:spPr>
      </p:pic>
      <p:pic>
        <p:nvPicPr>
          <p:cNvPr id="72" name="bg object 7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194064" y="8726894"/>
            <a:ext cx="73366" cy="73366"/>
          </a:xfrm>
          <a:prstGeom prst="rect">
            <a:avLst/>
          </a:prstGeom>
        </p:spPr>
      </p:pic>
      <p:pic>
        <p:nvPicPr>
          <p:cNvPr id="73" name="bg object 7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150588" y="8976339"/>
            <a:ext cx="73366" cy="73909"/>
          </a:xfrm>
          <a:prstGeom prst="rect">
            <a:avLst/>
          </a:prstGeom>
        </p:spPr>
      </p:pic>
      <p:pic>
        <p:nvPicPr>
          <p:cNvPr id="74" name="bg object 7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106568" y="9230675"/>
            <a:ext cx="71192" cy="71735"/>
          </a:xfrm>
          <a:prstGeom prst="rect">
            <a:avLst/>
          </a:prstGeom>
        </p:spPr>
      </p:pic>
      <p:pic>
        <p:nvPicPr>
          <p:cNvPr id="75" name="bg object 7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98" y="6704707"/>
            <a:ext cx="69018" cy="69018"/>
          </a:xfrm>
          <a:prstGeom prst="rect">
            <a:avLst/>
          </a:prstGeom>
        </p:spPr>
      </p:pic>
      <p:pic>
        <p:nvPicPr>
          <p:cNvPr id="76" name="bg object 7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27252" y="10146393"/>
            <a:ext cx="69018" cy="69018"/>
          </a:xfrm>
          <a:prstGeom prst="rect">
            <a:avLst/>
          </a:prstGeom>
        </p:spPr>
      </p:pic>
      <p:pic>
        <p:nvPicPr>
          <p:cNvPr id="77" name="bg object 7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241345" y="8478537"/>
            <a:ext cx="69018" cy="69018"/>
          </a:xfrm>
          <a:prstGeom prst="rect">
            <a:avLst/>
          </a:prstGeom>
        </p:spPr>
      </p:pic>
      <p:pic>
        <p:nvPicPr>
          <p:cNvPr id="78" name="bg object 78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25608" y="9943685"/>
            <a:ext cx="63584" cy="63583"/>
          </a:xfrm>
          <a:prstGeom prst="rect">
            <a:avLst/>
          </a:prstGeom>
        </p:spPr>
      </p:pic>
      <p:pic>
        <p:nvPicPr>
          <p:cNvPr id="79" name="bg object 7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919077" y="7387827"/>
            <a:ext cx="63584" cy="63583"/>
          </a:xfrm>
          <a:prstGeom prst="rect">
            <a:avLst/>
          </a:prstGeom>
        </p:spPr>
      </p:pic>
      <p:pic>
        <p:nvPicPr>
          <p:cNvPr id="80" name="bg object 8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066896" y="9485555"/>
            <a:ext cx="63583" cy="63584"/>
          </a:xfrm>
          <a:prstGeom prst="rect">
            <a:avLst/>
          </a:prstGeom>
        </p:spPr>
      </p:pic>
      <p:sp>
        <p:nvSpPr>
          <p:cNvPr id="81" name="bg object 81"/>
          <p:cNvSpPr/>
          <p:nvPr/>
        </p:nvSpPr>
        <p:spPr>
          <a:xfrm>
            <a:off x="62052" y="6226479"/>
            <a:ext cx="1727200" cy="4055745"/>
          </a:xfrm>
          <a:custGeom>
            <a:avLst/>
            <a:gdLst/>
            <a:ahLst/>
            <a:cxnLst/>
            <a:rect l="l" t="t" r="r" b="b"/>
            <a:pathLst>
              <a:path w="1727200" h="4055745">
                <a:moveTo>
                  <a:pt x="35318" y="268998"/>
                </a:moveTo>
                <a:lnTo>
                  <a:pt x="34226" y="251066"/>
                </a:lnTo>
                <a:lnTo>
                  <a:pt x="26085" y="242912"/>
                </a:lnTo>
                <a:lnTo>
                  <a:pt x="16840" y="243459"/>
                </a:lnTo>
                <a:lnTo>
                  <a:pt x="7607" y="243459"/>
                </a:lnTo>
                <a:lnTo>
                  <a:pt x="0" y="252158"/>
                </a:lnTo>
                <a:lnTo>
                  <a:pt x="1079" y="270637"/>
                </a:lnTo>
                <a:lnTo>
                  <a:pt x="9232" y="278244"/>
                </a:lnTo>
                <a:lnTo>
                  <a:pt x="18465" y="277698"/>
                </a:lnTo>
                <a:lnTo>
                  <a:pt x="28257" y="277152"/>
                </a:lnTo>
                <a:lnTo>
                  <a:pt x="35318" y="268998"/>
                </a:lnTo>
                <a:close/>
              </a:path>
              <a:path w="1727200" h="4055745">
                <a:moveTo>
                  <a:pt x="71183" y="15214"/>
                </a:moveTo>
                <a:lnTo>
                  <a:pt x="70637" y="8686"/>
                </a:lnTo>
                <a:lnTo>
                  <a:pt x="70637" y="3251"/>
                </a:lnTo>
                <a:lnTo>
                  <a:pt x="66840" y="0"/>
                </a:lnTo>
                <a:lnTo>
                  <a:pt x="54876" y="0"/>
                </a:lnTo>
                <a:lnTo>
                  <a:pt x="51079" y="3251"/>
                </a:lnTo>
                <a:lnTo>
                  <a:pt x="51079" y="15760"/>
                </a:lnTo>
                <a:lnTo>
                  <a:pt x="55422" y="19011"/>
                </a:lnTo>
                <a:lnTo>
                  <a:pt x="61404" y="19558"/>
                </a:lnTo>
                <a:lnTo>
                  <a:pt x="67919" y="18478"/>
                </a:lnTo>
                <a:lnTo>
                  <a:pt x="71183" y="15214"/>
                </a:lnTo>
                <a:close/>
              </a:path>
              <a:path w="1727200" h="4055745">
                <a:moveTo>
                  <a:pt x="253784" y="557034"/>
                </a:moveTo>
                <a:lnTo>
                  <a:pt x="251333" y="545706"/>
                </a:lnTo>
                <a:lnTo>
                  <a:pt x="244754" y="536117"/>
                </a:lnTo>
                <a:lnTo>
                  <a:pt x="235216" y="529374"/>
                </a:lnTo>
                <a:lnTo>
                  <a:pt x="223901" y="526605"/>
                </a:lnTo>
                <a:lnTo>
                  <a:pt x="212178" y="528840"/>
                </a:lnTo>
                <a:lnTo>
                  <a:pt x="202298" y="535495"/>
                </a:lnTo>
                <a:lnTo>
                  <a:pt x="195465" y="545325"/>
                </a:lnTo>
                <a:lnTo>
                  <a:pt x="192925" y="557034"/>
                </a:lnTo>
                <a:lnTo>
                  <a:pt x="195605" y="568350"/>
                </a:lnTo>
                <a:lnTo>
                  <a:pt x="202158" y="577888"/>
                </a:lnTo>
                <a:lnTo>
                  <a:pt x="211569" y="584466"/>
                </a:lnTo>
                <a:lnTo>
                  <a:pt x="222808" y="586930"/>
                </a:lnTo>
                <a:lnTo>
                  <a:pt x="234759" y="584542"/>
                </a:lnTo>
                <a:lnTo>
                  <a:pt x="244614" y="578091"/>
                </a:lnTo>
                <a:lnTo>
                  <a:pt x="251320" y="568579"/>
                </a:lnTo>
                <a:lnTo>
                  <a:pt x="253784" y="557034"/>
                </a:lnTo>
                <a:close/>
              </a:path>
              <a:path w="1727200" h="4055745">
                <a:moveTo>
                  <a:pt x="282587" y="298894"/>
                </a:moveTo>
                <a:lnTo>
                  <a:pt x="276606" y="291833"/>
                </a:lnTo>
                <a:lnTo>
                  <a:pt x="268998" y="291833"/>
                </a:lnTo>
                <a:lnTo>
                  <a:pt x="260845" y="290741"/>
                </a:lnTo>
                <a:lnTo>
                  <a:pt x="253784" y="297802"/>
                </a:lnTo>
                <a:lnTo>
                  <a:pt x="253784" y="313029"/>
                </a:lnTo>
                <a:lnTo>
                  <a:pt x="260311" y="319544"/>
                </a:lnTo>
                <a:lnTo>
                  <a:pt x="267919" y="319544"/>
                </a:lnTo>
                <a:lnTo>
                  <a:pt x="275526" y="320090"/>
                </a:lnTo>
                <a:lnTo>
                  <a:pt x="282041" y="314109"/>
                </a:lnTo>
                <a:lnTo>
                  <a:pt x="282041" y="306501"/>
                </a:lnTo>
                <a:lnTo>
                  <a:pt x="282587" y="298894"/>
                </a:lnTo>
                <a:close/>
              </a:path>
              <a:path w="1727200" h="4055745">
                <a:moveTo>
                  <a:pt x="321716" y="61404"/>
                </a:moveTo>
                <a:lnTo>
                  <a:pt x="321170" y="54889"/>
                </a:lnTo>
                <a:lnTo>
                  <a:pt x="321170" y="48361"/>
                </a:lnTo>
                <a:lnTo>
                  <a:pt x="317373" y="45097"/>
                </a:lnTo>
                <a:lnTo>
                  <a:pt x="305409" y="45097"/>
                </a:lnTo>
                <a:lnTo>
                  <a:pt x="302158" y="48907"/>
                </a:lnTo>
                <a:lnTo>
                  <a:pt x="301612" y="54343"/>
                </a:lnTo>
                <a:lnTo>
                  <a:pt x="301612" y="60325"/>
                </a:lnTo>
                <a:lnTo>
                  <a:pt x="304876" y="64122"/>
                </a:lnTo>
                <a:lnTo>
                  <a:pt x="311391" y="64668"/>
                </a:lnTo>
                <a:lnTo>
                  <a:pt x="317373" y="64122"/>
                </a:lnTo>
                <a:lnTo>
                  <a:pt x="321716" y="61404"/>
                </a:lnTo>
                <a:close/>
              </a:path>
              <a:path w="1727200" h="4055745">
                <a:moveTo>
                  <a:pt x="498881" y="604316"/>
                </a:moveTo>
                <a:lnTo>
                  <a:pt x="498094" y="594893"/>
                </a:lnTo>
                <a:lnTo>
                  <a:pt x="493788" y="586790"/>
                </a:lnTo>
                <a:lnTo>
                  <a:pt x="486727" y="580923"/>
                </a:lnTo>
                <a:lnTo>
                  <a:pt x="477685" y="578231"/>
                </a:lnTo>
                <a:lnTo>
                  <a:pt x="468261" y="579031"/>
                </a:lnTo>
                <a:lnTo>
                  <a:pt x="460159" y="583387"/>
                </a:lnTo>
                <a:lnTo>
                  <a:pt x="454304" y="590613"/>
                </a:lnTo>
                <a:lnTo>
                  <a:pt x="451599" y="599973"/>
                </a:lnTo>
                <a:lnTo>
                  <a:pt x="453110" y="609079"/>
                </a:lnTo>
                <a:lnTo>
                  <a:pt x="457923" y="617016"/>
                </a:lnTo>
                <a:lnTo>
                  <a:pt x="465277" y="622820"/>
                </a:lnTo>
                <a:lnTo>
                  <a:pt x="474433" y="625513"/>
                </a:lnTo>
                <a:lnTo>
                  <a:pt x="483146" y="624408"/>
                </a:lnTo>
                <a:lnTo>
                  <a:pt x="490728" y="620001"/>
                </a:lnTo>
                <a:lnTo>
                  <a:pt x="496290" y="613054"/>
                </a:lnTo>
                <a:lnTo>
                  <a:pt x="498881" y="604316"/>
                </a:lnTo>
                <a:close/>
              </a:path>
              <a:path w="1727200" h="4055745">
                <a:moveTo>
                  <a:pt x="528777" y="345084"/>
                </a:moveTo>
                <a:lnTo>
                  <a:pt x="524967" y="341833"/>
                </a:lnTo>
                <a:lnTo>
                  <a:pt x="518985" y="340741"/>
                </a:lnTo>
                <a:lnTo>
                  <a:pt x="513016" y="341287"/>
                </a:lnTo>
                <a:lnTo>
                  <a:pt x="509206" y="345084"/>
                </a:lnTo>
                <a:lnTo>
                  <a:pt x="509206" y="357581"/>
                </a:lnTo>
                <a:lnTo>
                  <a:pt x="513016" y="361391"/>
                </a:lnTo>
                <a:lnTo>
                  <a:pt x="519531" y="360845"/>
                </a:lnTo>
                <a:lnTo>
                  <a:pt x="525513" y="360299"/>
                </a:lnTo>
                <a:lnTo>
                  <a:pt x="528777" y="357047"/>
                </a:lnTo>
                <a:lnTo>
                  <a:pt x="528777" y="345084"/>
                </a:lnTo>
                <a:close/>
              </a:path>
              <a:path w="1727200" h="4055745">
                <a:moveTo>
                  <a:pt x="674420" y="3999268"/>
                </a:moveTo>
                <a:lnTo>
                  <a:pt x="672630" y="3991051"/>
                </a:lnTo>
                <a:lnTo>
                  <a:pt x="667829" y="3984117"/>
                </a:lnTo>
                <a:lnTo>
                  <a:pt x="660895" y="3979316"/>
                </a:lnTo>
                <a:lnTo>
                  <a:pt x="652678" y="3977525"/>
                </a:lnTo>
                <a:lnTo>
                  <a:pt x="644474" y="3979240"/>
                </a:lnTo>
                <a:lnTo>
                  <a:pt x="637527" y="3983913"/>
                </a:lnTo>
                <a:lnTo>
                  <a:pt x="632739" y="3990822"/>
                </a:lnTo>
                <a:lnTo>
                  <a:pt x="630948" y="3999268"/>
                </a:lnTo>
                <a:lnTo>
                  <a:pt x="632663" y="4007701"/>
                </a:lnTo>
                <a:lnTo>
                  <a:pt x="637324" y="4014622"/>
                </a:lnTo>
                <a:lnTo>
                  <a:pt x="644245" y="4019283"/>
                </a:lnTo>
                <a:lnTo>
                  <a:pt x="652678" y="4020997"/>
                </a:lnTo>
                <a:lnTo>
                  <a:pt x="660895" y="4019588"/>
                </a:lnTo>
                <a:lnTo>
                  <a:pt x="667829" y="4015028"/>
                </a:lnTo>
                <a:lnTo>
                  <a:pt x="672630" y="4008005"/>
                </a:lnTo>
                <a:lnTo>
                  <a:pt x="674420" y="3999268"/>
                </a:lnTo>
                <a:close/>
              </a:path>
              <a:path w="1727200" h="4055745">
                <a:moveTo>
                  <a:pt x="711911" y="897242"/>
                </a:moveTo>
                <a:lnTo>
                  <a:pt x="709447" y="885380"/>
                </a:lnTo>
                <a:lnTo>
                  <a:pt x="702741" y="875766"/>
                </a:lnTo>
                <a:lnTo>
                  <a:pt x="692886" y="869416"/>
                </a:lnTo>
                <a:lnTo>
                  <a:pt x="680935" y="867346"/>
                </a:lnTo>
                <a:lnTo>
                  <a:pt x="669620" y="869797"/>
                </a:lnTo>
                <a:lnTo>
                  <a:pt x="660082" y="876376"/>
                </a:lnTo>
                <a:lnTo>
                  <a:pt x="653503" y="885913"/>
                </a:lnTo>
                <a:lnTo>
                  <a:pt x="651052" y="897242"/>
                </a:lnTo>
                <a:lnTo>
                  <a:pt x="653364" y="908951"/>
                </a:lnTo>
                <a:lnTo>
                  <a:pt x="660222" y="918768"/>
                </a:lnTo>
                <a:lnTo>
                  <a:pt x="670229" y="925436"/>
                </a:lnTo>
                <a:lnTo>
                  <a:pt x="682028" y="927671"/>
                </a:lnTo>
                <a:lnTo>
                  <a:pt x="693572" y="924902"/>
                </a:lnTo>
                <a:lnTo>
                  <a:pt x="703084" y="918159"/>
                </a:lnTo>
                <a:lnTo>
                  <a:pt x="709536" y="908558"/>
                </a:lnTo>
                <a:lnTo>
                  <a:pt x="711911" y="897242"/>
                </a:lnTo>
                <a:close/>
              </a:path>
              <a:path w="1727200" h="4055745">
                <a:moveTo>
                  <a:pt x="743978" y="653770"/>
                </a:moveTo>
                <a:lnTo>
                  <a:pt x="743432" y="644525"/>
                </a:lnTo>
                <a:lnTo>
                  <a:pt x="743432" y="635292"/>
                </a:lnTo>
                <a:lnTo>
                  <a:pt x="735279" y="627684"/>
                </a:lnTo>
                <a:lnTo>
                  <a:pt x="716267" y="627684"/>
                </a:lnTo>
                <a:lnTo>
                  <a:pt x="708660" y="635838"/>
                </a:lnTo>
                <a:lnTo>
                  <a:pt x="709193" y="645071"/>
                </a:lnTo>
                <a:lnTo>
                  <a:pt x="709193" y="654316"/>
                </a:lnTo>
                <a:lnTo>
                  <a:pt x="717346" y="661924"/>
                </a:lnTo>
                <a:lnTo>
                  <a:pt x="726592" y="661924"/>
                </a:lnTo>
                <a:lnTo>
                  <a:pt x="735825" y="661924"/>
                </a:lnTo>
                <a:lnTo>
                  <a:pt x="743978" y="653770"/>
                </a:lnTo>
                <a:close/>
              </a:path>
              <a:path w="1727200" h="4055745">
                <a:moveTo>
                  <a:pt x="779310" y="387477"/>
                </a:moveTo>
                <a:lnTo>
                  <a:pt x="774954" y="384759"/>
                </a:lnTo>
                <a:lnTo>
                  <a:pt x="768985" y="384213"/>
                </a:lnTo>
                <a:lnTo>
                  <a:pt x="762457" y="385305"/>
                </a:lnTo>
                <a:lnTo>
                  <a:pt x="759193" y="389102"/>
                </a:lnTo>
                <a:lnTo>
                  <a:pt x="759739" y="395084"/>
                </a:lnTo>
                <a:lnTo>
                  <a:pt x="760285" y="400519"/>
                </a:lnTo>
                <a:lnTo>
                  <a:pt x="764082" y="403783"/>
                </a:lnTo>
                <a:lnTo>
                  <a:pt x="775500" y="403783"/>
                </a:lnTo>
                <a:lnTo>
                  <a:pt x="779310" y="400519"/>
                </a:lnTo>
                <a:lnTo>
                  <a:pt x="779310" y="387477"/>
                </a:lnTo>
                <a:close/>
              </a:path>
              <a:path w="1727200" h="4055745">
                <a:moveTo>
                  <a:pt x="912990" y="4038930"/>
                </a:moveTo>
                <a:lnTo>
                  <a:pt x="909193" y="4035133"/>
                </a:lnTo>
                <a:lnTo>
                  <a:pt x="896696" y="4035133"/>
                </a:lnTo>
                <a:lnTo>
                  <a:pt x="893978" y="4039476"/>
                </a:lnTo>
                <a:lnTo>
                  <a:pt x="893432" y="4045458"/>
                </a:lnTo>
                <a:lnTo>
                  <a:pt x="893978" y="4051973"/>
                </a:lnTo>
                <a:lnTo>
                  <a:pt x="897775" y="4055237"/>
                </a:lnTo>
                <a:lnTo>
                  <a:pt x="904303" y="4054691"/>
                </a:lnTo>
                <a:lnTo>
                  <a:pt x="909193" y="4054157"/>
                </a:lnTo>
                <a:lnTo>
                  <a:pt x="912990" y="4050893"/>
                </a:lnTo>
                <a:lnTo>
                  <a:pt x="912990" y="4038930"/>
                </a:lnTo>
                <a:close/>
              </a:path>
              <a:path w="1727200" h="4055745">
                <a:moveTo>
                  <a:pt x="951585" y="941260"/>
                </a:moveTo>
                <a:lnTo>
                  <a:pt x="949960" y="933221"/>
                </a:lnTo>
                <a:lnTo>
                  <a:pt x="945527" y="926719"/>
                </a:lnTo>
                <a:lnTo>
                  <a:pt x="938974" y="922451"/>
                </a:lnTo>
                <a:lnTo>
                  <a:pt x="930922" y="921143"/>
                </a:lnTo>
                <a:lnTo>
                  <a:pt x="923378" y="922985"/>
                </a:lnTo>
                <a:lnTo>
                  <a:pt x="917409" y="927328"/>
                </a:lnTo>
                <a:lnTo>
                  <a:pt x="913574" y="933602"/>
                </a:lnTo>
                <a:lnTo>
                  <a:pt x="912456" y="941260"/>
                </a:lnTo>
                <a:lnTo>
                  <a:pt x="914057" y="948588"/>
                </a:lnTo>
                <a:lnTo>
                  <a:pt x="918362" y="954633"/>
                </a:lnTo>
                <a:lnTo>
                  <a:pt x="924598" y="958761"/>
                </a:lnTo>
                <a:lnTo>
                  <a:pt x="932014" y="960272"/>
                </a:lnTo>
                <a:lnTo>
                  <a:pt x="939431" y="958989"/>
                </a:lnTo>
                <a:lnTo>
                  <a:pt x="945667" y="954836"/>
                </a:lnTo>
                <a:lnTo>
                  <a:pt x="949972" y="948664"/>
                </a:lnTo>
                <a:lnTo>
                  <a:pt x="951585" y="941260"/>
                </a:lnTo>
                <a:close/>
              </a:path>
              <a:path w="1727200" h="4055745">
                <a:moveTo>
                  <a:pt x="964082" y="3782974"/>
                </a:moveTo>
                <a:lnTo>
                  <a:pt x="955929" y="3774821"/>
                </a:lnTo>
                <a:lnTo>
                  <a:pt x="946683" y="3774821"/>
                </a:lnTo>
                <a:lnTo>
                  <a:pt x="937450" y="3775367"/>
                </a:lnTo>
                <a:lnTo>
                  <a:pt x="929843" y="3782974"/>
                </a:lnTo>
                <a:lnTo>
                  <a:pt x="928751" y="3801453"/>
                </a:lnTo>
                <a:lnTo>
                  <a:pt x="936904" y="3809060"/>
                </a:lnTo>
                <a:lnTo>
                  <a:pt x="955382" y="3809060"/>
                </a:lnTo>
                <a:lnTo>
                  <a:pt x="963536" y="3801453"/>
                </a:lnTo>
                <a:lnTo>
                  <a:pt x="963536" y="3792207"/>
                </a:lnTo>
                <a:lnTo>
                  <a:pt x="964082" y="3782974"/>
                </a:lnTo>
                <a:close/>
              </a:path>
              <a:path w="1727200" h="4055745">
                <a:moveTo>
                  <a:pt x="986904" y="689089"/>
                </a:moveTo>
                <a:lnTo>
                  <a:pt x="985812" y="683120"/>
                </a:lnTo>
                <a:lnTo>
                  <a:pt x="982560" y="679310"/>
                </a:lnTo>
                <a:lnTo>
                  <a:pt x="976033" y="680402"/>
                </a:lnTo>
                <a:lnTo>
                  <a:pt x="970051" y="681482"/>
                </a:lnTo>
                <a:lnTo>
                  <a:pt x="966254" y="685292"/>
                </a:lnTo>
                <a:lnTo>
                  <a:pt x="967346" y="691807"/>
                </a:lnTo>
                <a:lnTo>
                  <a:pt x="967879" y="697242"/>
                </a:lnTo>
                <a:lnTo>
                  <a:pt x="971689" y="699960"/>
                </a:lnTo>
                <a:lnTo>
                  <a:pt x="983640" y="699960"/>
                </a:lnTo>
                <a:lnTo>
                  <a:pt x="986904" y="695617"/>
                </a:lnTo>
                <a:lnTo>
                  <a:pt x="986904" y="689089"/>
                </a:lnTo>
                <a:close/>
              </a:path>
              <a:path w="1727200" h="4055745">
                <a:moveTo>
                  <a:pt x="1017333" y="3542220"/>
                </a:moveTo>
                <a:lnTo>
                  <a:pt x="1015403" y="3532098"/>
                </a:lnTo>
                <a:lnTo>
                  <a:pt x="1009599" y="3523602"/>
                </a:lnTo>
                <a:lnTo>
                  <a:pt x="1001141" y="3517760"/>
                </a:lnTo>
                <a:lnTo>
                  <a:pt x="991247" y="3515588"/>
                </a:lnTo>
                <a:lnTo>
                  <a:pt x="981913" y="3517671"/>
                </a:lnTo>
                <a:lnTo>
                  <a:pt x="974064" y="3523272"/>
                </a:lnTo>
                <a:lnTo>
                  <a:pt x="968552" y="3531412"/>
                </a:lnTo>
                <a:lnTo>
                  <a:pt x="966254" y="3541128"/>
                </a:lnTo>
                <a:lnTo>
                  <a:pt x="967778" y="3551097"/>
                </a:lnTo>
                <a:lnTo>
                  <a:pt x="972705" y="3559276"/>
                </a:lnTo>
                <a:lnTo>
                  <a:pt x="980389" y="3564902"/>
                </a:lnTo>
                <a:lnTo>
                  <a:pt x="990168" y="3567214"/>
                </a:lnTo>
                <a:lnTo>
                  <a:pt x="1000366" y="3565525"/>
                </a:lnTo>
                <a:lnTo>
                  <a:pt x="1009053" y="3560216"/>
                </a:lnTo>
                <a:lnTo>
                  <a:pt x="1015072" y="3552164"/>
                </a:lnTo>
                <a:lnTo>
                  <a:pt x="1017333" y="3542220"/>
                </a:lnTo>
                <a:close/>
              </a:path>
              <a:path w="1727200" h="4055745">
                <a:moveTo>
                  <a:pt x="1126566" y="1487424"/>
                </a:moveTo>
                <a:lnTo>
                  <a:pt x="1124204" y="1476095"/>
                </a:lnTo>
                <a:lnTo>
                  <a:pt x="1117803" y="1466507"/>
                </a:lnTo>
                <a:lnTo>
                  <a:pt x="1108456" y="1459763"/>
                </a:lnTo>
                <a:lnTo>
                  <a:pt x="1097229" y="1456994"/>
                </a:lnTo>
                <a:lnTo>
                  <a:pt x="1085418" y="1459230"/>
                </a:lnTo>
                <a:lnTo>
                  <a:pt x="1075347" y="1465897"/>
                </a:lnTo>
                <a:lnTo>
                  <a:pt x="1068336" y="1475714"/>
                </a:lnTo>
                <a:lnTo>
                  <a:pt x="1065707" y="1487424"/>
                </a:lnTo>
                <a:lnTo>
                  <a:pt x="1068070" y="1498752"/>
                </a:lnTo>
                <a:lnTo>
                  <a:pt x="1074470" y="1508353"/>
                </a:lnTo>
                <a:lnTo>
                  <a:pt x="1083818" y="1515084"/>
                </a:lnTo>
                <a:lnTo>
                  <a:pt x="1095044" y="1517853"/>
                </a:lnTo>
                <a:lnTo>
                  <a:pt x="1107313" y="1515478"/>
                </a:lnTo>
                <a:lnTo>
                  <a:pt x="1117333" y="1508963"/>
                </a:lnTo>
                <a:lnTo>
                  <a:pt x="1124089" y="1499285"/>
                </a:lnTo>
                <a:lnTo>
                  <a:pt x="1126566" y="1487424"/>
                </a:lnTo>
                <a:close/>
              </a:path>
              <a:path w="1727200" h="4055745">
                <a:moveTo>
                  <a:pt x="1159179" y="1236891"/>
                </a:moveTo>
                <a:lnTo>
                  <a:pt x="1157732" y="1229245"/>
                </a:lnTo>
                <a:lnTo>
                  <a:pt x="1153744" y="1222971"/>
                </a:lnTo>
                <a:lnTo>
                  <a:pt x="1147711" y="1218628"/>
                </a:lnTo>
                <a:lnTo>
                  <a:pt x="1140155" y="1216787"/>
                </a:lnTo>
                <a:lnTo>
                  <a:pt x="1132344" y="1218171"/>
                </a:lnTo>
                <a:lnTo>
                  <a:pt x="1125753" y="1222565"/>
                </a:lnTo>
                <a:lnTo>
                  <a:pt x="1121206" y="1229093"/>
                </a:lnTo>
                <a:lnTo>
                  <a:pt x="1119505" y="1236891"/>
                </a:lnTo>
                <a:lnTo>
                  <a:pt x="1120927" y="1243838"/>
                </a:lnTo>
                <a:lnTo>
                  <a:pt x="1124800" y="1249667"/>
                </a:lnTo>
                <a:lnTo>
                  <a:pt x="1130515" y="1253858"/>
                </a:lnTo>
                <a:lnTo>
                  <a:pt x="1137437" y="1255915"/>
                </a:lnTo>
                <a:lnTo>
                  <a:pt x="1145578" y="1254925"/>
                </a:lnTo>
                <a:lnTo>
                  <a:pt x="1152385" y="1250886"/>
                </a:lnTo>
                <a:lnTo>
                  <a:pt x="1157160" y="1244600"/>
                </a:lnTo>
                <a:lnTo>
                  <a:pt x="1159179" y="1236891"/>
                </a:lnTo>
                <a:close/>
              </a:path>
              <a:path w="1727200" h="4055745">
                <a:moveTo>
                  <a:pt x="1193965" y="979297"/>
                </a:moveTo>
                <a:lnTo>
                  <a:pt x="1190155" y="975487"/>
                </a:lnTo>
                <a:lnTo>
                  <a:pt x="1177658" y="975487"/>
                </a:lnTo>
                <a:lnTo>
                  <a:pt x="1174940" y="979843"/>
                </a:lnTo>
                <a:lnTo>
                  <a:pt x="1174394" y="985824"/>
                </a:lnTo>
                <a:lnTo>
                  <a:pt x="1175486" y="992886"/>
                </a:lnTo>
                <a:lnTo>
                  <a:pt x="1179283" y="996149"/>
                </a:lnTo>
                <a:lnTo>
                  <a:pt x="1185265" y="995057"/>
                </a:lnTo>
                <a:lnTo>
                  <a:pt x="1190155" y="994511"/>
                </a:lnTo>
                <a:lnTo>
                  <a:pt x="1193965" y="991247"/>
                </a:lnTo>
                <a:lnTo>
                  <a:pt x="1193965" y="979297"/>
                </a:lnTo>
                <a:close/>
              </a:path>
              <a:path w="1727200" h="4055745">
                <a:moveTo>
                  <a:pt x="1209179" y="3837317"/>
                </a:moveTo>
                <a:lnTo>
                  <a:pt x="1208633" y="3831336"/>
                </a:lnTo>
                <a:lnTo>
                  <a:pt x="1205369" y="3827538"/>
                </a:lnTo>
                <a:lnTo>
                  <a:pt x="1193419" y="3827538"/>
                </a:lnTo>
                <a:lnTo>
                  <a:pt x="1190155" y="3830790"/>
                </a:lnTo>
                <a:lnTo>
                  <a:pt x="1189609" y="3836225"/>
                </a:lnTo>
                <a:lnTo>
                  <a:pt x="1189062" y="3842207"/>
                </a:lnTo>
                <a:lnTo>
                  <a:pt x="1191780" y="3846550"/>
                </a:lnTo>
                <a:lnTo>
                  <a:pt x="1198308" y="3847096"/>
                </a:lnTo>
                <a:lnTo>
                  <a:pt x="1204823" y="3847096"/>
                </a:lnTo>
                <a:lnTo>
                  <a:pt x="1208087" y="3843299"/>
                </a:lnTo>
                <a:lnTo>
                  <a:pt x="1209179" y="3837317"/>
                </a:lnTo>
                <a:close/>
              </a:path>
              <a:path w="1727200" h="4055745">
                <a:moveTo>
                  <a:pt x="1252105" y="3586784"/>
                </a:moveTo>
                <a:lnTo>
                  <a:pt x="1251026" y="3580257"/>
                </a:lnTo>
                <a:lnTo>
                  <a:pt x="1247762" y="3576459"/>
                </a:lnTo>
                <a:lnTo>
                  <a:pt x="1234719" y="3577539"/>
                </a:lnTo>
                <a:lnTo>
                  <a:pt x="1231455" y="3581895"/>
                </a:lnTo>
                <a:lnTo>
                  <a:pt x="1232001" y="3587877"/>
                </a:lnTo>
                <a:lnTo>
                  <a:pt x="1232547" y="3593300"/>
                </a:lnTo>
                <a:lnTo>
                  <a:pt x="1236345" y="3596563"/>
                </a:lnTo>
                <a:lnTo>
                  <a:pt x="1248308" y="3596563"/>
                </a:lnTo>
                <a:lnTo>
                  <a:pt x="1251559" y="3592766"/>
                </a:lnTo>
                <a:lnTo>
                  <a:pt x="1252105" y="3586784"/>
                </a:lnTo>
                <a:close/>
              </a:path>
              <a:path w="1727200" h="4055745">
                <a:moveTo>
                  <a:pt x="1289062" y="2035771"/>
                </a:moveTo>
                <a:lnTo>
                  <a:pt x="1286776" y="2024430"/>
                </a:lnTo>
                <a:lnTo>
                  <a:pt x="1280566" y="2014778"/>
                </a:lnTo>
                <a:lnTo>
                  <a:pt x="1271409" y="2007870"/>
                </a:lnTo>
                <a:lnTo>
                  <a:pt x="1260259" y="2004796"/>
                </a:lnTo>
                <a:lnTo>
                  <a:pt x="1248371" y="2006714"/>
                </a:lnTo>
                <a:lnTo>
                  <a:pt x="1238110" y="2013216"/>
                </a:lnTo>
                <a:lnTo>
                  <a:pt x="1230909" y="2022983"/>
                </a:lnTo>
                <a:lnTo>
                  <a:pt x="1228191" y="2034679"/>
                </a:lnTo>
                <a:lnTo>
                  <a:pt x="1230566" y="2046325"/>
                </a:lnTo>
                <a:lnTo>
                  <a:pt x="1236954" y="2056079"/>
                </a:lnTo>
                <a:lnTo>
                  <a:pt x="1246314" y="2062886"/>
                </a:lnTo>
                <a:lnTo>
                  <a:pt x="1257541" y="2065655"/>
                </a:lnTo>
                <a:lnTo>
                  <a:pt x="1269504" y="2063584"/>
                </a:lnTo>
                <a:lnTo>
                  <a:pt x="1279423" y="2057234"/>
                </a:lnTo>
                <a:lnTo>
                  <a:pt x="1286281" y="2047621"/>
                </a:lnTo>
                <a:lnTo>
                  <a:pt x="1289062" y="2035771"/>
                </a:lnTo>
                <a:close/>
              </a:path>
              <a:path w="1727200" h="4055745">
                <a:moveTo>
                  <a:pt x="1301559" y="3327019"/>
                </a:moveTo>
                <a:lnTo>
                  <a:pt x="1295044" y="3320491"/>
                </a:lnTo>
                <a:lnTo>
                  <a:pt x="1287437" y="3320491"/>
                </a:lnTo>
                <a:lnTo>
                  <a:pt x="1279829" y="3319945"/>
                </a:lnTo>
                <a:lnTo>
                  <a:pt x="1273848" y="3325926"/>
                </a:lnTo>
                <a:lnTo>
                  <a:pt x="1273302" y="3334080"/>
                </a:lnTo>
                <a:lnTo>
                  <a:pt x="1273302" y="3341687"/>
                </a:lnTo>
                <a:lnTo>
                  <a:pt x="1279283" y="3348202"/>
                </a:lnTo>
                <a:lnTo>
                  <a:pt x="1286344" y="3348748"/>
                </a:lnTo>
                <a:lnTo>
                  <a:pt x="1294498" y="3349294"/>
                </a:lnTo>
                <a:lnTo>
                  <a:pt x="1301559" y="3342233"/>
                </a:lnTo>
                <a:lnTo>
                  <a:pt x="1301559" y="3327019"/>
                </a:lnTo>
                <a:close/>
              </a:path>
              <a:path w="1727200" h="4055745">
                <a:moveTo>
                  <a:pt x="1325473" y="1782521"/>
                </a:moveTo>
                <a:lnTo>
                  <a:pt x="1323746" y="1773669"/>
                </a:lnTo>
                <a:lnTo>
                  <a:pt x="1319022" y="1766354"/>
                </a:lnTo>
                <a:lnTo>
                  <a:pt x="1311948" y="1761274"/>
                </a:lnTo>
                <a:lnTo>
                  <a:pt x="1303197" y="1759153"/>
                </a:lnTo>
                <a:lnTo>
                  <a:pt x="1293710" y="1760994"/>
                </a:lnTo>
                <a:lnTo>
                  <a:pt x="1285595" y="1766557"/>
                </a:lnTo>
                <a:lnTo>
                  <a:pt x="1280033" y="1774659"/>
                </a:lnTo>
                <a:lnTo>
                  <a:pt x="1278191" y="1784146"/>
                </a:lnTo>
                <a:lnTo>
                  <a:pt x="1280312" y="1792909"/>
                </a:lnTo>
                <a:lnTo>
                  <a:pt x="1285392" y="1799983"/>
                </a:lnTo>
                <a:lnTo>
                  <a:pt x="1292720" y="1804708"/>
                </a:lnTo>
                <a:lnTo>
                  <a:pt x="1301559" y="1806435"/>
                </a:lnTo>
                <a:lnTo>
                  <a:pt x="1311033" y="1804606"/>
                </a:lnTo>
                <a:lnTo>
                  <a:pt x="1318615" y="1799577"/>
                </a:lnTo>
                <a:lnTo>
                  <a:pt x="1323644" y="1791982"/>
                </a:lnTo>
                <a:lnTo>
                  <a:pt x="1325473" y="1782521"/>
                </a:lnTo>
                <a:close/>
              </a:path>
              <a:path w="1727200" h="4055745">
                <a:moveTo>
                  <a:pt x="1352105" y="3083001"/>
                </a:moveTo>
                <a:lnTo>
                  <a:pt x="1350086" y="3075063"/>
                </a:lnTo>
                <a:lnTo>
                  <a:pt x="1345311" y="3068802"/>
                </a:lnTo>
                <a:lnTo>
                  <a:pt x="1338503" y="3064891"/>
                </a:lnTo>
                <a:lnTo>
                  <a:pt x="1330363" y="3063976"/>
                </a:lnTo>
                <a:lnTo>
                  <a:pt x="1322908" y="3065907"/>
                </a:lnTo>
                <a:lnTo>
                  <a:pt x="1317193" y="3070441"/>
                </a:lnTo>
                <a:lnTo>
                  <a:pt x="1313700" y="3076892"/>
                </a:lnTo>
                <a:lnTo>
                  <a:pt x="1312976" y="3084639"/>
                </a:lnTo>
                <a:lnTo>
                  <a:pt x="1315212" y="3092183"/>
                </a:lnTo>
                <a:lnTo>
                  <a:pt x="1319834" y="3098152"/>
                </a:lnTo>
                <a:lnTo>
                  <a:pt x="1326197" y="3101987"/>
                </a:lnTo>
                <a:lnTo>
                  <a:pt x="1333627" y="3103105"/>
                </a:lnTo>
                <a:lnTo>
                  <a:pt x="1340942" y="3101187"/>
                </a:lnTo>
                <a:lnTo>
                  <a:pt x="1346936" y="3096730"/>
                </a:lnTo>
                <a:lnTo>
                  <a:pt x="1350899" y="3090430"/>
                </a:lnTo>
                <a:lnTo>
                  <a:pt x="1352105" y="3083001"/>
                </a:lnTo>
                <a:close/>
              </a:path>
              <a:path w="1727200" h="4055745">
                <a:moveTo>
                  <a:pt x="1364056" y="1523288"/>
                </a:moveTo>
                <a:lnTo>
                  <a:pt x="1356448" y="1515148"/>
                </a:lnTo>
                <a:lnTo>
                  <a:pt x="1347216" y="1515148"/>
                </a:lnTo>
                <a:lnTo>
                  <a:pt x="1337437" y="1514602"/>
                </a:lnTo>
                <a:lnTo>
                  <a:pt x="1329817" y="1522755"/>
                </a:lnTo>
                <a:lnTo>
                  <a:pt x="1329817" y="1541233"/>
                </a:lnTo>
                <a:lnTo>
                  <a:pt x="1337437" y="1549374"/>
                </a:lnTo>
                <a:lnTo>
                  <a:pt x="1346669" y="1549374"/>
                </a:lnTo>
                <a:lnTo>
                  <a:pt x="1355902" y="1549920"/>
                </a:lnTo>
                <a:lnTo>
                  <a:pt x="1364056" y="1541767"/>
                </a:lnTo>
                <a:lnTo>
                  <a:pt x="1364056" y="1532534"/>
                </a:lnTo>
                <a:lnTo>
                  <a:pt x="1364056" y="1523288"/>
                </a:lnTo>
                <a:close/>
              </a:path>
              <a:path w="1727200" h="4055745">
                <a:moveTo>
                  <a:pt x="1395577" y="2833014"/>
                </a:moveTo>
                <a:lnTo>
                  <a:pt x="1394066" y="2825597"/>
                </a:lnTo>
                <a:lnTo>
                  <a:pt x="1389938" y="2819298"/>
                </a:lnTo>
                <a:lnTo>
                  <a:pt x="1383893" y="2814828"/>
                </a:lnTo>
                <a:lnTo>
                  <a:pt x="1376565" y="2812910"/>
                </a:lnTo>
                <a:lnTo>
                  <a:pt x="1369136" y="2814345"/>
                </a:lnTo>
                <a:lnTo>
                  <a:pt x="1362837" y="2818269"/>
                </a:lnTo>
                <a:lnTo>
                  <a:pt x="1358366" y="2824137"/>
                </a:lnTo>
                <a:lnTo>
                  <a:pt x="1356448" y="2831388"/>
                </a:lnTo>
                <a:lnTo>
                  <a:pt x="1357490" y="2839123"/>
                </a:lnTo>
                <a:lnTo>
                  <a:pt x="1361135" y="2845587"/>
                </a:lnTo>
                <a:lnTo>
                  <a:pt x="1366926" y="2850108"/>
                </a:lnTo>
                <a:lnTo>
                  <a:pt x="1374381" y="2852039"/>
                </a:lnTo>
                <a:lnTo>
                  <a:pt x="1382204" y="2851048"/>
                </a:lnTo>
                <a:lnTo>
                  <a:pt x="1388859" y="2847009"/>
                </a:lnTo>
                <a:lnTo>
                  <a:pt x="1393571" y="2840723"/>
                </a:lnTo>
                <a:lnTo>
                  <a:pt x="1395577" y="2833014"/>
                </a:lnTo>
                <a:close/>
              </a:path>
              <a:path w="1727200" h="4055745">
                <a:moveTo>
                  <a:pt x="1399933" y="1276019"/>
                </a:moveTo>
                <a:lnTo>
                  <a:pt x="1396669" y="1271676"/>
                </a:lnTo>
                <a:lnTo>
                  <a:pt x="1384173" y="1271676"/>
                </a:lnTo>
                <a:lnTo>
                  <a:pt x="1380363" y="1275473"/>
                </a:lnTo>
                <a:lnTo>
                  <a:pt x="1380363" y="1287437"/>
                </a:lnTo>
                <a:lnTo>
                  <a:pt x="1383626" y="1290701"/>
                </a:lnTo>
                <a:lnTo>
                  <a:pt x="1389062" y="1291234"/>
                </a:lnTo>
                <a:lnTo>
                  <a:pt x="1395031" y="1291780"/>
                </a:lnTo>
                <a:lnTo>
                  <a:pt x="1398841" y="1288516"/>
                </a:lnTo>
                <a:lnTo>
                  <a:pt x="1399933" y="1282001"/>
                </a:lnTo>
                <a:lnTo>
                  <a:pt x="1399933" y="1276019"/>
                </a:lnTo>
                <a:close/>
              </a:path>
              <a:path w="1727200" h="4055745">
                <a:moveTo>
                  <a:pt x="1440141" y="2581402"/>
                </a:moveTo>
                <a:lnTo>
                  <a:pt x="1438694" y="2574074"/>
                </a:lnTo>
                <a:lnTo>
                  <a:pt x="1434706" y="2568016"/>
                </a:lnTo>
                <a:lnTo>
                  <a:pt x="1428686" y="2563901"/>
                </a:lnTo>
                <a:lnTo>
                  <a:pt x="1421117" y="2562377"/>
                </a:lnTo>
                <a:lnTo>
                  <a:pt x="1413090" y="2564079"/>
                </a:lnTo>
                <a:lnTo>
                  <a:pt x="1406588" y="2568625"/>
                </a:lnTo>
                <a:lnTo>
                  <a:pt x="1402321" y="2575217"/>
                </a:lnTo>
                <a:lnTo>
                  <a:pt x="1401013" y="2583027"/>
                </a:lnTo>
                <a:lnTo>
                  <a:pt x="1402753" y="2589961"/>
                </a:lnTo>
                <a:lnTo>
                  <a:pt x="1406791" y="2595727"/>
                </a:lnTo>
                <a:lnTo>
                  <a:pt x="1412557" y="2599766"/>
                </a:lnTo>
                <a:lnTo>
                  <a:pt x="1419491" y="2601506"/>
                </a:lnTo>
                <a:lnTo>
                  <a:pt x="1427302" y="2600121"/>
                </a:lnTo>
                <a:lnTo>
                  <a:pt x="1433893" y="2595727"/>
                </a:lnTo>
                <a:lnTo>
                  <a:pt x="1438440" y="2589199"/>
                </a:lnTo>
                <a:lnTo>
                  <a:pt x="1440141" y="2581402"/>
                </a:lnTo>
                <a:close/>
              </a:path>
              <a:path w="1727200" h="4055745">
                <a:moveTo>
                  <a:pt x="1481442" y="2319998"/>
                </a:moveTo>
                <a:lnTo>
                  <a:pt x="1473835" y="2312390"/>
                </a:lnTo>
                <a:lnTo>
                  <a:pt x="1464602" y="2312390"/>
                </a:lnTo>
                <a:lnTo>
                  <a:pt x="1455356" y="2312936"/>
                </a:lnTo>
                <a:lnTo>
                  <a:pt x="1447203" y="2320544"/>
                </a:lnTo>
                <a:lnTo>
                  <a:pt x="1447203" y="2339022"/>
                </a:lnTo>
                <a:lnTo>
                  <a:pt x="1455356" y="2346629"/>
                </a:lnTo>
                <a:lnTo>
                  <a:pt x="1473288" y="2346629"/>
                </a:lnTo>
                <a:lnTo>
                  <a:pt x="1481442" y="2338476"/>
                </a:lnTo>
                <a:lnTo>
                  <a:pt x="1481442" y="2329230"/>
                </a:lnTo>
                <a:lnTo>
                  <a:pt x="1481442" y="2319998"/>
                </a:lnTo>
                <a:close/>
              </a:path>
              <a:path w="1727200" h="4055745">
                <a:moveTo>
                  <a:pt x="1523288" y="2078164"/>
                </a:moveTo>
                <a:lnTo>
                  <a:pt x="1522742" y="2070544"/>
                </a:lnTo>
                <a:lnTo>
                  <a:pt x="1516773" y="2064575"/>
                </a:lnTo>
                <a:lnTo>
                  <a:pt x="1501559" y="2064575"/>
                </a:lnTo>
                <a:lnTo>
                  <a:pt x="1495031" y="2071090"/>
                </a:lnTo>
                <a:lnTo>
                  <a:pt x="1495031" y="2086305"/>
                </a:lnTo>
                <a:lnTo>
                  <a:pt x="1502092" y="2093379"/>
                </a:lnTo>
                <a:lnTo>
                  <a:pt x="1510245" y="2092833"/>
                </a:lnTo>
                <a:lnTo>
                  <a:pt x="1517319" y="2092286"/>
                </a:lnTo>
                <a:lnTo>
                  <a:pt x="1523288" y="2085771"/>
                </a:lnTo>
                <a:lnTo>
                  <a:pt x="1523288" y="2078164"/>
                </a:lnTo>
                <a:close/>
              </a:path>
              <a:path w="1727200" h="4055745">
                <a:moveTo>
                  <a:pt x="1548295" y="3372662"/>
                </a:moveTo>
                <a:lnTo>
                  <a:pt x="1544485" y="3368865"/>
                </a:lnTo>
                <a:lnTo>
                  <a:pt x="1531988" y="3368865"/>
                </a:lnTo>
                <a:lnTo>
                  <a:pt x="1528724" y="3372116"/>
                </a:lnTo>
                <a:lnTo>
                  <a:pt x="1528178" y="3377552"/>
                </a:lnTo>
                <a:lnTo>
                  <a:pt x="1527644" y="3384080"/>
                </a:lnTo>
                <a:lnTo>
                  <a:pt x="1530896" y="3387877"/>
                </a:lnTo>
                <a:lnTo>
                  <a:pt x="1537423" y="3388969"/>
                </a:lnTo>
                <a:lnTo>
                  <a:pt x="1543405" y="3388969"/>
                </a:lnTo>
                <a:lnTo>
                  <a:pt x="1547749" y="3385705"/>
                </a:lnTo>
                <a:lnTo>
                  <a:pt x="1547749" y="3378644"/>
                </a:lnTo>
                <a:lnTo>
                  <a:pt x="1548295" y="3372662"/>
                </a:lnTo>
                <a:close/>
              </a:path>
              <a:path w="1727200" h="4055745">
                <a:moveTo>
                  <a:pt x="1564589" y="1833600"/>
                </a:moveTo>
                <a:lnTo>
                  <a:pt x="1564055" y="1827085"/>
                </a:lnTo>
                <a:lnTo>
                  <a:pt x="1563509" y="1821103"/>
                </a:lnTo>
                <a:lnTo>
                  <a:pt x="1560245" y="1817839"/>
                </a:lnTo>
                <a:lnTo>
                  <a:pt x="1548828" y="1817839"/>
                </a:lnTo>
                <a:lnTo>
                  <a:pt x="1544485" y="1821103"/>
                </a:lnTo>
                <a:lnTo>
                  <a:pt x="1544485" y="1834146"/>
                </a:lnTo>
                <a:lnTo>
                  <a:pt x="1548828" y="1837410"/>
                </a:lnTo>
                <a:lnTo>
                  <a:pt x="1554810" y="1837956"/>
                </a:lnTo>
                <a:lnTo>
                  <a:pt x="1560791" y="1836864"/>
                </a:lnTo>
                <a:lnTo>
                  <a:pt x="1564589" y="1833600"/>
                </a:lnTo>
                <a:close/>
              </a:path>
              <a:path w="1727200" h="4055745">
                <a:moveTo>
                  <a:pt x="1592859" y="3123222"/>
                </a:moveTo>
                <a:lnTo>
                  <a:pt x="1590141" y="3119412"/>
                </a:lnTo>
                <a:lnTo>
                  <a:pt x="1584706" y="3118866"/>
                </a:lnTo>
                <a:lnTo>
                  <a:pt x="1578178" y="3117786"/>
                </a:lnTo>
                <a:lnTo>
                  <a:pt x="1573834" y="3121583"/>
                </a:lnTo>
                <a:lnTo>
                  <a:pt x="1572742" y="3133547"/>
                </a:lnTo>
                <a:lnTo>
                  <a:pt x="1576552" y="3137344"/>
                </a:lnTo>
                <a:lnTo>
                  <a:pt x="1583067" y="3138436"/>
                </a:lnTo>
                <a:lnTo>
                  <a:pt x="1589049" y="3137890"/>
                </a:lnTo>
                <a:lnTo>
                  <a:pt x="1592859" y="3135172"/>
                </a:lnTo>
                <a:lnTo>
                  <a:pt x="1592859" y="3123222"/>
                </a:lnTo>
                <a:close/>
              </a:path>
              <a:path w="1727200" h="4055745">
                <a:moveTo>
                  <a:pt x="1608074" y="1572209"/>
                </a:moveTo>
                <a:lnTo>
                  <a:pt x="1604810" y="1568399"/>
                </a:lnTo>
                <a:lnTo>
                  <a:pt x="1598282" y="1567307"/>
                </a:lnTo>
                <a:lnTo>
                  <a:pt x="1592313" y="1567853"/>
                </a:lnTo>
                <a:lnTo>
                  <a:pt x="1587957" y="1571117"/>
                </a:lnTo>
                <a:lnTo>
                  <a:pt x="1587957" y="1583613"/>
                </a:lnTo>
                <a:lnTo>
                  <a:pt x="1591767" y="1587423"/>
                </a:lnTo>
                <a:lnTo>
                  <a:pt x="1603717" y="1587423"/>
                </a:lnTo>
                <a:lnTo>
                  <a:pt x="1606981" y="1584159"/>
                </a:lnTo>
                <a:lnTo>
                  <a:pt x="1607527" y="1578724"/>
                </a:lnTo>
                <a:lnTo>
                  <a:pt x="1608074" y="1572209"/>
                </a:lnTo>
                <a:close/>
              </a:path>
              <a:path w="1727200" h="4055745">
                <a:moveTo>
                  <a:pt x="1636877" y="2883014"/>
                </a:moveTo>
                <a:lnTo>
                  <a:pt x="1636331" y="2877032"/>
                </a:lnTo>
                <a:lnTo>
                  <a:pt x="1636331" y="2871597"/>
                </a:lnTo>
                <a:lnTo>
                  <a:pt x="1632521" y="2868333"/>
                </a:lnTo>
                <a:lnTo>
                  <a:pt x="1620570" y="2868333"/>
                </a:lnTo>
                <a:lnTo>
                  <a:pt x="1616760" y="2871597"/>
                </a:lnTo>
                <a:lnTo>
                  <a:pt x="1616760" y="2884093"/>
                </a:lnTo>
                <a:lnTo>
                  <a:pt x="1621116" y="2887357"/>
                </a:lnTo>
                <a:lnTo>
                  <a:pt x="1627085" y="2887903"/>
                </a:lnTo>
                <a:lnTo>
                  <a:pt x="1633613" y="2886811"/>
                </a:lnTo>
                <a:lnTo>
                  <a:pt x="1636877" y="2883014"/>
                </a:lnTo>
                <a:close/>
              </a:path>
              <a:path w="1727200" h="4055745">
                <a:moveTo>
                  <a:pt x="1681441" y="2619438"/>
                </a:moveTo>
                <a:lnTo>
                  <a:pt x="1678178" y="2615628"/>
                </a:lnTo>
                <a:lnTo>
                  <a:pt x="1671650" y="2615628"/>
                </a:lnTo>
                <a:lnTo>
                  <a:pt x="1666214" y="2615095"/>
                </a:lnTo>
                <a:lnTo>
                  <a:pt x="1662417" y="2618346"/>
                </a:lnTo>
                <a:lnTo>
                  <a:pt x="1661871" y="2623782"/>
                </a:lnTo>
                <a:lnTo>
                  <a:pt x="1661325" y="2630309"/>
                </a:lnTo>
                <a:lnTo>
                  <a:pt x="1664042" y="2634653"/>
                </a:lnTo>
                <a:lnTo>
                  <a:pt x="1670570" y="2635199"/>
                </a:lnTo>
                <a:lnTo>
                  <a:pt x="1676539" y="2635745"/>
                </a:lnTo>
                <a:lnTo>
                  <a:pt x="1680349" y="2631935"/>
                </a:lnTo>
                <a:lnTo>
                  <a:pt x="1681441" y="2625953"/>
                </a:lnTo>
                <a:lnTo>
                  <a:pt x="1681441" y="2619438"/>
                </a:lnTo>
                <a:close/>
              </a:path>
              <a:path w="1727200" h="4055745">
                <a:moveTo>
                  <a:pt x="1727085" y="2369997"/>
                </a:moveTo>
                <a:lnTo>
                  <a:pt x="1723821" y="2366187"/>
                </a:lnTo>
                <a:lnTo>
                  <a:pt x="1716760" y="2364562"/>
                </a:lnTo>
                <a:lnTo>
                  <a:pt x="1711871" y="2365095"/>
                </a:lnTo>
                <a:lnTo>
                  <a:pt x="1706981" y="2367813"/>
                </a:lnTo>
                <a:lnTo>
                  <a:pt x="1706981" y="2373795"/>
                </a:lnTo>
                <a:lnTo>
                  <a:pt x="1706435" y="2380323"/>
                </a:lnTo>
                <a:lnTo>
                  <a:pt x="1710245" y="2384120"/>
                </a:lnTo>
                <a:lnTo>
                  <a:pt x="1716760" y="2384120"/>
                </a:lnTo>
                <a:lnTo>
                  <a:pt x="1722196" y="2384666"/>
                </a:lnTo>
                <a:lnTo>
                  <a:pt x="1726006" y="2381402"/>
                </a:lnTo>
                <a:lnTo>
                  <a:pt x="1726539" y="2375966"/>
                </a:lnTo>
                <a:lnTo>
                  <a:pt x="1727085" y="2369997"/>
                </a:lnTo>
                <a:close/>
              </a:path>
            </a:pathLst>
          </a:custGeom>
          <a:solidFill>
            <a:srgbClr val="CAF0F7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bg object 82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834319" y="3664226"/>
            <a:ext cx="6497513" cy="2128618"/>
          </a:xfrm>
          <a:prstGeom prst="rect">
            <a:avLst/>
          </a:prstGeom>
        </p:spPr>
      </p:pic>
      <p:pic>
        <p:nvPicPr>
          <p:cNvPr id="83" name="bg object 83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3141849" y="7129681"/>
            <a:ext cx="6497512" cy="2128618"/>
          </a:xfrm>
          <a:prstGeom prst="rect">
            <a:avLst/>
          </a:prstGeom>
        </p:spPr>
      </p:pic>
      <p:pic>
        <p:nvPicPr>
          <p:cNvPr id="84" name="bg object 84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1426735" y="7129681"/>
            <a:ext cx="6497514" cy="2128618"/>
          </a:xfrm>
          <a:prstGeom prst="rect">
            <a:avLst/>
          </a:prstGeom>
        </p:spPr>
      </p:pic>
      <p:pic>
        <p:nvPicPr>
          <p:cNvPr id="85" name="bg object 85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9119207" y="3664226"/>
            <a:ext cx="6497513" cy="2128618"/>
          </a:xfrm>
          <a:prstGeom prst="rect">
            <a:avLst/>
          </a:prstGeom>
        </p:spPr>
      </p:pic>
      <p:pic>
        <p:nvPicPr>
          <p:cNvPr id="86" name="bg object 86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4507404" y="0"/>
            <a:ext cx="3780596" cy="4893725"/>
          </a:xfrm>
          <a:prstGeom prst="rect">
            <a:avLst/>
          </a:prstGeom>
        </p:spPr>
      </p:pic>
      <p:pic>
        <p:nvPicPr>
          <p:cNvPr id="87" name="bg object 87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0" y="7444503"/>
            <a:ext cx="2616631" cy="2842496"/>
          </a:xfrm>
          <a:prstGeom prst="rect">
            <a:avLst/>
          </a:prstGeom>
        </p:spPr>
      </p:pic>
      <p:pic>
        <p:nvPicPr>
          <p:cNvPr id="88" name="bg object 88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028699" y="443582"/>
            <a:ext cx="1762124" cy="581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2536825"/>
          </a:xfrm>
          <a:custGeom>
            <a:avLst/>
            <a:gdLst/>
            <a:ahLst/>
            <a:cxnLst/>
            <a:rect l="l" t="t" r="r" b="b"/>
            <a:pathLst>
              <a:path w="18288000" h="2536825">
                <a:moveTo>
                  <a:pt x="0" y="2536674"/>
                </a:moveTo>
                <a:lnTo>
                  <a:pt x="18287998" y="2536674"/>
                </a:lnTo>
                <a:lnTo>
                  <a:pt x="18287998" y="0"/>
                </a:lnTo>
                <a:lnTo>
                  <a:pt x="0" y="0"/>
                </a:lnTo>
                <a:lnTo>
                  <a:pt x="0" y="2536674"/>
                </a:lnTo>
                <a:close/>
              </a:path>
            </a:pathLst>
          </a:custGeom>
          <a:solidFill>
            <a:srgbClr val="7209B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6675"/>
            <a:ext cx="18287999" cy="775032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93978" y="505892"/>
            <a:ext cx="6070600" cy="6076950"/>
          </a:xfrm>
          <a:custGeom>
            <a:avLst/>
            <a:gdLst/>
            <a:ahLst/>
            <a:cxnLst/>
            <a:rect l="l" t="t" r="r" b="b"/>
            <a:pathLst>
              <a:path w="6070600" h="6076950">
                <a:moveTo>
                  <a:pt x="1955799" y="462497"/>
                </a:moveTo>
                <a:lnTo>
                  <a:pt x="1955799" y="399603"/>
                </a:lnTo>
                <a:lnTo>
                  <a:pt x="1981199" y="373877"/>
                </a:lnTo>
                <a:lnTo>
                  <a:pt x="2006599" y="356509"/>
                </a:lnTo>
                <a:lnTo>
                  <a:pt x="2031999" y="350134"/>
                </a:lnTo>
                <a:lnTo>
                  <a:pt x="2070099" y="355292"/>
                </a:lnTo>
                <a:lnTo>
                  <a:pt x="2082799" y="369489"/>
                </a:lnTo>
                <a:lnTo>
                  <a:pt x="2108199" y="390808"/>
                </a:lnTo>
                <a:lnTo>
                  <a:pt x="2120899" y="417335"/>
                </a:lnTo>
                <a:lnTo>
                  <a:pt x="5968999" y="417335"/>
                </a:lnTo>
                <a:lnTo>
                  <a:pt x="5981699" y="400955"/>
                </a:lnTo>
                <a:lnTo>
                  <a:pt x="5994399" y="387918"/>
                </a:lnTo>
                <a:lnTo>
                  <a:pt x="6007099" y="379303"/>
                </a:lnTo>
                <a:lnTo>
                  <a:pt x="6019799" y="376192"/>
                </a:lnTo>
                <a:lnTo>
                  <a:pt x="6045199" y="380520"/>
                </a:lnTo>
                <a:lnTo>
                  <a:pt x="6057899" y="392306"/>
                </a:lnTo>
                <a:lnTo>
                  <a:pt x="6070599" y="409750"/>
                </a:lnTo>
                <a:lnTo>
                  <a:pt x="6070599" y="452351"/>
                </a:lnTo>
                <a:lnTo>
                  <a:pt x="6057899" y="469794"/>
                </a:lnTo>
                <a:lnTo>
                  <a:pt x="6045199" y="481580"/>
                </a:lnTo>
                <a:lnTo>
                  <a:pt x="6019799" y="485909"/>
                </a:lnTo>
                <a:lnTo>
                  <a:pt x="6007099" y="482797"/>
                </a:lnTo>
                <a:lnTo>
                  <a:pt x="5994399" y="474183"/>
                </a:lnTo>
                <a:lnTo>
                  <a:pt x="5981699" y="461145"/>
                </a:lnTo>
                <a:lnTo>
                  <a:pt x="5968999" y="444765"/>
                </a:lnTo>
                <a:lnTo>
                  <a:pt x="2120899" y="444765"/>
                </a:lnTo>
                <a:lnTo>
                  <a:pt x="2108199" y="471350"/>
                </a:lnTo>
                <a:lnTo>
                  <a:pt x="2082799" y="492663"/>
                </a:lnTo>
                <a:lnTo>
                  <a:pt x="2070099" y="506828"/>
                </a:lnTo>
                <a:lnTo>
                  <a:pt x="2031999" y="511966"/>
                </a:lnTo>
                <a:lnTo>
                  <a:pt x="2006599" y="505591"/>
                </a:lnTo>
                <a:lnTo>
                  <a:pt x="1981199" y="488223"/>
                </a:lnTo>
                <a:lnTo>
                  <a:pt x="1955799" y="462497"/>
                </a:lnTo>
                <a:close/>
              </a:path>
              <a:path w="6070600" h="6076950">
                <a:moveTo>
                  <a:pt x="4825999" y="1288831"/>
                </a:moveTo>
                <a:lnTo>
                  <a:pt x="4825999" y="1202566"/>
                </a:lnTo>
                <a:lnTo>
                  <a:pt x="4851399" y="1193952"/>
                </a:lnTo>
                <a:lnTo>
                  <a:pt x="4864099" y="1190840"/>
                </a:lnTo>
                <a:lnTo>
                  <a:pt x="4889499" y="1195169"/>
                </a:lnTo>
                <a:lnTo>
                  <a:pt x="4902199" y="1206955"/>
                </a:lnTo>
                <a:lnTo>
                  <a:pt x="4914899" y="1224398"/>
                </a:lnTo>
                <a:lnTo>
                  <a:pt x="4914899" y="1266999"/>
                </a:lnTo>
                <a:lnTo>
                  <a:pt x="4902199" y="1284443"/>
                </a:lnTo>
                <a:lnTo>
                  <a:pt x="4889499" y="1296229"/>
                </a:lnTo>
                <a:lnTo>
                  <a:pt x="4864099" y="1300557"/>
                </a:lnTo>
                <a:lnTo>
                  <a:pt x="4851399" y="1297446"/>
                </a:lnTo>
                <a:lnTo>
                  <a:pt x="4825999" y="1288831"/>
                </a:lnTo>
                <a:close/>
              </a:path>
              <a:path w="6070600" h="6076950">
                <a:moveTo>
                  <a:pt x="3708399" y="860146"/>
                </a:moveTo>
                <a:lnTo>
                  <a:pt x="3708399" y="827814"/>
                </a:lnTo>
                <a:lnTo>
                  <a:pt x="4114799" y="1231984"/>
                </a:lnTo>
                <a:lnTo>
                  <a:pt x="4813299" y="1231984"/>
                </a:lnTo>
                <a:lnTo>
                  <a:pt x="4825999" y="1215604"/>
                </a:lnTo>
                <a:lnTo>
                  <a:pt x="4825999" y="1275794"/>
                </a:lnTo>
                <a:lnTo>
                  <a:pt x="4813299" y="1259413"/>
                </a:lnTo>
                <a:lnTo>
                  <a:pt x="4114799" y="1259413"/>
                </a:lnTo>
                <a:lnTo>
                  <a:pt x="4102099" y="1259825"/>
                </a:lnTo>
                <a:lnTo>
                  <a:pt x="4102099" y="1258728"/>
                </a:lnTo>
                <a:lnTo>
                  <a:pt x="3708399" y="860146"/>
                </a:lnTo>
                <a:close/>
              </a:path>
              <a:path w="6070600" h="6076950">
                <a:moveTo>
                  <a:pt x="3581399" y="838512"/>
                </a:moveTo>
                <a:lnTo>
                  <a:pt x="3581399" y="723995"/>
                </a:lnTo>
                <a:lnTo>
                  <a:pt x="3619499" y="706251"/>
                </a:lnTo>
                <a:lnTo>
                  <a:pt x="3644899" y="700337"/>
                </a:lnTo>
                <a:lnTo>
                  <a:pt x="3670299" y="706251"/>
                </a:lnTo>
                <a:lnTo>
                  <a:pt x="3695699" y="723995"/>
                </a:lnTo>
                <a:lnTo>
                  <a:pt x="3721099" y="747892"/>
                </a:lnTo>
                <a:lnTo>
                  <a:pt x="3721099" y="802219"/>
                </a:lnTo>
                <a:lnTo>
                  <a:pt x="3708399" y="827814"/>
                </a:lnTo>
                <a:lnTo>
                  <a:pt x="3708399" y="860146"/>
                </a:lnTo>
                <a:lnTo>
                  <a:pt x="3695699" y="847289"/>
                </a:lnTo>
                <a:lnTo>
                  <a:pt x="3670299" y="859399"/>
                </a:lnTo>
                <a:lnTo>
                  <a:pt x="3632199" y="861981"/>
                </a:lnTo>
                <a:lnTo>
                  <a:pt x="3606799" y="855023"/>
                </a:lnTo>
                <a:lnTo>
                  <a:pt x="3581399" y="838512"/>
                </a:lnTo>
                <a:close/>
              </a:path>
              <a:path w="6070600" h="6076950">
                <a:moveTo>
                  <a:pt x="3568699" y="818008"/>
                </a:moveTo>
                <a:lnTo>
                  <a:pt x="3568699" y="744498"/>
                </a:lnTo>
                <a:lnTo>
                  <a:pt x="3581399" y="733835"/>
                </a:lnTo>
                <a:lnTo>
                  <a:pt x="3581399" y="828671"/>
                </a:lnTo>
                <a:lnTo>
                  <a:pt x="3568699" y="818008"/>
                </a:lnTo>
                <a:close/>
              </a:path>
              <a:path w="6070600" h="6076950">
                <a:moveTo>
                  <a:pt x="0" y="80916"/>
                </a:moveTo>
                <a:lnTo>
                  <a:pt x="12699" y="49469"/>
                </a:lnTo>
                <a:lnTo>
                  <a:pt x="25399" y="23743"/>
                </a:lnTo>
                <a:lnTo>
                  <a:pt x="50799" y="6375"/>
                </a:lnTo>
                <a:lnTo>
                  <a:pt x="76199" y="0"/>
                </a:lnTo>
                <a:lnTo>
                  <a:pt x="114299" y="5136"/>
                </a:lnTo>
                <a:lnTo>
                  <a:pt x="126999" y="19286"/>
                </a:lnTo>
                <a:lnTo>
                  <a:pt x="152399" y="40558"/>
                </a:lnTo>
                <a:lnTo>
                  <a:pt x="165099" y="67064"/>
                </a:lnTo>
                <a:lnTo>
                  <a:pt x="1320799" y="67064"/>
                </a:lnTo>
                <a:lnTo>
                  <a:pt x="1320799" y="67338"/>
                </a:lnTo>
                <a:lnTo>
                  <a:pt x="1333499" y="67750"/>
                </a:lnTo>
                <a:lnTo>
                  <a:pt x="1333499" y="72687"/>
                </a:lnTo>
                <a:lnTo>
                  <a:pt x="1930399" y="767470"/>
                </a:lnTo>
                <a:lnTo>
                  <a:pt x="3568699" y="767470"/>
                </a:lnTo>
                <a:lnTo>
                  <a:pt x="3568699" y="795036"/>
                </a:lnTo>
                <a:lnTo>
                  <a:pt x="1930399" y="795036"/>
                </a:lnTo>
                <a:lnTo>
                  <a:pt x="1917699" y="795173"/>
                </a:lnTo>
                <a:lnTo>
                  <a:pt x="1917699" y="790236"/>
                </a:lnTo>
                <a:lnTo>
                  <a:pt x="1320799" y="94630"/>
                </a:lnTo>
                <a:lnTo>
                  <a:pt x="165099" y="94630"/>
                </a:lnTo>
                <a:lnTo>
                  <a:pt x="152399" y="121215"/>
                </a:lnTo>
                <a:lnTo>
                  <a:pt x="126999" y="142529"/>
                </a:lnTo>
                <a:lnTo>
                  <a:pt x="114299" y="156693"/>
                </a:lnTo>
                <a:lnTo>
                  <a:pt x="76199" y="161832"/>
                </a:lnTo>
                <a:lnTo>
                  <a:pt x="50799" y="155457"/>
                </a:lnTo>
                <a:lnTo>
                  <a:pt x="25399" y="138089"/>
                </a:lnTo>
                <a:lnTo>
                  <a:pt x="12699" y="112363"/>
                </a:lnTo>
                <a:lnTo>
                  <a:pt x="0" y="80916"/>
                </a:lnTo>
                <a:close/>
              </a:path>
              <a:path w="6070600" h="6076950">
                <a:moveTo>
                  <a:pt x="2616199" y="1296614"/>
                </a:moveTo>
                <a:lnTo>
                  <a:pt x="2616199" y="1235276"/>
                </a:lnTo>
                <a:lnTo>
                  <a:pt x="2641599" y="1213238"/>
                </a:lnTo>
                <a:lnTo>
                  <a:pt x="2666999" y="1199583"/>
                </a:lnTo>
                <a:lnTo>
                  <a:pt x="2692399" y="1194929"/>
                </a:lnTo>
                <a:lnTo>
                  <a:pt x="2717799" y="1199892"/>
                </a:lnTo>
                <a:lnTo>
                  <a:pt x="2743199" y="1149011"/>
                </a:lnTo>
                <a:lnTo>
                  <a:pt x="2755899" y="1148188"/>
                </a:lnTo>
                <a:lnTo>
                  <a:pt x="2755899" y="1143113"/>
                </a:lnTo>
                <a:lnTo>
                  <a:pt x="3327399" y="1143113"/>
                </a:lnTo>
                <a:lnTo>
                  <a:pt x="3340099" y="1126733"/>
                </a:lnTo>
                <a:lnTo>
                  <a:pt x="3352799" y="1113695"/>
                </a:lnTo>
                <a:lnTo>
                  <a:pt x="3365499" y="1105081"/>
                </a:lnTo>
                <a:lnTo>
                  <a:pt x="3378199" y="1101969"/>
                </a:lnTo>
                <a:lnTo>
                  <a:pt x="3403599" y="1106298"/>
                </a:lnTo>
                <a:lnTo>
                  <a:pt x="3416299" y="1118084"/>
                </a:lnTo>
                <a:lnTo>
                  <a:pt x="3428999" y="1135527"/>
                </a:lnTo>
                <a:lnTo>
                  <a:pt x="3441699" y="1156828"/>
                </a:lnTo>
                <a:lnTo>
                  <a:pt x="3428999" y="1178128"/>
                </a:lnTo>
                <a:lnTo>
                  <a:pt x="3416299" y="1195572"/>
                </a:lnTo>
                <a:lnTo>
                  <a:pt x="3403599" y="1207358"/>
                </a:lnTo>
                <a:lnTo>
                  <a:pt x="3378199" y="1211686"/>
                </a:lnTo>
                <a:lnTo>
                  <a:pt x="3365499" y="1208575"/>
                </a:lnTo>
                <a:lnTo>
                  <a:pt x="3352799" y="1199960"/>
                </a:lnTo>
                <a:lnTo>
                  <a:pt x="3340099" y="1186923"/>
                </a:lnTo>
                <a:lnTo>
                  <a:pt x="3327399" y="1170542"/>
                </a:lnTo>
                <a:lnTo>
                  <a:pt x="2768599" y="1170542"/>
                </a:lnTo>
                <a:lnTo>
                  <a:pt x="2743199" y="1213606"/>
                </a:lnTo>
                <a:lnTo>
                  <a:pt x="2743199" y="1340261"/>
                </a:lnTo>
                <a:lnTo>
                  <a:pt x="2717799" y="1353839"/>
                </a:lnTo>
                <a:lnTo>
                  <a:pt x="2679699" y="1355999"/>
                </a:lnTo>
                <a:lnTo>
                  <a:pt x="2654299" y="1345815"/>
                </a:lnTo>
                <a:lnTo>
                  <a:pt x="2628899" y="1324455"/>
                </a:lnTo>
                <a:lnTo>
                  <a:pt x="2616199" y="1296614"/>
                </a:lnTo>
                <a:close/>
              </a:path>
              <a:path w="6070600" h="6076950">
                <a:moveTo>
                  <a:pt x="292099" y="1690464"/>
                </a:moveTo>
                <a:lnTo>
                  <a:pt x="292099" y="781322"/>
                </a:lnTo>
                <a:lnTo>
                  <a:pt x="533399" y="541590"/>
                </a:lnTo>
                <a:lnTo>
                  <a:pt x="533399" y="538573"/>
                </a:lnTo>
                <a:lnTo>
                  <a:pt x="546099" y="537887"/>
                </a:lnTo>
                <a:lnTo>
                  <a:pt x="546099" y="538298"/>
                </a:lnTo>
                <a:lnTo>
                  <a:pt x="1219199" y="538298"/>
                </a:lnTo>
                <a:lnTo>
                  <a:pt x="1219199" y="540081"/>
                </a:lnTo>
                <a:lnTo>
                  <a:pt x="1231899" y="541727"/>
                </a:lnTo>
                <a:lnTo>
                  <a:pt x="1231899" y="543647"/>
                </a:lnTo>
                <a:lnTo>
                  <a:pt x="2031999" y="1418091"/>
                </a:lnTo>
                <a:lnTo>
                  <a:pt x="3124199" y="1418091"/>
                </a:lnTo>
                <a:lnTo>
                  <a:pt x="3136899" y="1401711"/>
                </a:lnTo>
                <a:lnTo>
                  <a:pt x="3149599" y="1388674"/>
                </a:lnTo>
                <a:lnTo>
                  <a:pt x="3162299" y="1380059"/>
                </a:lnTo>
                <a:lnTo>
                  <a:pt x="3187699" y="1376948"/>
                </a:lnTo>
                <a:lnTo>
                  <a:pt x="3200399" y="1381276"/>
                </a:lnTo>
                <a:lnTo>
                  <a:pt x="3225799" y="1393062"/>
                </a:lnTo>
                <a:lnTo>
                  <a:pt x="3238499" y="1410506"/>
                </a:lnTo>
                <a:lnTo>
                  <a:pt x="3238499" y="1453107"/>
                </a:lnTo>
                <a:lnTo>
                  <a:pt x="3225799" y="1470550"/>
                </a:lnTo>
                <a:lnTo>
                  <a:pt x="3200399" y="1482336"/>
                </a:lnTo>
                <a:lnTo>
                  <a:pt x="3187699" y="1486665"/>
                </a:lnTo>
                <a:lnTo>
                  <a:pt x="3162299" y="1483553"/>
                </a:lnTo>
                <a:lnTo>
                  <a:pt x="3149599" y="1474939"/>
                </a:lnTo>
                <a:lnTo>
                  <a:pt x="3136899" y="1461901"/>
                </a:lnTo>
                <a:lnTo>
                  <a:pt x="3124199" y="1445521"/>
                </a:lnTo>
                <a:lnTo>
                  <a:pt x="2019299" y="1445521"/>
                </a:lnTo>
                <a:lnTo>
                  <a:pt x="2019299" y="1444424"/>
                </a:lnTo>
                <a:lnTo>
                  <a:pt x="2006599" y="1440995"/>
                </a:lnTo>
                <a:lnTo>
                  <a:pt x="1206499" y="565728"/>
                </a:lnTo>
                <a:lnTo>
                  <a:pt x="546099" y="565728"/>
                </a:lnTo>
                <a:lnTo>
                  <a:pt x="317499" y="794213"/>
                </a:lnTo>
                <a:lnTo>
                  <a:pt x="317499" y="1715404"/>
                </a:lnTo>
                <a:lnTo>
                  <a:pt x="292099" y="1690464"/>
                </a:lnTo>
                <a:close/>
              </a:path>
              <a:path w="6070600" h="6076950">
                <a:moveTo>
                  <a:pt x="2743199" y="1340261"/>
                </a:moveTo>
                <a:lnTo>
                  <a:pt x="2743199" y="1213606"/>
                </a:lnTo>
                <a:lnTo>
                  <a:pt x="2755899" y="1235228"/>
                </a:lnTo>
                <a:lnTo>
                  <a:pt x="2768599" y="1261196"/>
                </a:lnTo>
                <a:lnTo>
                  <a:pt x="2768599" y="1289015"/>
                </a:lnTo>
                <a:lnTo>
                  <a:pt x="2755899" y="1316192"/>
                </a:lnTo>
                <a:lnTo>
                  <a:pt x="2743199" y="1340261"/>
                </a:lnTo>
                <a:close/>
              </a:path>
              <a:path w="6070600" h="6076950">
                <a:moveTo>
                  <a:pt x="2387599" y="1793795"/>
                </a:moveTo>
                <a:lnTo>
                  <a:pt x="2387599" y="1733605"/>
                </a:lnTo>
                <a:lnTo>
                  <a:pt x="2400299" y="1720568"/>
                </a:lnTo>
                <a:lnTo>
                  <a:pt x="2412999" y="1711953"/>
                </a:lnTo>
                <a:lnTo>
                  <a:pt x="2438399" y="1708842"/>
                </a:lnTo>
                <a:lnTo>
                  <a:pt x="2451099" y="1713170"/>
                </a:lnTo>
                <a:lnTo>
                  <a:pt x="2476499" y="1724956"/>
                </a:lnTo>
                <a:lnTo>
                  <a:pt x="2489199" y="1742400"/>
                </a:lnTo>
                <a:lnTo>
                  <a:pt x="2489199" y="1785001"/>
                </a:lnTo>
                <a:lnTo>
                  <a:pt x="2476499" y="1802444"/>
                </a:lnTo>
                <a:lnTo>
                  <a:pt x="2451099" y="1814230"/>
                </a:lnTo>
                <a:lnTo>
                  <a:pt x="2438399" y="1818559"/>
                </a:lnTo>
                <a:lnTo>
                  <a:pt x="2412999" y="1815447"/>
                </a:lnTo>
                <a:lnTo>
                  <a:pt x="2400299" y="1806833"/>
                </a:lnTo>
                <a:lnTo>
                  <a:pt x="2387599" y="1793795"/>
                </a:lnTo>
                <a:close/>
              </a:path>
              <a:path w="6070600" h="6076950">
                <a:moveTo>
                  <a:pt x="558799" y="858535"/>
                </a:moveTo>
                <a:lnTo>
                  <a:pt x="571499" y="827088"/>
                </a:lnTo>
                <a:lnTo>
                  <a:pt x="584199" y="801362"/>
                </a:lnTo>
                <a:lnTo>
                  <a:pt x="609599" y="783994"/>
                </a:lnTo>
                <a:lnTo>
                  <a:pt x="634999" y="777619"/>
                </a:lnTo>
                <a:lnTo>
                  <a:pt x="673099" y="782755"/>
                </a:lnTo>
                <a:lnTo>
                  <a:pt x="698499" y="796905"/>
                </a:lnTo>
                <a:lnTo>
                  <a:pt x="711199" y="818177"/>
                </a:lnTo>
                <a:lnTo>
                  <a:pt x="723899" y="844683"/>
                </a:lnTo>
                <a:lnTo>
                  <a:pt x="1130299" y="844683"/>
                </a:lnTo>
                <a:lnTo>
                  <a:pt x="1130299" y="849483"/>
                </a:lnTo>
                <a:lnTo>
                  <a:pt x="2031999" y="1749986"/>
                </a:lnTo>
                <a:lnTo>
                  <a:pt x="2387599" y="1749986"/>
                </a:lnTo>
                <a:lnTo>
                  <a:pt x="2387599" y="1777415"/>
                </a:lnTo>
                <a:lnTo>
                  <a:pt x="2031999" y="1777415"/>
                </a:lnTo>
                <a:lnTo>
                  <a:pt x="2031999" y="1777826"/>
                </a:lnTo>
                <a:lnTo>
                  <a:pt x="2019299" y="1776729"/>
                </a:lnTo>
                <a:lnTo>
                  <a:pt x="1117599" y="872250"/>
                </a:lnTo>
                <a:lnTo>
                  <a:pt x="723899" y="872250"/>
                </a:lnTo>
                <a:lnTo>
                  <a:pt x="711199" y="898835"/>
                </a:lnTo>
                <a:lnTo>
                  <a:pt x="698499" y="920148"/>
                </a:lnTo>
                <a:lnTo>
                  <a:pt x="673099" y="934313"/>
                </a:lnTo>
                <a:lnTo>
                  <a:pt x="634999" y="939451"/>
                </a:lnTo>
                <a:lnTo>
                  <a:pt x="609599" y="933076"/>
                </a:lnTo>
                <a:lnTo>
                  <a:pt x="584199" y="915708"/>
                </a:lnTo>
                <a:lnTo>
                  <a:pt x="571499" y="889982"/>
                </a:lnTo>
                <a:lnTo>
                  <a:pt x="558799" y="858535"/>
                </a:lnTo>
                <a:close/>
              </a:path>
              <a:path w="6070600" h="6076950">
                <a:moveTo>
                  <a:pt x="571499" y="1634255"/>
                </a:moveTo>
                <a:lnTo>
                  <a:pt x="571499" y="1593227"/>
                </a:lnTo>
                <a:lnTo>
                  <a:pt x="1054099" y="2081605"/>
                </a:lnTo>
                <a:lnTo>
                  <a:pt x="1066799" y="2082291"/>
                </a:lnTo>
                <a:lnTo>
                  <a:pt x="1066799" y="2759656"/>
                </a:lnTo>
                <a:lnTo>
                  <a:pt x="1320799" y="2907500"/>
                </a:lnTo>
                <a:lnTo>
                  <a:pt x="1320799" y="3988075"/>
                </a:lnTo>
                <a:lnTo>
                  <a:pt x="1358899" y="4001104"/>
                </a:lnTo>
                <a:lnTo>
                  <a:pt x="1396999" y="4057820"/>
                </a:lnTo>
                <a:lnTo>
                  <a:pt x="1396999" y="4088689"/>
                </a:lnTo>
                <a:lnTo>
                  <a:pt x="1371599" y="4116498"/>
                </a:lnTo>
                <a:lnTo>
                  <a:pt x="1358899" y="4137839"/>
                </a:lnTo>
                <a:lnTo>
                  <a:pt x="1320799" y="4147597"/>
                </a:lnTo>
                <a:lnTo>
                  <a:pt x="1295399" y="4147302"/>
                </a:lnTo>
                <a:lnTo>
                  <a:pt x="1295399" y="2927249"/>
                </a:lnTo>
                <a:lnTo>
                  <a:pt x="1041399" y="2779405"/>
                </a:lnTo>
                <a:lnTo>
                  <a:pt x="1041399" y="2096417"/>
                </a:lnTo>
                <a:lnTo>
                  <a:pt x="571499" y="1634255"/>
                </a:lnTo>
                <a:close/>
              </a:path>
              <a:path w="6070600" h="6076950">
                <a:moveTo>
                  <a:pt x="850899" y="5125745"/>
                </a:moveTo>
                <a:lnTo>
                  <a:pt x="850899" y="5086316"/>
                </a:lnTo>
                <a:lnTo>
                  <a:pt x="863599" y="5070707"/>
                </a:lnTo>
                <a:lnTo>
                  <a:pt x="876299" y="5058698"/>
                </a:lnTo>
                <a:lnTo>
                  <a:pt x="888999" y="5051369"/>
                </a:lnTo>
                <a:lnTo>
                  <a:pt x="888999" y="4293774"/>
                </a:lnTo>
                <a:lnTo>
                  <a:pt x="1231899" y="4095734"/>
                </a:lnTo>
                <a:lnTo>
                  <a:pt x="1231899" y="4040687"/>
                </a:lnTo>
                <a:lnTo>
                  <a:pt x="1244599" y="4016449"/>
                </a:lnTo>
                <a:lnTo>
                  <a:pt x="1269999" y="3997675"/>
                </a:lnTo>
                <a:lnTo>
                  <a:pt x="1282699" y="3994283"/>
                </a:lnTo>
                <a:lnTo>
                  <a:pt x="1282699" y="3991520"/>
                </a:lnTo>
                <a:lnTo>
                  <a:pt x="1295399" y="3989401"/>
                </a:lnTo>
                <a:lnTo>
                  <a:pt x="1295399" y="4147302"/>
                </a:lnTo>
                <a:lnTo>
                  <a:pt x="1269999" y="4137646"/>
                </a:lnTo>
                <a:lnTo>
                  <a:pt x="1244599" y="4119324"/>
                </a:lnTo>
                <a:lnTo>
                  <a:pt x="914399" y="4313523"/>
                </a:lnTo>
                <a:lnTo>
                  <a:pt x="914399" y="5157139"/>
                </a:lnTo>
                <a:lnTo>
                  <a:pt x="901699" y="5159303"/>
                </a:lnTo>
                <a:lnTo>
                  <a:pt x="876299" y="5154975"/>
                </a:lnTo>
                <a:lnTo>
                  <a:pt x="863599" y="5143189"/>
                </a:lnTo>
                <a:lnTo>
                  <a:pt x="850899" y="5125745"/>
                </a:lnTo>
                <a:close/>
              </a:path>
              <a:path w="6070600" h="6076950">
                <a:moveTo>
                  <a:pt x="546099" y="1609273"/>
                </a:moveTo>
                <a:lnTo>
                  <a:pt x="546099" y="1140782"/>
                </a:lnTo>
                <a:lnTo>
                  <a:pt x="977899" y="1140782"/>
                </a:lnTo>
                <a:lnTo>
                  <a:pt x="990599" y="1114197"/>
                </a:lnTo>
                <a:lnTo>
                  <a:pt x="1003299" y="1092884"/>
                </a:lnTo>
                <a:lnTo>
                  <a:pt x="1028699" y="1078719"/>
                </a:lnTo>
                <a:lnTo>
                  <a:pt x="1054099" y="1073580"/>
                </a:lnTo>
                <a:lnTo>
                  <a:pt x="1092199" y="1079955"/>
                </a:lnTo>
                <a:lnTo>
                  <a:pt x="1117599" y="1097324"/>
                </a:lnTo>
                <a:lnTo>
                  <a:pt x="1130299" y="1123049"/>
                </a:lnTo>
                <a:lnTo>
                  <a:pt x="1142999" y="1154496"/>
                </a:lnTo>
                <a:lnTo>
                  <a:pt x="1130299" y="1185944"/>
                </a:lnTo>
                <a:lnTo>
                  <a:pt x="1117599" y="1211669"/>
                </a:lnTo>
                <a:lnTo>
                  <a:pt x="1092199" y="1229038"/>
                </a:lnTo>
                <a:lnTo>
                  <a:pt x="1054099" y="1235413"/>
                </a:lnTo>
                <a:lnTo>
                  <a:pt x="1028699" y="1230274"/>
                </a:lnTo>
                <a:lnTo>
                  <a:pt x="1003299" y="1216109"/>
                </a:lnTo>
                <a:lnTo>
                  <a:pt x="990599" y="1194796"/>
                </a:lnTo>
                <a:lnTo>
                  <a:pt x="977899" y="1168211"/>
                </a:lnTo>
                <a:lnTo>
                  <a:pt x="571499" y="1168211"/>
                </a:lnTo>
                <a:lnTo>
                  <a:pt x="571499" y="1634255"/>
                </a:lnTo>
                <a:lnTo>
                  <a:pt x="546099" y="1609273"/>
                </a:lnTo>
                <a:close/>
              </a:path>
              <a:path w="6070600" h="6076950">
                <a:moveTo>
                  <a:pt x="914399" y="5157139"/>
                </a:moveTo>
                <a:lnTo>
                  <a:pt x="914399" y="5051369"/>
                </a:lnTo>
                <a:lnTo>
                  <a:pt x="927099" y="5058621"/>
                </a:lnTo>
                <a:lnTo>
                  <a:pt x="939799" y="5070604"/>
                </a:lnTo>
                <a:lnTo>
                  <a:pt x="952499" y="5086239"/>
                </a:lnTo>
                <a:lnTo>
                  <a:pt x="952499" y="5125745"/>
                </a:lnTo>
                <a:lnTo>
                  <a:pt x="939799" y="5143189"/>
                </a:lnTo>
                <a:lnTo>
                  <a:pt x="927099" y="5154975"/>
                </a:lnTo>
                <a:lnTo>
                  <a:pt x="914399" y="5157139"/>
                </a:lnTo>
                <a:close/>
              </a:path>
              <a:path w="6070600" h="6076950">
                <a:moveTo>
                  <a:pt x="787399" y="335163"/>
                </a:moveTo>
                <a:lnTo>
                  <a:pt x="787399" y="254564"/>
                </a:lnTo>
                <a:lnTo>
                  <a:pt x="812799" y="233251"/>
                </a:lnTo>
                <a:lnTo>
                  <a:pt x="838199" y="219086"/>
                </a:lnTo>
                <a:lnTo>
                  <a:pt x="863599" y="213948"/>
                </a:lnTo>
                <a:lnTo>
                  <a:pt x="888999" y="220323"/>
                </a:lnTo>
                <a:lnTo>
                  <a:pt x="914399" y="237691"/>
                </a:lnTo>
                <a:lnTo>
                  <a:pt x="939799" y="263417"/>
                </a:lnTo>
                <a:lnTo>
                  <a:pt x="939799" y="326311"/>
                </a:lnTo>
                <a:lnTo>
                  <a:pt x="914399" y="352037"/>
                </a:lnTo>
                <a:lnTo>
                  <a:pt x="888999" y="369405"/>
                </a:lnTo>
                <a:lnTo>
                  <a:pt x="863599" y="375780"/>
                </a:lnTo>
                <a:lnTo>
                  <a:pt x="838199" y="370641"/>
                </a:lnTo>
                <a:lnTo>
                  <a:pt x="812799" y="356477"/>
                </a:lnTo>
                <a:lnTo>
                  <a:pt x="787399" y="335163"/>
                </a:lnTo>
                <a:close/>
              </a:path>
              <a:path w="6070600" h="6076950">
                <a:moveTo>
                  <a:pt x="317499" y="1715404"/>
                </a:moveTo>
                <a:lnTo>
                  <a:pt x="317499" y="1675515"/>
                </a:lnTo>
                <a:lnTo>
                  <a:pt x="812799" y="2163619"/>
                </a:lnTo>
                <a:lnTo>
                  <a:pt x="812799" y="3259691"/>
                </a:lnTo>
                <a:lnTo>
                  <a:pt x="838199" y="3269328"/>
                </a:lnTo>
                <a:lnTo>
                  <a:pt x="863599" y="3287104"/>
                </a:lnTo>
                <a:lnTo>
                  <a:pt x="876299" y="3311128"/>
                </a:lnTo>
                <a:lnTo>
                  <a:pt x="876299" y="3370958"/>
                </a:lnTo>
                <a:lnTo>
                  <a:pt x="850899" y="3396683"/>
                </a:lnTo>
                <a:lnTo>
                  <a:pt x="825499" y="3414052"/>
                </a:lnTo>
                <a:lnTo>
                  <a:pt x="800099" y="3420427"/>
                </a:lnTo>
                <a:lnTo>
                  <a:pt x="787399" y="3418302"/>
                </a:lnTo>
                <a:lnTo>
                  <a:pt x="787399" y="2176785"/>
                </a:lnTo>
                <a:lnTo>
                  <a:pt x="317499" y="1715404"/>
                </a:lnTo>
                <a:close/>
              </a:path>
              <a:path w="6070600" h="6076950">
                <a:moveTo>
                  <a:pt x="63499" y="2230683"/>
                </a:moveTo>
                <a:lnTo>
                  <a:pt x="63499" y="580539"/>
                </a:lnTo>
                <a:lnTo>
                  <a:pt x="355599" y="285812"/>
                </a:lnTo>
                <a:lnTo>
                  <a:pt x="355599" y="283069"/>
                </a:lnTo>
                <a:lnTo>
                  <a:pt x="368299" y="281149"/>
                </a:lnTo>
                <a:lnTo>
                  <a:pt x="787399" y="281149"/>
                </a:lnTo>
                <a:lnTo>
                  <a:pt x="787399" y="308579"/>
                </a:lnTo>
                <a:lnTo>
                  <a:pt x="368299" y="308579"/>
                </a:lnTo>
                <a:lnTo>
                  <a:pt x="88899" y="592608"/>
                </a:lnTo>
                <a:lnTo>
                  <a:pt x="88899" y="2255650"/>
                </a:lnTo>
                <a:lnTo>
                  <a:pt x="63499" y="2230683"/>
                </a:lnTo>
                <a:close/>
              </a:path>
              <a:path w="6070600" h="6076950">
                <a:moveTo>
                  <a:pt x="711199" y="3339511"/>
                </a:moveTo>
                <a:lnTo>
                  <a:pt x="723899" y="3311130"/>
                </a:lnTo>
                <a:lnTo>
                  <a:pt x="736599" y="3287121"/>
                </a:lnTo>
                <a:lnTo>
                  <a:pt x="761999" y="3269386"/>
                </a:lnTo>
                <a:lnTo>
                  <a:pt x="787399" y="3259829"/>
                </a:lnTo>
                <a:lnTo>
                  <a:pt x="787399" y="3418302"/>
                </a:lnTo>
                <a:lnTo>
                  <a:pt x="761999" y="3414052"/>
                </a:lnTo>
                <a:lnTo>
                  <a:pt x="736599" y="3396683"/>
                </a:lnTo>
                <a:lnTo>
                  <a:pt x="723899" y="3370958"/>
                </a:lnTo>
                <a:lnTo>
                  <a:pt x="711199" y="3339511"/>
                </a:lnTo>
                <a:close/>
              </a:path>
              <a:path w="6070600" h="6076950">
                <a:moveTo>
                  <a:pt x="88899" y="2255650"/>
                </a:moveTo>
                <a:lnTo>
                  <a:pt x="88899" y="2214637"/>
                </a:lnTo>
                <a:lnTo>
                  <a:pt x="596899" y="2715358"/>
                </a:lnTo>
                <a:lnTo>
                  <a:pt x="596899" y="4158547"/>
                </a:lnTo>
                <a:lnTo>
                  <a:pt x="609599" y="4165799"/>
                </a:lnTo>
                <a:lnTo>
                  <a:pt x="622299" y="4177782"/>
                </a:lnTo>
                <a:lnTo>
                  <a:pt x="634999" y="4193417"/>
                </a:lnTo>
                <a:lnTo>
                  <a:pt x="634999" y="4232924"/>
                </a:lnTo>
                <a:lnTo>
                  <a:pt x="622299" y="4250367"/>
                </a:lnTo>
                <a:lnTo>
                  <a:pt x="596899" y="4262153"/>
                </a:lnTo>
                <a:lnTo>
                  <a:pt x="584199" y="4266482"/>
                </a:lnTo>
                <a:lnTo>
                  <a:pt x="571499" y="4264317"/>
                </a:lnTo>
                <a:lnTo>
                  <a:pt x="571499" y="2730032"/>
                </a:lnTo>
                <a:lnTo>
                  <a:pt x="88899" y="2255650"/>
                </a:lnTo>
                <a:close/>
              </a:path>
              <a:path w="6070600" h="6076950">
                <a:moveTo>
                  <a:pt x="520699" y="4211623"/>
                </a:moveTo>
                <a:lnTo>
                  <a:pt x="533399" y="4193494"/>
                </a:lnTo>
                <a:lnTo>
                  <a:pt x="533399" y="4177885"/>
                </a:lnTo>
                <a:lnTo>
                  <a:pt x="546099" y="4165876"/>
                </a:lnTo>
                <a:lnTo>
                  <a:pt x="571499" y="4158547"/>
                </a:lnTo>
                <a:lnTo>
                  <a:pt x="571499" y="4264317"/>
                </a:lnTo>
                <a:lnTo>
                  <a:pt x="558799" y="4262153"/>
                </a:lnTo>
                <a:lnTo>
                  <a:pt x="546099" y="4250367"/>
                </a:lnTo>
                <a:lnTo>
                  <a:pt x="533399" y="4232924"/>
                </a:lnTo>
                <a:lnTo>
                  <a:pt x="520699" y="4211623"/>
                </a:lnTo>
                <a:close/>
              </a:path>
              <a:path w="6070600" h="6076950">
                <a:moveTo>
                  <a:pt x="253999" y="2879241"/>
                </a:moveTo>
                <a:lnTo>
                  <a:pt x="253999" y="2819411"/>
                </a:lnTo>
                <a:lnTo>
                  <a:pt x="266699" y="2793686"/>
                </a:lnTo>
                <a:lnTo>
                  <a:pt x="292099" y="2776317"/>
                </a:lnTo>
                <a:lnTo>
                  <a:pt x="330199" y="2769942"/>
                </a:lnTo>
                <a:lnTo>
                  <a:pt x="355599" y="2776317"/>
                </a:lnTo>
                <a:lnTo>
                  <a:pt x="380999" y="2793686"/>
                </a:lnTo>
                <a:lnTo>
                  <a:pt x="406399" y="2819411"/>
                </a:lnTo>
                <a:lnTo>
                  <a:pt x="406399" y="2879299"/>
                </a:lnTo>
                <a:lnTo>
                  <a:pt x="393699" y="2903317"/>
                </a:lnTo>
                <a:lnTo>
                  <a:pt x="368299" y="2921060"/>
                </a:lnTo>
                <a:lnTo>
                  <a:pt x="342899" y="2930677"/>
                </a:lnTo>
                <a:lnTo>
                  <a:pt x="342899" y="6074785"/>
                </a:lnTo>
                <a:lnTo>
                  <a:pt x="330199" y="6076949"/>
                </a:lnTo>
                <a:lnTo>
                  <a:pt x="317499" y="6074785"/>
                </a:lnTo>
                <a:lnTo>
                  <a:pt x="317499" y="2930678"/>
                </a:lnTo>
                <a:lnTo>
                  <a:pt x="292099" y="2921041"/>
                </a:lnTo>
                <a:lnTo>
                  <a:pt x="266699" y="2903265"/>
                </a:lnTo>
                <a:lnTo>
                  <a:pt x="253999" y="2879241"/>
                </a:lnTo>
                <a:close/>
              </a:path>
              <a:path w="6070600" h="6076950">
                <a:moveTo>
                  <a:pt x="342899" y="6074785"/>
                </a:moveTo>
                <a:lnTo>
                  <a:pt x="342899" y="5969015"/>
                </a:lnTo>
                <a:lnTo>
                  <a:pt x="355599" y="5976267"/>
                </a:lnTo>
                <a:lnTo>
                  <a:pt x="368299" y="5988250"/>
                </a:lnTo>
                <a:lnTo>
                  <a:pt x="380999" y="6003885"/>
                </a:lnTo>
                <a:lnTo>
                  <a:pt x="380999" y="6043391"/>
                </a:lnTo>
                <a:lnTo>
                  <a:pt x="368299" y="6060835"/>
                </a:lnTo>
                <a:lnTo>
                  <a:pt x="355599" y="6072621"/>
                </a:lnTo>
                <a:lnTo>
                  <a:pt x="342899" y="6074785"/>
                </a:lnTo>
                <a:close/>
              </a:path>
              <a:path w="6070600" h="6076950">
                <a:moveTo>
                  <a:pt x="279399" y="6043391"/>
                </a:moveTo>
                <a:lnTo>
                  <a:pt x="279399" y="5988353"/>
                </a:lnTo>
                <a:lnTo>
                  <a:pt x="304799" y="5976344"/>
                </a:lnTo>
                <a:lnTo>
                  <a:pt x="317499" y="5969015"/>
                </a:lnTo>
                <a:lnTo>
                  <a:pt x="317499" y="6074785"/>
                </a:lnTo>
                <a:lnTo>
                  <a:pt x="304799" y="6072621"/>
                </a:lnTo>
                <a:lnTo>
                  <a:pt x="292099" y="6060835"/>
                </a:lnTo>
                <a:lnTo>
                  <a:pt x="279399" y="6043391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5042" y="2545983"/>
            <a:ext cx="7215662" cy="775300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568103" y="3658672"/>
            <a:ext cx="6070600" cy="6076950"/>
          </a:xfrm>
          <a:custGeom>
            <a:avLst/>
            <a:gdLst/>
            <a:ahLst/>
            <a:cxnLst/>
            <a:rect l="l" t="t" r="r" b="b"/>
            <a:pathLst>
              <a:path w="6070600" h="6076950">
                <a:moveTo>
                  <a:pt x="4114799" y="5614451"/>
                </a:moveTo>
                <a:lnTo>
                  <a:pt x="4114799" y="5677346"/>
                </a:lnTo>
                <a:lnTo>
                  <a:pt x="4089399" y="5703071"/>
                </a:lnTo>
                <a:lnTo>
                  <a:pt x="4063999" y="5720440"/>
                </a:lnTo>
                <a:lnTo>
                  <a:pt x="4038599" y="5726815"/>
                </a:lnTo>
                <a:lnTo>
                  <a:pt x="4000499" y="5721657"/>
                </a:lnTo>
                <a:lnTo>
                  <a:pt x="3987799" y="5707460"/>
                </a:lnTo>
                <a:lnTo>
                  <a:pt x="3962399" y="5686140"/>
                </a:lnTo>
                <a:lnTo>
                  <a:pt x="3949699" y="5659613"/>
                </a:lnTo>
                <a:lnTo>
                  <a:pt x="101599" y="5659613"/>
                </a:lnTo>
                <a:lnTo>
                  <a:pt x="88899" y="5675994"/>
                </a:lnTo>
                <a:lnTo>
                  <a:pt x="76199" y="5689031"/>
                </a:lnTo>
                <a:lnTo>
                  <a:pt x="63499" y="5697646"/>
                </a:lnTo>
                <a:lnTo>
                  <a:pt x="50799" y="5700757"/>
                </a:lnTo>
                <a:lnTo>
                  <a:pt x="25399" y="5696428"/>
                </a:lnTo>
                <a:lnTo>
                  <a:pt x="12699" y="5684642"/>
                </a:lnTo>
                <a:lnTo>
                  <a:pt x="0" y="5667199"/>
                </a:lnTo>
                <a:lnTo>
                  <a:pt x="0" y="5624598"/>
                </a:lnTo>
                <a:lnTo>
                  <a:pt x="12699" y="5607155"/>
                </a:lnTo>
                <a:lnTo>
                  <a:pt x="25399" y="5595369"/>
                </a:lnTo>
                <a:lnTo>
                  <a:pt x="50799" y="5591040"/>
                </a:lnTo>
                <a:lnTo>
                  <a:pt x="63499" y="5594152"/>
                </a:lnTo>
                <a:lnTo>
                  <a:pt x="76199" y="5602766"/>
                </a:lnTo>
                <a:lnTo>
                  <a:pt x="88899" y="5615804"/>
                </a:lnTo>
                <a:lnTo>
                  <a:pt x="101599" y="5632184"/>
                </a:lnTo>
                <a:lnTo>
                  <a:pt x="3949699" y="5632184"/>
                </a:lnTo>
                <a:lnTo>
                  <a:pt x="3962399" y="5605599"/>
                </a:lnTo>
                <a:lnTo>
                  <a:pt x="3987799" y="5584286"/>
                </a:lnTo>
                <a:lnTo>
                  <a:pt x="4000499" y="5570121"/>
                </a:lnTo>
                <a:lnTo>
                  <a:pt x="4038599" y="5564982"/>
                </a:lnTo>
                <a:lnTo>
                  <a:pt x="4063999" y="5571357"/>
                </a:lnTo>
                <a:lnTo>
                  <a:pt x="4089399" y="5588726"/>
                </a:lnTo>
                <a:lnTo>
                  <a:pt x="4114799" y="5614451"/>
                </a:lnTo>
                <a:close/>
              </a:path>
              <a:path w="6070600" h="6076950">
                <a:moveTo>
                  <a:pt x="1244599" y="4788117"/>
                </a:moveTo>
                <a:lnTo>
                  <a:pt x="1244599" y="4874382"/>
                </a:lnTo>
                <a:lnTo>
                  <a:pt x="1219199" y="4882997"/>
                </a:lnTo>
                <a:lnTo>
                  <a:pt x="1206499" y="4886108"/>
                </a:lnTo>
                <a:lnTo>
                  <a:pt x="1181099" y="4881780"/>
                </a:lnTo>
                <a:lnTo>
                  <a:pt x="1168399" y="4869994"/>
                </a:lnTo>
                <a:lnTo>
                  <a:pt x="1155699" y="4852550"/>
                </a:lnTo>
                <a:lnTo>
                  <a:pt x="1155699" y="4809949"/>
                </a:lnTo>
                <a:lnTo>
                  <a:pt x="1168399" y="4792506"/>
                </a:lnTo>
                <a:lnTo>
                  <a:pt x="1181099" y="4780720"/>
                </a:lnTo>
                <a:lnTo>
                  <a:pt x="1206499" y="4776391"/>
                </a:lnTo>
                <a:lnTo>
                  <a:pt x="1219199" y="4779503"/>
                </a:lnTo>
                <a:lnTo>
                  <a:pt x="1244599" y="4788117"/>
                </a:lnTo>
                <a:close/>
              </a:path>
              <a:path w="6070600" h="6076950">
                <a:moveTo>
                  <a:pt x="2362199" y="5216802"/>
                </a:moveTo>
                <a:lnTo>
                  <a:pt x="2362199" y="5249134"/>
                </a:lnTo>
                <a:lnTo>
                  <a:pt x="1955799" y="4844964"/>
                </a:lnTo>
                <a:lnTo>
                  <a:pt x="1257299" y="4844964"/>
                </a:lnTo>
                <a:lnTo>
                  <a:pt x="1244599" y="4861345"/>
                </a:lnTo>
                <a:lnTo>
                  <a:pt x="1244599" y="4801155"/>
                </a:lnTo>
                <a:lnTo>
                  <a:pt x="1257299" y="4817535"/>
                </a:lnTo>
                <a:lnTo>
                  <a:pt x="1955799" y="4817535"/>
                </a:lnTo>
                <a:lnTo>
                  <a:pt x="1968499" y="4817124"/>
                </a:lnTo>
                <a:lnTo>
                  <a:pt x="1968499" y="4818221"/>
                </a:lnTo>
                <a:lnTo>
                  <a:pt x="2362199" y="5216802"/>
                </a:lnTo>
                <a:close/>
              </a:path>
              <a:path w="6070600" h="6076950">
                <a:moveTo>
                  <a:pt x="2489199" y="5238437"/>
                </a:moveTo>
                <a:lnTo>
                  <a:pt x="2489199" y="5352954"/>
                </a:lnTo>
                <a:lnTo>
                  <a:pt x="2451099" y="5370697"/>
                </a:lnTo>
                <a:lnTo>
                  <a:pt x="2425699" y="5376612"/>
                </a:lnTo>
                <a:lnTo>
                  <a:pt x="2400299" y="5370697"/>
                </a:lnTo>
                <a:lnTo>
                  <a:pt x="2374899" y="5352954"/>
                </a:lnTo>
                <a:lnTo>
                  <a:pt x="2349499" y="5329056"/>
                </a:lnTo>
                <a:lnTo>
                  <a:pt x="2349499" y="5274729"/>
                </a:lnTo>
                <a:lnTo>
                  <a:pt x="2362199" y="5249134"/>
                </a:lnTo>
                <a:lnTo>
                  <a:pt x="2362199" y="5216802"/>
                </a:lnTo>
                <a:lnTo>
                  <a:pt x="2374899" y="5229660"/>
                </a:lnTo>
                <a:lnTo>
                  <a:pt x="2400299" y="5217550"/>
                </a:lnTo>
                <a:lnTo>
                  <a:pt x="2438399" y="5214968"/>
                </a:lnTo>
                <a:lnTo>
                  <a:pt x="2463799" y="5221926"/>
                </a:lnTo>
                <a:lnTo>
                  <a:pt x="2489199" y="5238437"/>
                </a:lnTo>
                <a:close/>
              </a:path>
              <a:path w="6070600" h="6076950">
                <a:moveTo>
                  <a:pt x="2501899" y="5258940"/>
                </a:moveTo>
                <a:lnTo>
                  <a:pt x="2501899" y="5332451"/>
                </a:lnTo>
                <a:lnTo>
                  <a:pt x="2489199" y="5343114"/>
                </a:lnTo>
                <a:lnTo>
                  <a:pt x="2489199" y="5248277"/>
                </a:lnTo>
                <a:lnTo>
                  <a:pt x="2501899" y="5258940"/>
                </a:lnTo>
                <a:close/>
              </a:path>
              <a:path w="6070600" h="6076950">
                <a:moveTo>
                  <a:pt x="6070599" y="5996033"/>
                </a:moveTo>
                <a:lnTo>
                  <a:pt x="6057899" y="6027480"/>
                </a:lnTo>
                <a:lnTo>
                  <a:pt x="6045199" y="6053206"/>
                </a:lnTo>
                <a:lnTo>
                  <a:pt x="6019799" y="6070574"/>
                </a:lnTo>
                <a:lnTo>
                  <a:pt x="5994399" y="6076949"/>
                </a:lnTo>
                <a:lnTo>
                  <a:pt x="5956299" y="6071813"/>
                </a:lnTo>
                <a:lnTo>
                  <a:pt x="5943599" y="6057663"/>
                </a:lnTo>
                <a:lnTo>
                  <a:pt x="5918199" y="6036390"/>
                </a:lnTo>
                <a:lnTo>
                  <a:pt x="5905499" y="6009885"/>
                </a:lnTo>
                <a:lnTo>
                  <a:pt x="4749799" y="6009885"/>
                </a:lnTo>
                <a:lnTo>
                  <a:pt x="4749799" y="6009610"/>
                </a:lnTo>
                <a:lnTo>
                  <a:pt x="4737099" y="6009199"/>
                </a:lnTo>
                <a:lnTo>
                  <a:pt x="4737099" y="6004262"/>
                </a:lnTo>
                <a:lnTo>
                  <a:pt x="4140199" y="5309479"/>
                </a:lnTo>
                <a:lnTo>
                  <a:pt x="2501899" y="5309479"/>
                </a:lnTo>
                <a:lnTo>
                  <a:pt x="2501899" y="5281912"/>
                </a:lnTo>
                <a:lnTo>
                  <a:pt x="4140199" y="5281912"/>
                </a:lnTo>
                <a:lnTo>
                  <a:pt x="4152899" y="5281775"/>
                </a:lnTo>
                <a:lnTo>
                  <a:pt x="4152899" y="5286713"/>
                </a:lnTo>
                <a:lnTo>
                  <a:pt x="4749799" y="5982318"/>
                </a:lnTo>
                <a:lnTo>
                  <a:pt x="5905499" y="5982318"/>
                </a:lnTo>
                <a:lnTo>
                  <a:pt x="5918199" y="5955733"/>
                </a:lnTo>
                <a:lnTo>
                  <a:pt x="5943599" y="5934420"/>
                </a:lnTo>
                <a:lnTo>
                  <a:pt x="5956299" y="5920255"/>
                </a:lnTo>
                <a:lnTo>
                  <a:pt x="5994399" y="5915117"/>
                </a:lnTo>
                <a:lnTo>
                  <a:pt x="6019799" y="5921492"/>
                </a:lnTo>
                <a:lnTo>
                  <a:pt x="6045199" y="5938860"/>
                </a:lnTo>
                <a:lnTo>
                  <a:pt x="6057899" y="5964586"/>
                </a:lnTo>
                <a:lnTo>
                  <a:pt x="6070599" y="5996033"/>
                </a:lnTo>
                <a:close/>
              </a:path>
              <a:path w="6070600" h="6076950">
                <a:moveTo>
                  <a:pt x="3454399" y="4780334"/>
                </a:moveTo>
                <a:lnTo>
                  <a:pt x="3454399" y="4841673"/>
                </a:lnTo>
                <a:lnTo>
                  <a:pt x="3428999" y="4863711"/>
                </a:lnTo>
                <a:lnTo>
                  <a:pt x="3403599" y="4877365"/>
                </a:lnTo>
                <a:lnTo>
                  <a:pt x="3378199" y="4882020"/>
                </a:lnTo>
                <a:lnTo>
                  <a:pt x="3352799" y="4877057"/>
                </a:lnTo>
                <a:lnTo>
                  <a:pt x="3327399" y="4927938"/>
                </a:lnTo>
                <a:lnTo>
                  <a:pt x="3314699" y="4928761"/>
                </a:lnTo>
                <a:lnTo>
                  <a:pt x="3314699" y="4933836"/>
                </a:lnTo>
                <a:lnTo>
                  <a:pt x="2743199" y="4933836"/>
                </a:lnTo>
                <a:lnTo>
                  <a:pt x="2730499" y="4950216"/>
                </a:lnTo>
                <a:lnTo>
                  <a:pt x="2717799" y="4963253"/>
                </a:lnTo>
                <a:lnTo>
                  <a:pt x="2705099" y="4971868"/>
                </a:lnTo>
                <a:lnTo>
                  <a:pt x="2692399" y="4974979"/>
                </a:lnTo>
                <a:lnTo>
                  <a:pt x="2666999" y="4970651"/>
                </a:lnTo>
                <a:lnTo>
                  <a:pt x="2654299" y="4958865"/>
                </a:lnTo>
                <a:lnTo>
                  <a:pt x="2641599" y="4941421"/>
                </a:lnTo>
                <a:lnTo>
                  <a:pt x="2628899" y="4920121"/>
                </a:lnTo>
                <a:lnTo>
                  <a:pt x="2641599" y="4898820"/>
                </a:lnTo>
                <a:lnTo>
                  <a:pt x="2654299" y="4881377"/>
                </a:lnTo>
                <a:lnTo>
                  <a:pt x="2666999" y="4869591"/>
                </a:lnTo>
                <a:lnTo>
                  <a:pt x="2692399" y="4865262"/>
                </a:lnTo>
                <a:lnTo>
                  <a:pt x="2705099" y="4868374"/>
                </a:lnTo>
                <a:lnTo>
                  <a:pt x="2717799" y="4876988"/>
                </a:lnTo>
                <a:lnTo>
                  <a:pt x="2730499" y="4890026"/>
                </a:lnTo>
                <a:lnTo>
                  <a:pt x="2743199" y="4906406"/>
                </a:lnTo>
                <a:lnTo>
                  <a:pt x="3301999" y="4906406"/>
                </a:lnTo>
                <a:lnTo>
                  <a:pt x="3327399" y="4863342"/>
                </a:lnTo>
                <a:lnTo>
                  <a:pt x="3327399" y="4736688"/>
                </a:lnTo>
                <a:lnTo>
                  <a:pt x="3352799" y="4723110"/>
                </a:lnTo>
                <a:lnTo>
                  <a:pt x="3390899" y="4720950"/>
                </a:lnTo>
                <a:lnTo>
                  <a:pt x="3416299" y="4731133"/>
                </a:lnTo>
                <a:lnTo>
                  <a:pt x="3441699" y="4752494"/>
                </a:lnTo>
                <a:lnTo>
                  <a:pt x="3454399" y="4780334"/>
                </a:lnTo>
                <a:close/>
              </a:path>
              <a:path w="6070600" h="6076950">
                <a:moveTo>
                  <a:pt x="5778499" y="4386485"/>
                </a:moveTo>
                <a:lnTo>
                  <a:pt x="5778499" y="5295627"/>
                </a:lnTo>
                <a:lnTo>
                  <a:pt x="5537199" y="5535359"/>
                </a:lnTo>
                <a:lnTo>
                  <a:pt x="5537199" y="5538376"/>
                </a:lnTo>
                <a:lnTo>
                  <a:pt x="5524499" y="5539062"/>
                </a:lnTo>
                <a:lnTo>
                  <a:pt x="5524499" y="5538650"/>
                </a:lnTo>
                <a:lnTo>
                  <a:pt x="4851399" y="5538650"/>
                </a:lnTo>
                <a:lnTo>
                  <a:pt x="4851399" y="5536867"/>
                </a:lnTo>
                <a:lnTo>
                  <a:pt x="4838699" y="5535222"/>
                </a:lnTo>
                <a:lnTo>
                  <a:pt x="4838699" y="5533302"/>
                </a:lnTo>
                <a:lnTo>
                  <a:pt x="4038599" y="4658857"/>
                </a:lnTo>
                <a:lnTo>
                  <a:pt x="2946399" y="4658857"/>
                </a:lnTo>
                <a:lnTo>
                  <a:pt x="2933699" y="4675238"/>
                </a:lnTo>
                <a:lnTo>
                  <a:pt x="2920999" y="4688275"/>
                </a:lnTo>
                <a:lnTo>
                  <a:pt x="2908299" y="4696890"/>
                </a:lnTo>
                <a:lnTo>
                  <a:pt x="2882899" y="4700001"/>
                </a:lnTo>
                <a:lnTo>
                  <a:pt x="2870199" y="4695672"/>
                </a:lnTo>
                <a:lnTo>
                  <a:pt x="2844799" y="4683886"/>
                </a:lnTo>
                <a:lnTo>
                  <a:pt x="2832099" y="4666443"/>
                </a:lnTo>
                <a:lnTo>
                  <a:pt x="2832099" y="4623842"/>
                </a:lnTo>
                <a:lnTo>
                  <a:pt x="2844799" y="4606399"/>
                </a:lnTo>
                <a:lnTo>
                  <a:pt x="2870199" y="4594613"/>
                </a:lnTo>
                <a:lnTo>
                  <a:pt x="2882899" y="4590284"/>
                </a:lnTo>
                <a:lnTo>
                  <a:pt x="2908299" y="4593396"/>
                </a:lnTo>
                <a:lnTo>
                  <a:pt x="2920999" y="4602010"/>
                </a:lnTo>
                <a:lnTo>
                  <a:pt x="2933699" y="4615048"/>
                </a:lnTo>
                <a:lnTo>
                  <a:pt x="2946399" y="4631428"/>
                </a:lnTo>
                <a:lnTo>
                  <a:pt x="4051299" y="4631428"/>
                </a:lnTo>
                <a:lnTo>
                  <a:pt x="4051299" y="4632525"/>
                </a:lnTo>
                <a:lnTo>
                  <a:pt x="4063999" y="4635954"/>
                </a:lnTo>
                <a:lnTo>
                  <a:pt x="4864099" y="5511221"/>
                </a:lnTo>
                <a:lnTo>
                  <a:pt x="5524499" y="5511221"/>
                </a:lnTo>
                <a:lnTo>
                  <a:pt x="5753099" y="5282735"/>
                </a:lnTo>
                <a:lnTo>
                  <a:pt x="5753099" y="4361545"/>
                </a:lnTo>
                <a:lnTo>
                  <a:pt x="5778499" y="4386485"/>
                </a:lnTo>
                <a:close/>
              </a:path>
              <a:path w="6070600" h="6076950">
                <a:moveTo>
                  <a:pt x="3327399" y="4736688"/>
                </a:moveTo>
                <a:lnTo>
                  <a:pt x="3327399" y="4863342"/>
                </a:lnTo>
                <a:lnTo>
                  <a:pt x="3314699" y="4841720"/>
                </a:lnTo>
                <a:lnTo>
                  <a:pt x="3301999" y="4815753"/>
                </a:lnTo>
                <a:lnTo>
                  <a:pt x="3301999" y="4787933"/>
                </a:lnTo>
                <a:lnTo>
                  <a:pt x="3314699" y="4760757"/>
                </a:lnTo>
                <a:lnTo>
                  <a:pt x="3327399" y="4736688"/>
                </a:lnTo>
                <a:close/>
              </a:path>
              <a:path w="6070600" h="6076950">
                <a:moveTo>
                  <a:pt x="3682999" y="4283154"/>
                </a:moveTo>
                <a:lnTo>
                  <a:pt x="3682999" y="4343344"/>
                </a:lnTo>
                <a:lnTo>
                  <a:pt x="3670299" y="4356381"/>
                </a:lnTo>
                <a:lnTo>
                  <a:pt x="3657599" y="4364996"/>
                </a:lnTo>
                <a:lnTo>
                  <a:pt x="3632199" y="4368107"/>
                </a:lnTo>
                <a:lnTo>
                  <a:pt x="3619499" y="4363778"/>
                </a:lnTo>
                <a:lnTo>
                  <a:pt x="3594099" y="4351992"/>
                </a:lnTo>
                <a:lnTo>
                  <a:pt x="3581399" y="4334549"/>
                </a:lnTo>
                <a:lnTo>
                  <a:pt x="3581399" y="4291948"/>
                </a:lnTo>
                <a:lnTo>
                  <a:pt x="3594099" y="4274505"/>
                </a:lnTo>
                <a:lnTo>
                  <a:pt x="3619499" y="4262719"/>
                </a:lnTo>
                <a:lnTo>
                  <a:pt x="3632199" y="4258390"/>
                </a:lnTo>
                <a:lnTo>
                  <a:pt x="3657599" y="4261502"/>
                </a:lnTo>
                <a:lnTo>
                  <a:pt x="3670299" y="4270116"/>
                </a:lnTo>
                <a:lnTo>
                  <a:pt x="3682999" y="4283154"/>
                </a:lnTo>
                <a:close/>
              </a:path>
              <a:path w="6070600" h="6076950">
                <a:moveTo>
                  <a:pt x="5511799" y="5218414"/>
                </a:moveTo>
                <a:lnTo>
                  <a:pt x="5499099" y="5249861"/>
                </a:lnTo>
                <a:lnTo>
                  <a:pt x="5486399" y="5275587"/>
                </a:lnTo>
                <a:lnTo>
                  <a:pt x="5460999" y="5292955"/>
                </a:lnTo>
                <a:lnTo>
                  <a:pt x="5435599" y="5299330"/>
                </a:lnTo>
                <a:lnTo>
                  <a:pt x="5397499" y="5294193"/>
                </a:lnTo>
                <a:lnTo>
                  <a:pt x="5372099" y="5280044"/>
                </a:lnTo>
                <a:lnTo>
                  <a:pt x="5359399" y="5258771"/>
                </a:lnTo>
                <a:lnTo>
                  <a:pt x="5346699" y="5232266"/>
                </a:lnTo>
                <a:lnTo>
                  <a:pt x="4940299" y="5232266"/>
                </a:lnTo>
                <a:lnTo>
                  <a:pt x="4940299" y="5227465"/>
                </a:lnTo>
                <a:lnTo>
                  <a:pt x="4038599" y="4326963"/>
                </a:lnTo>
                <a:lnTo>
                  <a:pt x="3682999" y="4326963"/>
                </a:lnTo>
                <a:lnTo>
                  <a:pt x="3682999" y="4299534"/>
                </a:lnTo>
                <a:lnTo>
                  <a:pt x="4038599" y="4299534"/>
                </a:lnTo>
                <a:lnTo>
                  <a:pt x="4038599" y="4299122"/>
                </a:lnTo>
                <a:lnTo>
                  <a:pt x="4051299" y="4300220"/>
                </a:lnTo>
                <a:lnTo>
                  <a:pt x="4952999" y="5204699"/>
                </a:lnTo>
                <a:lnTo>
                  <a:pt x="5346699" y="5204699"/>
                </a:lnTo>
                <a:lnTo>
                  <a:pt x="5359399" y="5178114"/>
                </a:lnTo>
                <a:lnTo>
                  <a:pt x="5372099" y="5156801"/>
                </a:lnTo>
                <a:lnTo>
                  <a:pt x="5397499" y="5142636"/>
                </a:lnTo>
                <a:lnTo>
                  <a:pt x="5435599" y="5137497"/>
                </a:lnTo>
                <a:lnTo>
                  <a:pt x="5460999" y="5143873"/>
                </a:lnTo>
                <a:lnTo>
                  <a:pt x="5486399" y="5161241"/>
                </a:lnTo>
                <a:lnTo>
                  <a:pt x="5499099" y="5186967"/>
                </a:lnTo>
                <a:lnTo>
                  <a:pt x="5511799" y="5218414"/>
                </a:lnTo>
                <a:close/>
              </a:path>
              <a:path w="6070600" h="6076950">
                <a:moveTo>
                  <a:pt x="5499099" y="4442694"/>
                </a:moveTo>
                <a:lnTo>
                  <a:pt x="5499099" y="4483721"/>
                </a:lnTo>
                <a:lnTo>
                  <a:pt x="5016499" y="3995344"/>
                </a:lnTo>
                <a:lnTo>
                  <a:pt x="5003799" y="3994658"/>
                </a:lnTo>
                <a:lnTo>
                  <a:pt x="5003799" y="3317293"/>
                </a:lnTo>
                <a:lnTo>
                  <a:pt x="4749799" y="3169449"/>
                </a:lnTo>
                <a:lnTo>
                  <a:pt x="4749799" y="2088873"/>
                </a:lnTo>
                <a:lnTo>
                  <a:pt x="4711699" y="2075845"/>
                </a:lnTo>
                <a:lnTo>
                  <a:pt x="4673599" y="2019128"/>
                </a:lnTo>
                <a:lnTo>
                  <a:pt x="4673599" y="1988260"/>
                </a:lnTo>
                <a:lnTo>
                  <a:pt x="4698999" y="1960451"/>
                </a:lnTo>
                <a:lnTo>
                  <a:pt x="4711699" y="1939110"/>
                </a:lnTo>
                <a:lnTo>
                  <a:pt x="4749799" y="1929351"/>
                </a:lnTo>
                <a:lnTo>
                  <a:pt x="4775199" y="1929647"/>
                </a:lnTo>
                <a:lnTo>
                  <a:pt x="4775199" y="3149700"/>
                </a:lnTo>
                <a:lnTo>
                  <a:pt x="5029199" y="3297544"/>
                </a:lnTo>
                <a:lnTo>
                  <a:pt x="5029199" y="3980532"/>
                </a:lnTo>
                <a:lnTo>
                  <a:pt x="5499099" y="4442694"/>
                </a:lnTo>
                <a:close/>
              </a:path>
              <a:path w="6070600" h="6076950">
                <a:moveTo>
                  <a:pt x="5219699" y="951203"/>
                </a:moveTo>
                <a:lnTo>
                  <a:pt x="5219699" y="990633"/>
                </a:lnTo>
                <a:lnTo>
                  <a:pt x="5206999" y="1006242"/>
                </a:lnTo>
                <a:lnTo>
                  <a:pt x="5194299" y="1018251"/>
                </a:lnTo>
                <a:lnTo>
                  <a:pt x="5181599" y="1025579"/>
                </a:lnTo>
                <a:lnTo>
                  <a:pt x="5181599" y="1783175"/>
                </a:lnTo>
                <a:lnTo>
                  <a:pt x="4838699" y="1981214"/>
                </a:lnTo>
                <a:lnTo>
                  <a:pt x="4838699" y="2036261"/>
                </a:lnTo>
                <a:lnTo>
                  <a:pt x="4825999" y="2060500"/>
                </a:lnTo>
                <a:lnTo>
                  <a:pt x="4800599" y="2079274"/>
                </a:lnTo>
                <a:lnTo>
                  <a:pt x="4787899" y="2082666"/>
                </a:lnTo>
                <a:lnTo>
                  <a:pt x="4787899" y="2085428"/>
                </a:lnTo>
                <a:lnTo>
                  <a:pt x="4775199" y="2087548"/>
                </a:lnTo>
                <a:lnTo>
                  <a:pt x="4775199" y="1929647"/>
                </a:lnTo>
                <a:lnTo>
                  <a:pt x="4800599" y="1939303"/>
                </a:lnTo>
                <a:lnTo>
                  <a:pt x="4825999" y="1957625"/>
                </a:lnTo>
                <a:lnTo>
                  <a:pt x="5156199" y="1763426"/>
                </a:lnTo>
                <a:lnTo>
                  <a:pt x="5156199" y="919810"/>
                </a:lnTo>
                <a:lnTo>
                  <a:pt x="5168899" y="917646"/>
                </a:lnTo>
                <a:lnTo>
                  <a:pt x="5194299" y="921974"/>
                </a:lnTo>
                <a:lnTo>
                  <a:pt x="5206999" y="933760"/>
                </a:lnTo>
                <a:lnTo>
                  <a:pt x="5219699" y="951203"/>
                </a:lnTo>
                <a:close/>
              </a:path>
              <a:path w="6070600" h="6076950">
                <a:moveTo>
                  <a:pt x="5524499" y="4467675"/>
                </a:moveTo>
                <a:lnTo>
                  <a:pt x="5524499" y="4936167"/>
                </a:lnTo>
                <a:lnTo>
                  <a:pt x="5092699" y="4936167"/>
                </a:lnTo>
                <a:lnTo>
                  <a:pt x="5079999" y="4962752"/>
                </a:lnTo>
                <a:lnTo>
                  <a:pt x="5067299" y="4984065"/>
                </a:lnTo>
                <a:lnTo>
                  <a:pt x="5041899" y="4998230"/>
                </a:lnTo>
                <a:lnTo>
                  <a:pt x="5016499" y="5003369"/>
                </a:lnTo>
                <a:lnTo>
                  <a:pt x="4978399" y="4996993"/>
                </a:lnTo>
                <a:lnTo>
                  <a:pt x="4952999" y="4979625"/>
                </a:lnTo>
                <a:lnTo>
                  <a:pt x="4940299" y="4953899"/>
                </a:lnTo>
                <a:lnTo>
                  <a:pt x="4927599" y="4922452"/>
                </a:lnTo>
                <a:lnTo>
                  <a:pt x="4940299" y="4891005"/>
                </a:lnTo>
                <a:lnTo>
                  <a:pt x="4952999" y="4865279"/>
                </a:lnTo>
                <a:lnTo>
                  <a:pt x="4978399" y="4847911"/>
                </a:lnTo>
                <a:lnTo>
                  <a:pt x="5016499" y="4841536"/>
                </a:lnTo>
                <a:lnTo>
                  <a:pt x="5041899" y="4846675"/>
                </a:lnTo>
                <a:lnTo>
                  <a:pt x="5067299" y="4860839"/>
                </a:lnTo>
                <a:lnTo>
                  <a:pt x="5079999" y="4882153"/>
                </a:lnTo>
                <a:lnTo>
                  <a:pt x="5092699" y="4908738"/>
                </a:lnTo>
                <a:lnTo>
                  <a:pt x="5499099" y="4908738"/>
                </a:lnTo>
                <a:lnTo>
                  <a:pt x="5499099" y="4442694"/>
                </a:lnTo>
                <a:lnTo>
                  <a:pt x="5524499" y="4467675"/>
                </a:lnTo>
                <a:close/>
              </a:path>
              <a:path w="6070600" h="6076950">
                <a:moveTo>
                  <a:pt x="5156199" y="919810"/>
                </a:moveTo>
                <a:lnTo>
                  <a:pt x="5156199" y="1025579"/>
                </a:lnTo>
                <a:lnTo>
                  <a:pt x="5143499" y="1018328"/>
                </a:lnTo>
                <a:lnTo>
                  <a:pt x="5130799" y="1006345"/>
                </a:lnTo>
                <a:lnTo>
                  <a:pt x="5118099" y="990710"/>
                </a:lnTo>
                <a:lnTo>
                  <a:pt x="5118099" y="951203"/>
                </a:lnTo>
                <a:lnTo>
                  <a:pt x="5130799" y="933760"/>
                </a:lnTo>
                <a:lnTo>
                  <a:pt x="5143499" y="921974"/>
                </a:lnTo>
                <a:lnTo>
                  <a:pt x="5156199" y="919810"/>
                </a:lnTo>
                <a:close/>
              </a:path>
              <a:path w="6070600" h="6076950">
                <a:moveTo>
                  <a:pt x="5283199" y="5741785"/>
                </a:moveTo>
                <a:lnTo>
                  <a:pt x="5283199" y="5822384"/>
                </a:lnTo>
                <a:lnTo>
                  <a:pt x="5257799" y="5843698"/>
                </a:lnTo>
                <a:lnTo>
                  <a:pt x="5232399" y="5857862"/>
                </a:lnTo>
                <a:lnTo>
                  <a:pt x="5206999" y="5863001"/>
                </a:lnTo>
                <a:lnTo>
                  <a:pt x="5181599" y="5856626"/>
                </a:lnTo>
                <a:lnTo>
                  <a:pt x="5156199" y="5839258"/>
                </a:lnTo>
                <a:lnTo>
                  <a:pt x="5130799" y="5813532"/>
                </a:lnTo>
                <a:lnTo>
                  <a:pt x="5130799" y="5750638"/>
                </a:lnTo>
                <a:lnTo>
                  <a:pt x="5156199" y="5724912"/>
                </a:lnTo>
                <a:lnTo>
                  <a:pt x="5181599" y="5707544"/>
                </a:lnTo>
                <a:lnTo>
                  <a:pt x="5206999" y="5701169"/>
                </a:lnTo>
                <a:lnTo>
                  <a:pt x="5232399" y="5706307"/>
                </a:lnTo>
                <a:lnTo>
                  <a:pt x="5257799" y="5720472"/>
                </a:lnTo>
                <a:lnTo>
                  <a:pt x="5283199" y="5741785"/>
                </a:lnTo>
                <a:close/>
              </a:path>
              <a:path w="6070600" h="6076950">
                <a:moveTo>
                  <a:pt x="5753099" y="4361545"/>
                </a:moveTo>
                <a:lnTo>
                  <a:pt x="5753099" y="4401434"/>
                </a:lnTo>
                <a:lnTo>
                  <a:pt x="5257799" y="3913330"/>
                </a:lnTo>
                <a:lnTo>
                  <a:pt x="5257799" y="2817257"/>
                </a:lnTo>
                <a:lnTo>
                  <a:pt x="5232399" y="2807621"/>
                </a:lnTo>
                <a:lnTo>
                  <a:pt x="5206999" y="2789845"/>
                </a:lnTo>
                <a:lnTo>
                  <a:pt x="5194299" y="2765821"/>
                </a:lnTo>
                <a:lnTo>
                  <a:pt x="5194299" y="2705991"/>
                </a:lnTo>
                <a:lnTo>
                  <a:pt x="5219699" y="2680265"/>
                </a:lnTo>
                <a:lnTo>
                  <a:pt x="5245099" y="2662897"/>
                </a:lnTo>
                <a:lnTo>
                  <a:pt x="5270499" y="2656522"/>
                </a:lnTo>
                <a:lnTo>
                  <a:pt x="5283199" y="2658647"/>
                </a:lnTo>
                <a:lnTo>
                  <a:pt x="5283199" y="3900164"/>
                </a:lnTo>
                <a:lnTo>
                  <a:pt x="5753099" y="4361545"/>
                </a:lnTo>
                <a:close/>
              </a:path>
              <a:path w="6070600" h="6076950">
                <a:moveTo>
                  <a:pt x="6007099" y="3846266"/>
                </a:moveTo>
                <a:lnTo>
                  <a:pt x="6007099" y="5496409"/>
                </a:lnTo>
                <a:lnTo>
                  <a:pt x="5714999" y="5791137"/>
                </a:lnTo>
                <a:lnTo>
                  <a:pt x="5714999" y="5793879"/>
                </a:lnTo>
                <a:lnTo>
                  <a:pt x="5702299" y="5795799"/>
                </a:lnTo>
                <a:lnTo>
                  <a:pt x="5283199" y="5795799"/>
                </a:lnTo>
                <a:lnTo>
                  <a:pt x="5283199" y="5768370"/>
                </a:lnTo>
                <a:lnTo>
                  <a:pt x="5702299" y="5768370"/>
                </a:lnTo>
                <a:lnTo>
                  <a:pt x="5981699" y="5484340"/>
                </a:lnTo>
                <a:lnTo>
                  <a:pt x="5981699" y="3821298"/>
                </a:lnTo>
                <a:lnTo>
                  <a:pt x="6007099" y="3846266"/>
                </a:lnTo>
                <a:close/>
              </a:path>
              <a:path w="6070600" h="6076950">
                <a:moveTo>
                  <a:pt x="5359399" y="2737438"/>
                </a:moveTo>
                <a:lnTo>
                  <a:pt x="5346699" y="2765819"/>
                </a:lnTo>
                <a:lnTo>
                  <a:pt x="5333999" y="2789828"/>
                </a:lnTo>
                <a:lnTo>
                  <a:pt x="5308599" y="2807563"/>
                </a:lnTo>
                <a:lnTo>
                  <a:pt x="5283199" y="2817120"/>
                </a:lnTo>
                <a:lnTo>
                  <a:pt x="5283199" y="2658647"/>
                </a:lnTo>
                <a:lnTo>
                  <a:pt x="5308599" y="2662897"/>
                </a:lnTo>
                <a:lnTo>
                  <a:pt x="5333999" y="2680265"/>
                </a:lnTo>
                <a:lnTo>
                  <a:pt x="5346699" y="2705991"/>
                </a:lnTo>
                <a:lnTo>
                  <a:pt x="5359399" y="2737438"/>
                </a:lnTo>
                <a:close/>
              </a:path>
              <a:path w="6070600" h="6076950">
                <a:moveTo>
                  <a:pt x="5981699" y="3821298"/>
                </a:moveTo>
                <a:lnTo>
                  <a:pt x="5981699" y="3862312"/>
                </a:lnTo>
                <a:lnTo>
                  <a:pt x="5473699" y="3361591"/>
                </a:lnTo>
                <a:lnTo>
                  <a:pt x="5473699" y="1918401"/>
                </a:lnTo>
                <a:lnTo>
                  <a:pt x="5460999" y="1911150"/>
                </a:lnTo>
                <a:lnTo>
                  <a:pt x="5448299" y="1899166"/>
                </a:lnTo>
                <a:lnTo>
                  <a:pt x="5435599" y="1883532"/>
                </a:lnTo>
                <a:lnTo>
                  <a:pt x="5435599" y="1844025"/>
                </a:lnTo>
                <a:lnTo>
                  <a:pt x="5448299" y="1826582"/>
                </a:lnTo>
                <a:lnTo>
                  <a:pt x="5473699" y="1814796"/>
                </a:lnTo>
                <a:lnTo>
                  <a:pt x="5486399" y="1810467"/>
                </a:lnTo>
                <a:lnTo>
                  <a:pt x="5499099" y="1812631"/>
                </a:lnTo>
                <a:lnTo>
                  <a:pt x="5499099" y="3346916"/>
                </a:lnTo>
                <a:lnTo>
                  <a:pt x="5981699" y="3821298"/>
                </a:lnTo>
                <a:close/>
              </a:path>
              <a:path w="6070600" h="6076950">
                <a:moveTo>
                  <a:pt x="5549899" y="1865326"/>
                </a:moveTo>
                <a:lnTo>
                  <a:pt x="5537199" y="1883455"/>
                </a:lnTo>
                <a:lnTo>
                  <a:pt x="5537199" y="1899064"/>
                </a:lnTo>
                <a:lnTo>
                  <a:pt x="5524499" y="1911072"/>
                </a:lnTo>
                <a:lnTo>
                  <a:pt x="5499099" y="1918401"/>
                </a:lnTo>
                <a:lnTo>
                  <a:pt x="5499099" y="1812631"/>
                </a:lnTo>
                <a:lnTo>
                  <a:pt x="5511799" y="1814796"/>
                </a:lnTo>
                <a:lnTo>
                  <a:pt x="5524499" y="1826582"/>
                </a:lnTo>
                <a:lnTo>
                  <a:pt x="5537199" y="1844025"/>
                </a:lnTo>
                <a:lnTo>
                  <a:pt x="5549899" y="1865326"/>
                </a:lnTo>
                <a:close/>
              </a:path>
              <a:path w="6070600" h="6076950">
                <a:moveTo>
                  <a:pt x="5816599" y="3197707"/>
                </a:moveTo>
                <a:lnTo>
                  <a:pt x="5816599" y="3257537"/>
                </a:lnTo>
                <a:lnTo>
                  <a:pt x="5803899" y="3283263"/>
                </a:lnTo>
                <a:lnTo>
                  <a:pt x="5778499" y="3300631"/>
                </a:lnTo>
                <a:lnTo>
                  <a:pt x="5740399" y="3307007"/>
                </a:lnTo>
                <a:lnTo>
                  <a:pt x="5714999" y="3300631"/>
                </a:lnTo>
                <a:lnTo>
                  <a:pt x="5689599" y="3283263"/>
                </a:lnTo>
                <a:lnTo>
                  <a:pt x="5664199" y="3257537"/>
                </a:lnTo>
                <a:lnTo>
                  <a:pt x="5664199" y="3197650"/>
                </a:lnTo>
                <a:lnTo>
                  <a:pt x="5676899" y="3173632"/>
                </a:lnTo>
                <a:lnTo>
                  <a:pt x="5702299" y="3155889"/>
                </a:lnTo>
                <a:lnTo>
                  <a:pt x="5727699" y="3146271"/>
                </a:lnTo>
                <a:lnTo>
                  <a:pt x="5727699" y="2164"/>
                </a:lnTo>
                <a:lnTo>
                  <a:pt x="5740399" y="0"/>
                </a:lnTo>
                <a:lnTo>
                  <a:pt x="5753099" y="2164"/>
                </a:lnTo>
                <a:lnTo>
                  <a:pt x="5753099" y="3146271"/>
                </a:lnTo>
                <a:lnTo>
                  <a:pt x="5778499" y="3155908"/>
                </a:lnTo>
                <a:lnTo>
                  <a:pt x="5803899" y="3173683"/>
                </a:lnTo>
                <a:lnTo>
                  <a:pt x="5816599" y="3197707"/>
                </a:lnTo>
                <a:close/>
              </a:path>
              <a:path w="6070600" h="6076950">
                <a:moveTo>
                  <a:pt x="5727699" y="2164"/>
                </a:moveTo>
                <a:lnTo>
                  <a:pt x="5727699" y="107934"/>
                </a:lnTo>
                <a:lnTo>
                  <a:pt x="5714999" y="100682"/>
                </a:lnTo>
                <a:lnTo>
                  <a:pt x="5702299" y="88699"/>
                </a:lnTo>
                <a:lnTo>
                  <a:pt x="5689599" y="73064"/>
                </a:lnTo>
                <a:lnTo>
                  <a:pt x="5689599" y="33557"/>
                </a:lnTo>
                <a:lnTo>
                  <a:pt x="5702299" y="16114"/>
                </a:lnTo>
                <a:lnTo>
                  <a:pt x="5714999" y="4328"/>
                </a:lnTo>
                <a:lnTo>
                  <a:pt x="5727699" y="2164"/>
                </a:lnTo>
                <a:close/>
              </a:path>
              <a:path w="6070600" h="6076950">
                <a:moveTo>
                  <a:pt x="5791199" y="33557"/>
                </a:moveTo>
                <a:lnTo>
                  <a:pt x="5791199" y="88596"/>
                </a:lnTo>
                <a:lnTo>
                  <a:pt x="5765799" y="100605"/>
                </a:lnTo>
                <a:lnTo>
                  <a:pt x="5753099" y="107934"/>
                </a:lnTo>
                <a:lnTo>
                  <a:pt x="5753099" y="2164"/>
                </a:lnTo>
                <a:lnTo>
                  <a:pt x="5765799" y="4328"/>
                </a:lnTo>
                <a:lnTo>
                  <a:pt x="5778499" y="16114"/>
                </a:lnTo>
                <a:lnTo>
                  <a:pt x="5791199" y="33557"/>
                </a:lnTo>
                <a:close/>
              </a:path>
            </a:pathLst>
          </a:custGeom>
          <a:solidFill>
            <a:srgbClr val="FFFF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6146" y="6951343"/>
            <a:ext cx="4081853" cy="333565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051" y="3526769"/>
            <a:ext cx="1109300" cy="129082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5212757" cy="384919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99548" y="443582"/>
            <a:ext cx="1762124" cy="58102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89842" y="2312631"/>
            <a:ext cx="8762999" cy="26860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569660"/>
            <a:ext cx="5219065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92227" y="4050732"/>
            <a:ext cx="12218669" cy="3143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4004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7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hyperlink" Target="https://www.kaggle.com/datasets/palvinder2006/zepto-inventory-dataset/data?select=zepto_v2.csv" TargetMode="External"/><Relationship Id="rId5" Type="http://schemas.openxmlformats.org/officeDocument/2006/relationships/image" Target="../media/image95.png"/><Relationship Id="rId10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jpg"/><Relationship Id="rId3" Type="http://schemas.openxmlformats.org/officeDocument/2006/relationships/image" Target="../media/image115.png"/><Relationship Id="rId7" Type="http://schemas.openxmlformats.org/officeDocument/2006/relationships/image" Target="../media/image118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7.png"/><Relationship Id="rId7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charkamaheshmahi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0711" y="4541004"/>
            <a:ext cx="13732510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0" b="1" spc="-5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10500" b="1" spc="-5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0" b="1" spc="270" dirty="0">
                <a:solidFill>
                  <a:srgbClr val="FFFFFF"/>
                </a:solidFill>
                <a:latin typeface="Tahoma"/>
                <a:cs typeface="Tahoma"/>
              </a:rPr>
              <a:t>SQL</a:t>
            </a:r>
            <a:r>
              <a:rPr sz="10500" b="1" spc="-5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500" b="1" spc="-1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endParaRPr sz="10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2276" y="7037876"/>
            <a:ext cx="1477391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14" dirty="0">
                <a:solidFill>
                  <a:srgbClr val="FFFFFF"/>
                </a:solidFill>
                <a:latin typeface="Trebuchet MS"/>
                <a:cs typeface="Trebuchet MS"/>
              </a:rPr>
              <a:t>Analyzing</a:t>
            </a:r>
            <a:r>
              <a:rPr sz="3200" spc="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65" dirty="0">
                <a:solidFill>
                  <a:srgbClr val="FFFFFF"/>
                </a:solidFill>
                <a:latin typeface="Trebuchet MS"/>
                <a:cs typeface="Trebuchet MS"/>
              </a:rPr>
              <a:t>Real-</a:t>
            </a:r>
            <a:r>
              <a:rPr sz="3200" spc="80" dirty="0">
                <a:solidFill>
                  <a:srgbClr val="FFFFFF"/>
                </a:solidFill>
                <a:latin typeface="Trebuchet MS"/>
                <a:cs typeface="Trebuchet MS"/>
              </a:rPr>
              <a:t>World</a:t>
            </a:r>
            <a:r>
              <a:rPr sz="3200" spc="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Inventory</a:t>
            </a:r>
            <a:r>
              <a:rPr sz="3200" spc="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200" spc="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3200" spc="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India’s</a:t>
            </a:r>
            <a:r>
              <a:rPr sz="3200" spc="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245" dirty="0">
                <a:solidFill>
                  <a:srgbClr val="FFFFFF"/>
                </a:solidFill>
                <a:latin typeface="Trebuchet MS"/>
                <a:cs typeface="Trebuchet MS"/>
              </a:rPr>
              <a:t>Quick-</a:t>
            </a:r>
            <a:r>
              <a:rPr sz="3200" spc="80" dirty="0">
                <a:solidFill>
                  <a:srgbClr val="FFFFFF"/>
                </a:solidFill>
                <a:latin typeface="Trebuchet MS"/>
                <a:cs typeface="Trebuchet MS"/>
              </a:rPr>
              <a:t>Commerce</a:t>
            </a:r>
            <a:r>
              <a:rPr sz="3200" spc="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Leader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2536825"/>
            </a:xfrm>
            <a:custGeom>
              <a:avLst/>
              <a:gdLst/>
              <a:ahLst/>
              <a:cxnLst/>
              <a:rect l="l" t="t" r="r" b="b"/>
              <a:pathLst>
                <a:path w="18288000" h="2536825">
                  <a:moveTo>
                    <a:pt x="0" y="2536674"/>
                  </a:moveTo>
                  <a:lnTo>
                    <a:pt x="18287998" y="2536674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2536674"/>
                  </a:lnTo>
                  <a:close/>
                </a:path>
              </a:pathLst>
            </a:custGeom>
            <a:solidFill>
              <a:srgbClr val="7209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36675"/>
              <a:ext cx="18287999" cy="77503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8215" y="4965207"/>
              <a:ext cx="4292600" cy="4279900"/>
            </a:xfrm>
            <a:custGeom>
              <a:avLst/>
              <a:gdLst/>
              <a:ahLst/>
              <a:cxnLst/>
              <a:rect l="l" t="t" r="r" b="b"/>
              <a:pathLst>
                <a:path w="4292600" h="4279900">
                  <a:moveTo>
                    <a:pt x="341027" y="50800"/>
                  </a:moveTo>
                  <a:lnTo>
                    <a:pt x="267924" y="50800"/>
                  </a:lnTo>
                  <a:lnTo>
                    <a:pt x="265726" y="38100"/>
                  </a:lnTo>
                  <a:lnTo>
                    <a:pt x="268783" y="12700"/>
                  </a:lnTo>
                  <a:lnTo>
                    <a:pt x="277108" y="0"/>
                  </a:lnTo>
                  <a:lnTo>
                    <a:pt x="331842" y="0"/>
                  </a:lnTo>
                  <a:lnTo>
                    <a:pt x="340168" y="12700"/>
                  </a:lnTo>
                  <a:lnTo>
                    <a:pt x="343225" y="38100"/>
                  </a:lnTo>
                  <a:lnTo>
                    <a:pt x="341027" y="50800"/>
                  </a:lnTo>
                  <a:close/>
                </a:path>
                <a:path w="4292600" h="4279900">
                  <a:moveTo>
                    <a:pt x="314163" y="2794000"/>
                  </a:moveTo>
                  <a:lnTo>
                    <a:pt x="294788" y="2794000"/>
                  </a:lnTo>
                  <a:lnTo>
                    <a:pt x="294788" y="76200"/>
                  </a:lnTo>
                  <a:lnTo>
                    <a:pt x="283218" y="63500"/>
                  </a:lnTo>
                  <a:lnTo>
                    <a:pt x="274008" y="50800"/>
                  </a:lnTo>
                  <a:lnTo>
                    <a:pt x="334942" y="50800"/>
                  </a:lnTo>
                  <a:lnTo>
                    <a:pt x="325733" y="63500"/>
                  </a:lnTo>
                  <a:lnTo>
                    <a:pt x="314163" y="76200"/>
                  </a:lnTo>
                  <a:lnTo>
                    <a:pt x="314163" y="2794000"/>
                  </a:lnTo>
                  <a:close/>
                </a:path>
                <a:path w="4292600" h="4279900">
                  <a:moveTo>
                    <a:pt x="910376" y="876300"/>
                  </a:moveTo>
                  <a:lnTo>
                    <a:pt x="849442" y="876300"/>
                  </a:lnTo>
                  <a:lnTo>
                    <a:pt x="843357" y="863600"/>
                  </a:lnTo>
                  <a:lnTo>
                    <a:pt x="841159" y="850900"/>
                  </a:lnTo>
                  <a:lnTo>
                    <a:pt x="844217" y="838200"/>
                  </a:lnTo>
                  <a:lnTo>
                    <a:pt x="852542" y="825500"/>
                  </a:lnTo>
                  <a:lnTo>
                    <a:pt x="864863" y="812800"/>
                  </a:lnTo>
                  <a:lnTo>
                    <a:pt x="894955" y="812800"/>
                  </a:lnTo>
                  <a:lnTo>
                    <a:pt x="907276" y="825500"/>
                  </a:lnTo>
                  <a:lnTo>
                    <a:pt x="915601" y="838200"/>
                  </a:lnTo>
                  <a:lnTo>
                    <a:pt x="918659" y="850900"/>
                  </a:lnTo>
                  <a:lnTo>
                    <a:pt x="916461" y="863600"/>
                  </a:lnTo>
                  <a:lnTo>
                    <a:pt x="910376" y="876300"/>
                  </a:lnTo>
                  <a:close/>
                </a:path>
                <a:path w="4292600" h="4279900">
                  <a:moveTo>
                    <a:pt x="611125" y="1663700"/>
                  </a:moveTo>
                  <a:lnTo>
                    <a:pt x="584733" y="1663700"/>
                  </a:lnTo>
                  <a:lnTo>
                    <a:pt x="870221" y="1384300"/>
                  </a:lnTo>
                  <a:lnTo>
                    <a:pt x="870221" y="889000"/>
                  </a:lnTo>
                  <a:lnTo>
                    <a:pt x="858651" y="876300"/>
                  </a:lnTo>
                  <a:lnTo>
                    <a:pt x="901167" y="876300"/>
                  </a:lnTo>
                  <a:lnTo>
                    <a:pt x="889596" y="889000"/>
                  </a:lnTo>
                  <a:lnTo>
                    <a:pt x="889596" y="1384300"/>
                  </a:lnTo>
                  <a:lnTo>
                    <a:pt x="889112" y="1384300"/>
                  </a:lnTo>
                  <a:lnTo>
                    <a:pt x="611125" y="1663700"/>
                  </a:lnTo>
                  <a:close/>
                </a:path>
                <a:path w="4292600" h="4279900">
                  <a:moveTo>
                    <a:pt x="592289" y="1752600"/>
                  </a:moveTo>
                  <a:lnTo>
                    <a:pt x="511399" y="1752600"/>
                  </a:lnTo>
                  <a:lnTo>
                    <a:pt x="498866" y="1739900"/>
                  </a:lnTo>
                  <a:lnTo>
                    <a:pt x="494688" y="1714500"/>
                  </a:lnTo>
                  <a:lnTo>
                    <a:pt x="498866" y="1689100"/>
                  </a:lnTo>
                  <a:lnTo>
                    <a:pt x="511399" y="1676400"/>
                  </a:lnTo>
                  <a:lnTo>
                    <a:pt x="528279" y="1663700"/>
                  </a:lnTo>
                  <a:lnTo>
                    <a:pt x="547267" y="1651000"/>
                  </a:lnTo>
                  <a:lnTo>
                    <a:pt x="566654" y="1651000"/>
                  </a:lnTo>
                  <a:lnTo>
                    <a:pt x="584733" y="1663700"/>
                  </a:lnTo>
                  <a:lnTo>
                    <a:pt x="611125" y="1663700"/>
                  </a:lnTo>
                  <a:lnTo>
                    <a:pt x="598489" y="1676400"/>
                  </a:lnTo>
                  <a:lnTo>
                    <a:pt x="607043" y="1701800"/>
                  </a:lnTo>
                  <a:lnTo>
                    <a:pt x="608867" y="1714500"/>
                  </a:lnTo>
                  <a:lnTo>
                    <a:pt x="603952" y="1739900"/>
                  </a:lnTo>
                  <a:lnTo>
                    <a:pt x="592289" y="1752600"/>
                  </a:lnTo>
                  <a:close/>
                </a:path>
                <a:path w="4292600" h="4279900">
                  <a:moveTo>
                    <a:pt x="577806" y="1765300"/>
                  </a:moveTo>
                  <a:lnTo>
                    <a:pt x="525882" y="1765300"/>
                  </a:lnTo>
                  <a:lnTo>
                    <a:pt x="518350" y="1752600"/>
                  </a:lnTo>
                  <a:lnTo>
                    <a:pt x="585338" y="1752600"/>
                  </a:lnTo>
                  <a:lnTo>
                    <a:pt x="577806" y="1765300"/>
                  </a:lnTo>
                  <a:close/>
                </a:path>
                <a:path w="4292600" h="4279900">
                  <a:moveTo>
                    <a:pt x="66843" y="4178300"/>
                  </a:moveTo>
                  <a:lnTo>
                    <a:pt x="47371" y="4178300"/>
                  </a:lnTo>
                  <a:lnTo>
                    <a:pt x="47371" y="3352800"/>
                  </a:lnTo>
                  <a:lnTo>
                    <a:pt x="47855" y="3352800"/>
                  </a:lnTo>
                  <a:lnTo>
                    <a:pt x="48630" y="3340100"/>
                  </a:lnTo>
                  <a:lnTo>
                    <a:pt x="51343" y="3340100"/>
                  </a:lnTo>
                  <a:lnTo>
                    <a:pt x="542108" y="2921000"/>
                  </a:lnTo>
                  <a:lnTo>
                    <a:pt x="542108" y="1765300"/>
                  </a:lnTo>
                  <a:lnTo>
                    <a:pt x="561580" y="1765300"/>
                  </a:lnTo>
                  <a:lnTo>
                    <a:pt x="561677" y="2933700"/>
                  </a:lnTo>
                  <a:lnTo>
                    <a:pt x="558189" y="2933700"/>
                  </a:lnTo>
                  <a:lnTo>
                    <a:pt x="66843" y="3352800"/>
                  </a:lnTo>
                  <a:lnTo>
                    <a:pt x="66843" y="4178300"/>
                  </a:lnTo>
                  <a:close/>
                </a:path>
                <a:path w="4292600" h="4279900">
                  <a:moveTo>
                    <a:pt x="838392" y="1930400"/>
                  </a:moveTo>
                  <a:lnTo>
                    <a:pt x="795876" y="1930400"/>
                  </a:lnTo>
                  <a:lnTo>
                    <a:pt x="786667" y="1917700"/>
                  </a:lnTo>
                  <a:lnTo>
                    <a:pt x="780582" y="1905000"/>
                  </a:lnTo>
                  <a:lnTo>
                    <a:pt x="778384" y="1892300"/>
                  </a:lnTo>
                  <a:lnTo>
                    <a:pt x="781442" y="1879600"/>
                  </a:lnTo>
                  <a:lnTo>
                    <a:pt x="789767" y="1866900"/>
                  </a:lnTo>
                  <a:lnTo>
                    <a:pt x="802088" y="1854200"/>
                  </a:lnTo>
                  <a:lnTo>
                    <a:pt x="832180" y="1854200"/>
                  </a:lnTo>
                  <a:lnTo>
                    <a:pt x="844501" y="1866900"/>
                  </a:lnTo>
                  <a:lnTo>
                    <a:pt x="852826" y="1879600"/>
                  </a:lnTo>
                  <a:lnTo>
                    <a:pt x="855884" y="1892300"/>
                  </a:lnTo>
                  <a:lnTo>
                    <a:pt x="853686" y="1905000"/>
                  </a:lnTo>
                  <a:lnTo>
                    <a:pt x="847601" y="1917700"/>
                  </a:lnTo>
                  <a:lnTo>
                    <a:pt x="838392" y="1930400"/>
                  </a:lnTo>
                  <a:close/>
                </a:path>
                <a:path w="4292600" h="4279900">
                  <a:moveTo>
                    <a:pt x="857240" y="2349500"/>
                  </a:moveTo>
                  <a:lnTo>
                    <a:pt x="811031" y="2349500"/>
                  </a:lnTo>
                  <a:lnTo>
                    <a:pt x="808125" y="2336800"/>
                  </a:lnTo>
                  <a:lnTo>
                    <a:pt x="807447" y="2336800"/>
                  </a:lnTo>
                  <a:lnTo>
                    <a:pt x="807447" y="1930400"/>
                  </a:lnTo>
                  <a:lnTo>
                    <a:pt x="826822" y="1930400"/>
                  </a:lnTo>
                  <a:lnTo>
                    <a:pt x="826822" y="2336800"/>
                  </a:lnTo>
                  <a:lnTo>
                    <a:pt x="857240" y="2349500"/>
                  </a:lnTo>
                  <a:close/>
                </a:path>
                <a:path w="4292600" h="4279900">
                  <a:moveTo>
                    <a:pt x="1026413" y="2006600"/>
                  </a:moveTo>
                  <a:lnTo>
                    <a:pt x="996321" y="2006600"/>
                  </a:lnTo>
                  <a:lnTo>
                    <a:pt x="1011367" y="1993900"/>
                  </a:lnTo>
                  <a:lnTo>
                    <a:pt x="1026413" y="2006600"/>
                  </a:lnTo>
                  <a:close/>
                </a:path>
                <a:path w="4292600" h="4279900">
                  <a:moveTo>
                    <a:pt x="1032625" y="2070100"/>
                  </a:moveTo>
                  <a:lnTo>
                    <a:pt x="990109" y="2070100"/>
                  </a:lnTo>
                  <a:lnTo>
                    <a:pt x="980900" y="2057400"/>
                  </a:lnTo>
                  <a:lnTo>
                    <a:pt x="974815" y="2044700"/>
                  </a:lnTo>
                  <a:lnTo>
                    <a:pt x="972617" y="2032000"/>
                  </a:lnTo>
                  <a:lnTo>
                    <a:pt x="975675" y="2019300"/>
                  </a:lnTo>
                  <a:lnTo>
                    <a:pt x="984000" y="2006600"/>
                  </a:lnTo>
                  <a:lnTo>
                    <a:pt x="1038734" y="2006600"/>
                  </a:lnTo>
                  <a:lnTo>
                    <a:pt x="1047059" y="2019300"/>
                  </a:lnTo>
                  <a:lnTo>
                    <a:pt x="1050117" y="2032000"/>
                  </a:lnTo>
                  <a:lnTo>
                    <a:pt x="1047919" y="2044700"/>
                  </a:lnTo>
                  <a:lnTo>
                    <a:pt x="1041834" y="2057400"/>
                  </a:lnTo>
                  <a:lnTo>
                    <a:pt x="1032625" y="2070100"/>
                  </a:lnTo>
                  <a:close/>
                </a:path>
                <a:path w="4292600" h="4279900">
                  <a:moveTo>
                    <a:pt x="1194072" y="4076700"/>
                  </a:moveTo>
                  <a:lnTo>
                    <a:pt x="551892" y="4076700"/>
                  </a:lnTo>
                  <a:lnTo>
                    <a:pt x="382556" y="3911600"/>
                  </a:lnTo>
                  <a:lnTo>
                    <a:pt x="381781" y="3911600"/>
                  </a:lnTo>
                  <a:lnTo>
                    <a:pt x="380425" y="3898900"/>
                  </a:lnTo>
                  <a:lnTo>
                    <a:pt x="380231" y="3898900"/>
                  </a:lnTo>
                  <a:lnTo>
                    <a:pt x="380231" y="3429000"/>
                  </a:lnTo>
                  <a:lnTo>
                    <a:pt x="380716" y="3429000"/>
                  </a:lnTo>
                  <a:lnTo>
                    <a:pt x="381490" y="3416300"/>
                  </a:lnTo>
                  <a:lnTo>
                    <a:pt x="384009" y="3416300"/>
                  </a:lnTo>
                  <a:lnTo>
                    <a:pt x="1001680" y="2857500"/>
                  </a:lnTo>
                  <a:lnTo>
                    <a:pt x="1001680" y="2070100"/>
                  </a:lnTo>
                  <a:lnTo>
                    <a:pt x="1021055" y="2070100"/>
                  </a:lnTo>
                  <a:lnTo>
                    <a:pt x="1021055" y="2857500"/>
                  </a:lnTo>
                  <a:lnTo>
                    <a:pt x="1020280" y="2857500"/>
                  </a:lnTo>
                  <a:lnTo>
                    <a:pt x="1017858" y="2870200"/>
                  </a:lnTo>
                  <a:lnTo>
                    <a:pt x="399606" y="3429000"/>
                  </a:lnTo>
                  <a:lnTo>
                    <a:pt x="399606" y="3898900"/>
                  </a:lnTo>
                  <a:lnTo>
                    <a:pt x="560999" y="4064000"/>
                  </a:lnTo>
                  <a:lnTo>
                    <a:pt x="1206795" y="4064000"/>
                  </a:lnTo>
                  <a:lnTo>
                    <a:pt x="1194072" y="4076700"/>
                  </a:lnTo>
                  <a:close/>
                </a:path>
                <a:path w="4292600" h="4279900">
                  <a:moveTo>
                    <a:pt x="915873" y="2438400"/>
                  </a:moveTo>
                  <a:lnTo>
                    <a:pt x="872546" y="2438400"/>
                  </a:lnTo>
                  <a:lnTo>
                    <a:pt x="856980" y="2425700"/>
                  </a:lnTo>
                  <a:lnTo>
                    <a:pt x="847335" y="2400300"/>
                  </a:lnTo>
                  <a:lnTo>
                    <a:pt x="844047" y="2387600"/>
                  </a:lnTo>
                  <a:lnTo>
                    <a:pt x="847553" y="2362200"/>
                  </a:lnTo>
                  <a:lnTo>
                    <a:pt x="811612" y="2349500"/>
                  </a:lnTo>
                  <a:lnTo>
                    <a:pt x="857240" y="2349500"/>
                  </a:lnTo>
                  <a:lnTo>
                    <a:pt x="872513" y="2336800"/>
                  </a:lnTo>
                  <a:lnTo>
                    <a:pt x="890856" y="2324100"/>
                  </a:lnTo>
                  <a:lnTo>
                    <a:pt x="910506" y="2324100"/>
                  </a:lnTo>
                  <a:lnTo>
                    <a:pt x="929702" y="2336800"/>
                  </a:lnTo>
                  <a:lnTo>
                    <a:pt x="946704" y="2349500"/>
                  </a:lnTo>
                  <a:lnTo>
                    <a:pt x="956294" y="2374900"/>
                  </a:lnTo>
                  <a:lnTo>
                    <a:pt x="957820" y="2387600"/>
                  </a:lnTo>
                  <a:lnTo>
                    <a:pt x="950627" y="2413000"/>
                  </a:lnTo>
                  <a:lnTo>
                    <a:pt x="935539" y="2425700"/>
                  </a:lnTo>
                  <a:lnTo>
                    <a:pt x="915873" y="2438400"/>
                  </a:lnTo>
                  <a:close/>
                </a:path>
                <a:path w="4292600" h="4279900">
                  <a:moveTo>
                    <a:pt x="1267061" y="2603500"/>
                  </a:moveTo>
                  <a:lnTo>
                    <a:pt x="1224545" y="2603500"/>
                  </a:lnTo>
                  <a:lnTo>
                    <a:pt x="1215336" y="2590800"/>
                  </a:lnTo>
                  <a:lnTo>
                    <a:pt x="1209251" y="2578100"/>
                  </a:lnTo>
                  <a:lnTo>
                    <a:pt x="1207053" y="2565400"/>
                  </a:lnTo>
                  <a:lnTo>
                    <a:pt x="1210111" y="2552700"/>
                  </a:lnTo>
                  <a:lnTo>
                    <a:pt x="1218436" y="2540000"/>
                  </a:lnTo>
                  <a:lnTo>
                    <a:pt x="1230757" y="2527300"/>
                  </a:lnTo>
                  <a:lnTo>
                    <a:pt x="1260849" y="2527300"/>
                  </a:lnTo>
                  <a:lnTo>
                    <a:pt x="1273170" y="2540000"/>
                  </a:lnTo>
                  <a:lnTo>
                    <a:pt x="1281495" y="2552700"/>
                  </a:lnTo>
                  <a:lnTo>
                    <a:pt x="1284553" y="2565400"/>
                  </a:lnTo>
                  <a:lnTo>
                    <a:pt x="1282355" y="2578100"/>
                  </a:lnTo>
                  <a:lnTo>
                    <a:pt x="1276270" y="2590800"/>
                  </a:lnTo>
                  <a:lnTo>
                    <a:pt x="1267061" y="2603500"/>
                  </a:lnTo>
                  <a:close/>
                </a:path>
                <a:path w="4292600" h="4279900">
                  <a:moveTo>
                    <a:pt x="628646" y="3886200"/>
                  </a:moveTo>
                  <a:lnTo>
                    <a:pt x="584220" y="3886200"/>
                  </a:lnTo>
                  <a:lnTo>
                    <a:pt x="566048" y="3873500"/>
                  </a:lnTo>
                  <a:lnTo>
                    <a:pt x="553780" y="3860800"/>
                  </a:lnTo>
                  <a:lnTo>
                    <a:pt x="549277" y="3835400"/>
                  </a:lnTo>
                  <a:lnTo>
                    <a:pt x="552905" y="3810000"/>
                  </a:lnTo>
                  <a:lnTo>
                    <a:pt x="562900" y="3797300"/>
                  </a:lnTo>
                  <a:lnTo>
                    <a:pt x="577926" y="3784600"/>
                  </a:lnTo>
                  <a:lnTo>
                    <a:pt x="596648" y="3771900"/>
                  </a:lnTo>
                  <a:lnTo>
                    <a:pt x="596648" y="3492500"/>
                  </a:lnTo>
                  <a:lnTo>
                    <a:pt x="597133" y="3492500"/>
                  </a:lnTo>
                  <a:lnTo>
                    <a:pt x="597811" y="3479800"/>
                  </a:lnTo>
                  <a:lnTo>
                    <a:pt x="600039" y="3479800"/>
                  </a:lnTo>
                  <a:lnTo>
                    <a:pt x="1236116" y="2844800"/>
                  </a:lnTo>
                  <a:lnTo>
                    <a:pt x="1236116" y="2603500"/>
                  </a:lnTo>
                  <a:lnTo>
                    <a:pt x="1255491" y="2603500"/>
                  </a:lnTo>
                  <a:lnTo>
                    <a:pt x="1255491" y="2844800"/>
                  </a:lnTo>
                  <a:lnTo>
                    <a:pt x="1255781" y="2857500"/>
                  </a:lnTo>
                  <a:lnTo>
                    <a:pt x="1255006" y="2857500"/>
                  </a:lnTo>
                  <a:lnTo>
                    <a:pt x="616120" y="3492500"/>
                  </a:lnTo>
                  <a:lnTo>
                    <a:pt x="616120" y="3771900"/>
                  </a:lnTo>
                  <a:lnTo>
                    <a:pt x="634899" y="3784600"/>
                  </a:lnTo>
                  <a:lnTo>
                    <a:pt x="649954" y="3797300"/>
                  </a:lnTo>
                  <a:lnTo>
                    <a:pt x="659959" y="3810000"/>
                  </a:lnTo>
                  <a:lnTo>
                    <a:pt x="663589" y="3835400"/>
                  </a:lnTo>
                  <a:lnTo>
                    <a:pt x="659085" y="3860800"/>
                  </a:lnTo>
                  <a:lnTo>
                    <a:pt x="646817" y="3873500"/>
                  </a:lnTo>
                  <a:lnTo>
                    <a:pt x="628646" y="3886200"/>
                  </a:lnTo>
                  <a:close/>
                </a:path>
                <a:path w="4292600" h="4279900">
                  <a:moveTo>
                    <a:pt x="304475" y="2908300"/>
                  </a:moveTo>
                  <a:lnTo>
                    <a:pt x="282262" y="2895600"/>
                  </a:lnTo>
                  <a:lnTo>
                    <a:pt x="264091" y="2882900"/>
                  </a:lnTo>
                  <a:lnTo>
                    <a:pt x="251823" y="2870200"/>
                  </a:lnTo>
                  <a:lnTo>
                    <a:pt x="247320" y="2844800"/>
                  </a:lnTo>
                  <a:lnTo>
                    <a:pt x="250963" y="2832100"/>
                  </a:lnTo>
                  <a:lnTo>
                    <a:pt x="260991" y="2806700"/>
                  </a:lnTo>
                  <a:lnTo>
                    <a:pt x="276050" y="2794000"/>
                  </a:lnTo>
                  <a:lnTo>
                    <a:pt x="332941" y="2794000"/>
                  </a:lnTo>
                  <a:lnTo>
                    <a:pt x="347996" y="2806700"/>
                  </a:lnTo>
                  <a:lnTo>
                    <a:pt x="358002" y="2832100"/>
                  </a:lnTo>
                  <a:lnTo>
                    <a:pt x="361631" y="2844800"/>
                  </a:lnTo>
                  <a:lnTo>
                    <a:pt x="357128" y="2870200"/>
                  </a:lnTo>
                  <a:lnTo>
                    <a:pt x="344860" y="2882900"/>
                  </a:lnTo>
                  <a:lnTo>
                    <a:pt x="326688" y="2895600"/>
                  </a:lnTo>
                  <a:lnTo>
                    <a:pt x="304475" y="2908300"/>
                  </a:lnTo>
                  <a:close/>
                </a:path>
                <a:path w="4292600" h="4279900">
                  <a:moveTo>
                    <a:pt x="1149467" y="3886200"/>
                  </a:moveTo>
                  <a:lnTo>
                    <a:pt x="1125388" y="3886200"/>
                  </a:lnTo>
                  <a:lnTo>
                    <a:pt x="1470358" y="3543300"/>
                  </a:lnTo>
                  <a:lnTo>
                    <a:pt x="1470842" y="3530600"/>
                  </a:lnTo>
                  <a:lnTo>
                    <a:pt x="1949304" y="3530600"/>
                  </a:lnTo>
                  <a:lnTo>
                    <a:pt x="2053735" y="3352800"/>
                  </a:lnTo>
                  <a:lnTo>
                    <a:pt x="2817008" y="3352800"/>
                  </a:lnTo>
                  <a:lnTo>
                    <a:pt x="2820383" y="3340100"/>
                  </a:lnTo>
                  <a:lnTo>
                    <a:pt x="2826211" y="3327400"/>
                  </a:lnTo>
                  <a:lnTo>
                    <a:pt x="2834363" y="3314700"/>
                  </a:lnTo>
                  <a:lnTo>
                    <a:pt x="2844714" y="3314700"/>
                  </a:lnTo>
                  <a:lnTo>
                    <a:pt x="2866273" y="3302000"/>
                  </a:lnTo>
                  <a:lnTo>
                    <a:pt x="2888077" y="3302000"/>
                  </a:lnTo>
                  <a:lnTo>
                    <a:pt x="2907720" y="3314700"/>
                  </a:lnTo>
                  <a:lnTo>
                    <a:pt x="2922794" y="3327400"/>
                  </a:lnTo>
                  <a:lnTo>
                    <a:pt x="2929688" y="3352800"/>
                  </a:lnTo>
                  <a:lnTo>
                    <a:pt x="2929479" y="3365500"/>
                  </a:lnTo>
                  <a:lnTo>
                    <a:pt x="2067685" y="3365500"/>
                  </a:lnTo>
                  <a:lnTo>
                    <a:pt x="1963254" y="3543300"/>
                  </a:lnTo>
                  <a:lnTo>
                    <a:pt x="1961704" y="3556000"/>
                  </a:lnTo>
                  <a:lnTo>
                    <a:pt x="1480820" y="3556000"/>
                  </a:lnTo>
                  <a:lnTo>
                    <a:pt x="1149467" y="3886200"/>
                  </a:lnTo>
                  <a:close/>
                </a:path>
                <a:path w="4292600" h="4279900">
                  <a:moveTo>
                    <a:pt x="3632931" y="3683000"/>
                  </a:moveTo>
                  <a:lnTo>
                    <a:pt x="3581733" y="3683000"/>
                  </a:lnTo>
                  <a:lnTo>
                    <a:pt x="3573251" y="3670300"/>
                  </a:lnTo>
                  <a:lnTo>
                    <a:pt x="3568074" y="3657600"/>
                  </a:lnTo>
                  <a:lnTo>
                    <a:pt x="3032940" y="3657600"/>
                  </a:lnTo>
                  <a:lnTo>
                    <a:pt x="2893054" y="3416300"/>
                  </a:lnTo>
                  <a:lnTo>
                    <a:pt x="2854171" y="3416300"/>
                  </a:lnTo>
                  <a:lnTo>
                    <a:pt x="2837050" y="3403600"/>
                  </a:lnTo>
                  <a:lnTo>
                    <a:pt x="2823789" y="3390900"/>
                  </a:lnTo>
                  <a:lnTo>
                    <a:pt x="2820301" y="3378200"/>
                  </a:lnTo>
                  <a:lnTo>
                    <a:pt x="2817976" y="3378200"/>
                  </a:lnTo>
                  <a:lnTo>
                    <a:pt x="2816911" y="3365500"/>
                  </a:lnTo>
                  <a:lnTo>
                    <a:pt x="2929479" y="3365500"/>
                  </a:lnTo>
                  <a:lnTo>
                    <a:pt x="2922658" y="3390900"/>
                  </a:lnTo>
                  <a:lnTo>
                    <a:pt x="2909716" y="3403600"/>
                  </a:lnTo>
                  <a:lnTo>
                    <a:pt x="3046890" y="3644900"/>
                  </a:lnTo>
                  <a:lnTo>
                    <a:pt x="3644314" y="3644900"/>
                  </a:lnTo>
                  <a:lnTo>
                    <a:pt x="3641256" y="3670300"/>
                  </a:lnTo>
                  <a:lnTo>
                    <a:pt x="3632931" y="3683000"/>
                  </a:lnTo>
                  <a:close/>
                </a:path>
                <a:path w="4292600" h="4279900">
                  <a:moveTo>
                    <a:pt x="1136723" y="3898900"/>
                  </a:moveTo>
                  <a:lnTo>
                    <a:pt x="805800" y="3898900"/>
                  </a:lnTo>
                  <a:lnTo>
                    <a:pt x="805800" y="3594100"/>
                  </a:lnTo>
                  <a:lnTo>
                    <a:pt x="787022" y="3581400"/>
                  </a:lnTo>
                  <a:lnTo>
                    <a:pt x="771967" y="3568700"/>
                  </a:lnTo>
                  <a:lnTo>
                    <a:pt x="761961" y="3556000"/>
                  </a:lnTo>
                  <a:lnTo>
                    <a:pt x="758332" y="3543300"/>
                  </a:lnTo>
                  <a:lnTo>
                    <a:pt x="762835" y="3517900"/>
                  </a:lnTo>
                  <a:lnTo>
                    <a:pt x="775103" y="3492500"/>
                  </a:lnTo>
                  <a:lnTo>
                    <a:pt x="793274" y="3479800"/>
                  </a:lnTo>
                  <a:lnTo>
                    <a:pt x="837700" y="3479800"/>
                  </a:lnTo>
                  <a:lnTo>
                    <a:pt x="855872" y="3492500"/>
                  </a:lnTo>
                  <a:lnTo>
                    <a:pt x="868140" y="3517900"/>
                  </a:lnTo>
                  <a:lnTo>
                    <a:pt x="872643" y="3543300"/>
                  </a:lnTo>
                  <a:lnTo>
                    <a:pt x="869014" y="3556000"/>
                  </a:lnTo>
                  <a:lnTo>
                    <a:pt x="859008" y="3568700"/>
                  </a:lnTo>
                  <a:lnTo>
                    <a:pt x="843953" y="3581400"/>
                  </a:lnTo>
                  <a:lnTo>
                    <a:pt x="825175" y="3594100"/>
                  </a:lnTo>
                  <a:lnTo>
                    <a:pt x="825175" y="3886200"/>
                  </a:lnTo>
                  <a:lnTo>
                    <a:pt x="1149467" y="3886200"/>
                  </a:lnTo>
                  <a:lnTo>
                    <a:pt x="1136723" y="3898900"/>
                  </a:lnTo>
                  <a:close/>
                </a:path>
                <a:path w="4292600" h="4279900">
                  <a:moveTo>
                    <a:pt x="3620610" y="3619500"/>
                  </a:moveTo>
                  <a:lnTo>
                    <a:pt x="3592704" y="3619500"/>
                  </a:lnTo>
                  <a:lnTo>
                    <a:pt x="3605564" y="3606800"/>
                  </a:lnTo>
                  <a:lnTo>
                    <a:pt x="3620610" y="3619500"/>
                  </a:lnTo>
                  <a:close/>
                </a:path>
                <a:path w="4292600" h="4279900">
                  <a:moveTo>
                    <a:pt x="1575660" y="4241800"/>
                  </a:moveTo>
                  <a:lnTo>
                    <a:pt x="410068" y="4241800"/>
                  </a:lnTo>
                  <a:lnTo>
                    <a:pt x="201886" y="4038600"/>
                  </a:lnTo>
                  <a:lnTo>
                    <a:pt x="199948" y="4025900"/>
                  </a:lnTo>
                  <a:lnTo>
                    <a:pt x="198592" y="4025900"/>
                  </a:lnTo>
                  <a:lnTo>
                    <a:pt x="198592" y="3733800"/>
                  </a:lnTo>
                  <a:lnTo>
                    <a:pt x="179813" y="3721100"/>
                  </a:lnTo>
                  <a:lnTo>
                    <a:pt x="164758" y="3708400"/>
                  </a:lnTo>
                  <a:lnTo>
                    <a:pt x="154753" y="3695700"/>
                  </a:lnTo>
                  <a:lnTo>
                    <a:pt x="151123" y="3683000"/>
                  </a:lnTo>
                  <a:lnTo>
                    <a:pt x="155627" y="3657600"/>
                  </a:lnTo>
                  <a:lnTo>
                    <a:pt x="167895" y="3632200"/>
                  </a:lnTo>
                  <a:lnTo>
                    <a:pt x="186066" y="3619500"/>
                  </a:lnTo>
                  <a:lnTo>
                    <a:pt x="230492" y="3619500"/>
                  </a:lnTo>
                  <a:lnTo>
                    <a:pt x="248664" y="3632200"/>
                  </a:lnTo>
                  <a:lnTo>
                    <a:pt x="260932" y="3657600"/>
                  </a:lnTo>
                  <a:lnTo>
                    <a:pt x="265435" y="3683000"/>
                  </a:lnTo>
                  <a:lnTo>
                    <a:pt x="261805" y="3695700"/>
                  </a:lnTo>
                  <a:lnTo>
                    <a:pt x="251800" y="3708400"/>
                  </a:lnTo>
                  <a:lnTo>
                    <a:pt x="236745" y="3721100"/>
                  </a:lnTo>
                  <a:lnTo>
                    <a:pt x="217967" y="3733800"/>
                  </a:lnTo>
                  <a:lnTo>
                    <a:pt x="217967" y="4025900"/>
                  </a:lnTo>
                  <a:lnTo>
                    <a:pt x="418593" y="4216400"/>
                  </a:lnTo>
                  <a:lnTo>
                    <a:pt x="1600854" y="4216400"/>
                  </a:lnTo>
                  <a:lnTo>
                    <a:pt x="1575660" y="4241800"/>
                  </a:lnTo>
                  <a:close/>
                </a:path>
                <a:path w="4292600" h="4279900">
                  <a:moveTo>
                    <a:pt x="3644314" y="3644900"/>
                  </a:moveTo>
                  <a:lnTo>
                    <a:pt x="3568074" y="3644900"/>
                  </a:lnTo>
                  <a:lnTo>
                    <a:pt x="3573196" y="3632200"/>
                  </a:lnTo>
                  <a:lnTo>
                    <a:pt x="3581660" y="3619500"/>
                  </a:lnTo>
                  <a:lnTo>
                    <a:pt x="3632931" y="3619500"/>
                  </a:lnTo>
                  <a:lnTo>
                    <a:pt x="3641256" y="3632200"/>
                  </a:lnTo>
                  <a:lnTo>
                    <a:pt x="3644314" y="3644900"/>
                  </a:lnTo>
                  <a:close/>
                </a:path>
                <a:path w="4292600" h="4279900">
                  <a:moveTo>
                    <a:pt x="1206795" y="4064000"/>
                  </a:moveTo>
                  <a:lnTo>
                    <a:pt x="1183513" y="4064000"/>
                  </a:lnTo>
                  <a:lnTo>
                    <a:pt x="1528289" y="3708400"/>
                  </a:lnTo>
                  <a:lnTo>
                    <a:pt x="2302508" y="3708400"/>
                  </a:lnTo>
                  <a:lnTo>
                    <a:pt x="2309315" y="3695700"/>
                  </a:lnTo>
                  <a:lnTo>
                    <a:pt x="2321871" y="3683000"/>
                  </a:lnTo>
                  <a:lnTo>
                    <a:pt x="2338841" y="3670300"/>
                  </a:lnTo>
                  <a:lnTo>
                    <a:pt x="2381102" y="3670300"/>
                  </a:lnTo>
                  <a:lnTo>
                    <a:pt x="2399274" y="3683000"/>
                  </a:lnTo>
                  <a:lnTo>
                    <a:pt x="2411542" y="3695700"/>
                  </a:lnTo>
                  <a:lnTo>
                    <a:pt x="2416045" y="3721100"/>
                  </a:lnTo>
                  <a:lnTo>
                    <a:pt x="2413793" y="3733800"/>
                  </a:lnTo>
                  <a:lnTo>
                    <a:pt x="1537589" y="3733800"/>
                  </a:lnTo>
                  <a:lnTo>
                    <a:pt x="1206795" y="4064000"/>
                  </a:lnTo>
                  <a:close/>
                </a:path>
                <a:path w="4292600" h="4279900">
                  <a:moveTo>
                    <a:pt x="2358889" y="3784600"/>
                  </a:moveTo>
                  <a:lnTo>
                    <a:pt x="2338842" y="3771900"/>
                  </a:lnTo>
                  <a:lnTo>
                    <a:pt x="2321883" y="3771900"/>
                  </a:lnTo>
                  <a:lnTo>
                    <a:pt x="2309356" y="3746500"/>
                  </a:lnTo>
                  <a:lnTo>
                    <a:pt x="2302605" y="3733800"/>
                  </a:lnTo>
                  <a:lnTo>
                    <a:pt x="2413793" y="3733800"/>
                  </a:lnTo>
                  <a:lnTo>
                    <a:pt x="2411542" y="3746500"/>
                  </a:lnTo>
                  <a:lnTo>
                    <a:pt x="2399274" y="3759200"/>
                  </a:lnTo>
                  <a:lnTo>
                    <a:pt x="2381102" y="3771900"/>
                  </a:lnTo>
                  <a:lnTo>
                    <a:pt x="2358889" y="3784600"/>
                  </a:lnTo>
                  <a:close/>
                </a:path>
                <a:path w="4292600" h="4279900">
                  <a:moveTo>
                    <a:pt x="1600854" y="4216400"/>
                  </a:moveTo>
                  <a:lnTo>
                    <a:pt x="1564326" y="4216400"/>
                  </a:lnTo>
                  <a:lnTo>
                    <a:pt x="1918014" y="3873500"/>
                  </a:lnTo>
                  <a:lnTo>
                    <a:pt x="1918498" y="3873500"/>
                  </a:lnTo>
                  <a:lnTo>
                    <a:pt x="1921211" y="3860800"/>
                  </a:lnTo>
                  <a:lnTo>
                    <a:pt x="2942544" y="3860800"/>
                  </a:lnTo>
                  <a:lnTo>
                    <a:pt x="2951009" y="3848100"/>
                  </a:lnTo>
                  <a:lnTo>
                    <a:pt x="2962053" y="3835400"/>
                  </a:lnTo>
                  <a:lnTo>
                    <a:pt x="2989958" y="3835400"/>
                  </a:lnTo>
                  <a:lnTo>
                    <a:pt x="3002280" y="3848100"/>
                  </a:lnTo>
                  <a:lnTo>
                    <a:pt x="3010605" y="3860800"/>
                  </a:lnTo>
                  <a:lnTo>
                    <a:pt x="3013662" y="3873500"/>
                  </a:lnTo>
                  <a:lnTo>
                    <a:pt x="3010605" y="3886200"/>
                  </a:lnTo>
                  <a:lnTo>
                    <a:pt x="1928379" y="3886200"/>
                  </a:lnTo>
                  <a:lnTo>
                    <a:pt x="1600854" y="4216400"/>
                  </a:lnTo>
                  <a:close/>
                </a:path>
                <a:path w="4292600" h="4279900">
                  <a:moveTo>
                    <a:pt x="2989958" y="3911600"/>
                  </a:moveTo>
                  <a:lnTo>
                    <a:pt x="2951082" y="3911600"/>
                  </a:lnTo>
                  <a:lnTo>
                    <a:pt x="2942599" y="3898900"/>
                  </a:lnTo>
                  <a:lnTo>
                    <a:pt x="2937422" y="3886200"/>
                  </a:lnTo>
                  <a:lnTo>
                    <a:pt x="3010605" y="3886200"/>
                  </a:lnTo>
                  <a:lnTo>
                    <a:pt x="3002280" y="3898900"/>
                  </a:lnTo>
                  <a:lnTo>
                    <a:pt x="2989958" y="3911600"/>
                  </a:lnTo>
                  <a:close/>
                </a:path>
                <a:path w="4292600" h="4279900">
                  <a:moveTo>
                    <a:pt x="2013726" y="4114800"/>
                  </a:moveTo>
                  <a:lnTo>
                    <a:pt x="1991513" y="4102100"/>
                  </a:lnTo>
                  <a:lnTo>
                    <a:pt x="1973341" y="4089400"/>
                  </a:lnTo>
                  <a:lnTo>
                    <a:pt x="1961073" y="4076700"/>
                  </a:lnTo>
                  <a:lnTo>
                    <a:pt x="1956570" y="4051300"/>
                  </a:lnTo>
                  <a:lnTo>
                    <a:pt x="1961073" y="4025900"/>
                  </a:lnTo>
                  <a:lnTo>
                    <a:pt x="1973341" y="4013200"/>
                  </a:lnTo>
                  <a:lnTo>
                    <a:pt x="1991513" y="4000500"/>
                  </a:lnTo>
                  <a:lnTo>
                    <a:pt x="2033815" y="4000500"/>
                  </a:lnTo>
                  <a:lnTo>
                    <a:pt x="2050780" y="4013200"/>
                  </a:lnTo>
                  <a:lnTo>
                    <a:pt x="2063313" y="4025900"/>
                  </a:lnTo>
                  <a:lnTo>
                    <a:pt x="2070107" y="4038600"/>
                  </a:lnTo>
                  <a:lnTo>
                    <a:pt x="4289443" y="4038600"/>
                  </a:lnTo>
                  <a:lnTo>
                    <a:pt x="4292500" y="4051300"/>
                  </a:lnTo>
                  <a:lnTo>
                    <a:pt x="4289443" y="4064000"/>
                  </a:lnTo>
                  <a:lnTo>
                    <a:pt x="2070107" y="4064000"/>
                  </a:lnTo>
                  <a:lnTo>
                    <a:pt x="2063300" y="4076700"/>
                  </a:lnTo>
                  <a:lnTo>
                    <a:pt x="2050744" y="4102100"/>
                  </a:lnTo>
                  <a:lnTo>
                    <a:pt x="2033774" y="4102100"/>
                  </a:lnTo>
                  <a:lnTo>
                    <a:pt x="2013726" y="4114800"/>
                  </a:lnTo>
                  <a:close/>
                </a:path>
                <a:path w="4292600" h="4279900">
                  <a:moveTo>
                    <a:pt x="4289443" y="4038600"/>
                  </a:moveTo>
                  <a:lnTo>
                    <a:pt x="4221382" y="4038600"/>
                  </a:lnTo>
                  <a:lnTo>
                    <a:pt x="4229847" y="4025900"/>
                  </a:lnTo>
                  <a:lnTo>
                    <a:pt x="4240890" y="4013200"/>
                  </a:lnTo>
                  <a:lnTo>
                    <a:pt x="4268796" y="4013200"/>
                  </a:lnTo>
                  <a:lnTo>
                    <a:pt x="4281117" y="4025900"/>
                  </a:lnTo>
                  <a:lnTo>
                    <a:pt x="4289443" y="4038600"/>
                  </a:lnTo>
                  <a:close/>
                </a:path>
                <a:path w="4292600" h="4279900">
                  <a:moveTo>
                    <a:pt x="4268796" y="4089400"/>
                  </a:moveTo>
                  <a:lnTo>
                    <a:pt x="4229919" y="4089400"/>
                  </a:lnTo>
                  <a:lnTo>
                    <a:pt x="4221437" y="4076700"/>
                  </a:lnTo>
                  <a:lnTo>
                    <a:pt x="4216260" y="4064000"/>
                  </a:lnTo>
                  <a:lnTo>
                    <a:pt x="4289443" y="4064000"/>
                  </a:lnTo>
                  <a:lnTo>
                    <a:pt x="4281117" y="4076700"/>
                  </a:lnTo>
                  <a:lnTo>
                    <a:pt x="4268796" y="4089400"/>
                  </a:lnTo>
                  <a:close/>
                </a:path>
                <a:path w="4292600" h="4279900">
                  <a:moveTo>
                    <a:pt x="79368" y="4279900"/>
                  </a:moveTo>
                  <a:lnTo>
                    <a:pt x="34942" y="4279900"/>
                  </a:lnTo>
                  <a:lnTo>
                    <a:pt x="16771" y="4267200"/>
                  </a:lnTo>
                  <a:lnTo>
                    <a:pt x="4503" y="4254500"/>
                  </a:lnTo>
                  <a:lnTo>
                    <a:pt x="0" y="4229100"/>
                  </a:lnTo>
                  <a:lnTo>
                    <a:pt x="3628" y="4203700"/>
                  </a:lnTo>
                  <a:lnTo>
                    <a:pt x="13622" y="4191000"/>
                  </a:lnTo>
                  <a:lnTo>
                    <a:pt x="28649" y="4178300"/>
                  </a:lnTo>
                  <a:lnTo>
                    <a:pt x="85621" y="4178300"/>
                  </a:lnTo>
                  <a:lnTo>
                    <a:pt x="100676" y="4191000"/>
                  </a:lnTo>
                  <a:lnTo>
                    <a:pt x="110681" y="4203700"/>
                  </a:lnTo>
                  <a:lnTo>
                    <a:pt x="114311" y="4229100"/>
                  </a:lnTo>
                  <a:lnTo>
                    <a:pt x="109808" y="4254500"/>
                  </a:lnTo>
                  <a:lnTo>
                    <a:pt x="97540" y="4267200"/>
                  </a:lnTo>
                  <a:lnTo>
                    <a:pt x="79368" y="427990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4911" y="9593111"/>
              <a:ext cx="1290822" cy="6938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56294" y="10720"/>
              <a:ext cx="7310755" cy="7158355"/>
            </a:xfrm>
            <a:custGeom>
              <a:avLst/>
              <a:gdLst/>
              <a:ahLst/>
              <a:cxnLst/>
              <a:rect l="l" t="t" r="r" b="b"/>
              <a:pathLst>
                <a:path w="7310755" h="7158355">
                  <a:moveTo>
                    <a:pt x="1688" y="2615364"/>
                  </a:moveTo>
                  <a:lnTo>
                    <a:pt x="1134" y="2617408"/>
                  </a:lnTo>
                  <a:lnTo>
                    <a:pt x="0" y="2617101"/>
                  </a:lnTo>
                  <a:lnTo>
                    <a:pt x="553" y="2615057"/>
                  </a:lnTo>
                  <a:lnTo>
                    <a:pt x="1688" y="2615364"/>
                  </a:lnTo>
                  <a:close/>
                </a:path>
                <a:path w="7310755" h="7158355">
                  <a:moveTo>
                    <a:pt x="171746" y="3451362"/>
                  </a:moveTo>
                  <a:lnTo>
                    <a:pt x="171135" y="3453616"/>
                  </a:lnTo>
                  <a:lnTo>
                    <a:pt x="169972" y="3454283"/>
                  </a:lnTo>
                  <a:lnTo>
                    <a:pt x="167723" y="3453673"/>
                  </a:lnTo>
                  <a:lnTo>
                    <a:pt x="167056" y="3452511"/>
                  </a:lnTo>
                  <a:lnTo>
                    <a:pt x="167666" y="3450262"/>
                  </a:lnTo>
                  <a:lnTo>
                    <a:pt x="168829" y="3449595"/>
                  </a:lnTo>
                  <a:lnTo>
                    <a:pt x="171077" y="3450204"/>
                  </a:lnTo>
                  <a:lnTo>
                    <a:pt x="171746" y="3451362"/>
                  </a:lnTo>
                  <a:close/>
                </a:path>
                <a:path w="7310755" h="7158355">
                  <a:moveTo>
                    <a:pt x="273810" y="3082798"/>
                  </a:moveTo>
                  <a:lnTo>
                    <a:pt x="272589" y="3087306"/>
                  </a:lnTo>
                  <a:lnTo>
                    <a:pt x="270263" y="3088640"/>
                  </a:lnTo>
                  <a:lnTo>
                    <a:pt x="265755" y="3087418"/>
                  </a:lnTo>
                  <a:lnTo>
                    <a:pt x="264421" y="3085092"/>
                  </a:lnTo>
                  <a:lnTo>
                    <a:pt x="265643" y="3080585"/>
                  </a:lnTo>
                  <a:lnTo>
                    <a:pt x="267968" y="3079251"/>
                  </a:lnTo>
                  <a:lnTo>
                    <a:pt x="272476" y="3080472"/>
                  </a:lnTo>
                  <a:lnTo>
                    <a:pt x="273810" y="3082798"/>
                  </a:lnTo>
                  <a:close/>
                </a:path>
                <a:path w="7310755" h="7158355">
                  <a:moveTo>
                    <a:pt x="377051" y="2713943"/>
                  </a:moveTo>
                  <a:lnTo>
                    <a:pt x="374912" y="2721835"/>
                  </a:lnTo>
                  <a:lnTo>
                    <a:pt x="370846" y="2724167"/>
                  </a:lnTo>
                  <a:lnTo>
                    <a:pt x="362954" y="2722029"/>
                  </a:lnTo>
                  <a:lnTo>
                    <a:pt x="360622" y="2717962"/>
                  </a:lnTo>
                  <a:lnTo>
                    <a:pt x="362760" y="2710071"/>
                  </a:lnTo>
                  <a:lnTo>
                    <a:pt x="366827" y="2707739"/>
                  </a:lnTo>
                  <a:lnTo>
                    <a:pt x="374718" y="2709877"/>
                  </a:lnTo>
                  <a:lnTo>
                    <a:pt x="377051" y="2713943"/>
                  </a:lnTo>
                  <a:close/>
                </a:path>
                <a:path w="7310755" h="7158355">
                  <a:moveTo>
                    <a:pt x="477946" y="2345666"/>
                  </a:moveTo>
                  <a:lnTo>
                    <a:pt x="475502" y="2354682"/>
                  </a:lnTo>
                  <a:lnTo>
                    <a:pt x="470858" y="2357346"/>
                  </a:lnTo>
                  <a:lnTo>
                    <a:pt x="461842" y="2354903"/>
                  </a:lnTo>
                  <a:lnTo>
                    <a:pt x="459178" y="2350258"/>
                  </a:lnTo>
                  <a:lnTo>
                    <a:pt x="461621" y="2341242"/>
                  </a:lnTo>
                  <a:lnTo>
                    <a:pt x="466266" y="2338578"/>
                  </a:lnTo>
                  <a:lnTo>
                    <a:pt x="475282" y="2341021"/>
                  </a:lnTo>
                  <a:lnTo>
                    <a:pt x="477946" y="2345666"/>
                  </a:lnTo>
                  <a:close/>
                </a:path>
                <a:path w="7310755" h="7158355">
                  <a:moveTo>
                    <a:pt x="576492" y="1977959"/>
                  </a:moveTo>
                  <a:lnTo>
                    <a:pt x="574353" y="1985850"/>
                  </a:lnTo>
                  <a:lnTo>
                    <a:pt x="570287" y="1988183"/>
                  </a:lnTo>
                  <a:lnTo>
                    <a:pt x="562395" y="1986044"/>
                  </a:lnTo>
                  <a:lnTo>
                    <a:pt x="560063" y="1981978"/>
                  </a:lnTo>
                  <a:lnTo>
                    <a:pt x="562201" y="1974086"/>
                  </a:lnTo>
                  <a:lnTo>
                    <a:pt x="566268" y="1971754"/>
                  </a:lnTo>
                  <a:lnTo>
                    <a:pt x="574159" y="1973892"/>
                  </a:lnTo>
                  <a:lnTo>
                    <a:pt x="576492" y="1977959"/>
                  </a:lnTo>
                  <a:close/>
                </a:path>
                <a:path w="7310755" h="7158355">
                  <a:moveTo>
                    <a:pt x="673867" y="1610543"/>
                  </a:moveTo>
                  <a:lnTo>
                    <a:pt x="672340" y="1616176"/>
                  </a:lnTo>
                  <a:lnTo>
                    <a:pt x="669437" y="1617841"/>
                  </a:lnTo>
                  <a:lnTo>
                    <a:pt x="663804" y="1616315"/>
                  </a:lnTo>
                  <a:lnTo>
                    <a:pt x="662139" y="1613411"/>
                  </a:lnTo>
                  <a:lnTo>
                    <a:pt x="663665" y="1607779"/>
                  </a:lnTo>
                  <a:lnTo>
                    <a:pt x="666569" y="1606113"/>
                  </a:lnTo>
                  <a:lnTo>
                    <a:pt x="672201" y="1607640"/>
                  </a:lnTo>
                  <a:lnTo>
                    <a:pt x="673867" y="1610543"/>
                  </a:lnTo>
                  <a:close/>
                </a:path>
                <a:path w="7310755" h="7158355">
                  <a:moveTo>
                    <a:pt x="768562" y="1243115"/>
                  </a:moveTo>
                  <a:lnTo>
                    <a:pt x="768008" y="1245159"/>
                  </a:lnTo>
                  <a:lnTo>
                    <a:pt x="766874" y="1244852"/>
                  </a:lnTo>
                  <a:lnTo>
                    <a:pt x="767428" y="1242808"/>
                  </a:lnTo>
                  <a:lnTo>
                    <a:pt x="768562" y="1243115"/>
                  </a:lnTo>
                  <a:close/>
                </a:path>
                <a:path w="7310755" h="7158355">
                  <a:moveTo>
                    <a:pt x="737673" y="2814805"/>
                  </a:moveTo>
                  <a:lnTo>
                    <a:pt x="737119" y="2816849"/>
                  </a:lnTo>
                  <a:lnTo>
                    <a:pt x="735984" y="2816542"/>
                  </a:lnTo>
                  <a:lnTo>
                    <a:pt x="736538" y="2814498"/>
                  </a:lnTo>
                  <a:lnTo>
                    <a:pt x="737673" y="2814805"/>
                  </a:lnTo>
                  <a:close/>
                </a:path>
                <a:path w="7310755" h="7158355">
                  <a:moveTo>
                    <a:pt x="845938" y="2445386"/>
                  </a:moveTo>
                  <a:lnTo>
                    <a:pt x="843495" y="2454402"/>
                  </a:lnTo>
                  <a:lnTo>
                    <a:pt x="838850" y="2457066"/>
                  </a:lnTo>
                  <a:lnTo>
                    <a:pt x="829834" y="2454623"/>
                  </a:lnTo>
                  <a:lnTo>
                    <a:pt x="827170" y="2449978"/>
                  </a:lnTo>
                  <a:lnTo>
                    <a:pt x="829613" y="2440963"/>
                  </a:lnTo>
                  <a:lnTo>
                    <a:pt x="834258" y="2438298"/>
                  </a:lnTo>
                  <a:lnTo>
                    <a:pt x="843274" y="2440742"/>
                  </a:lnTo>
                  <a:lnTo>
                    <a:pt x="845938" y="2445386"/>
                  </a:lnTo>
                  <a:close/>
                </a:path>
                <a:path w="7310755" h="7158355">
                  <a:moveTo>
                    <a:pt x="951522" y="2075960"/>
                  </a:moveTo>
                  <a:lnTo>
                    <a:pt x="947553" y="2090608"/>
                  </a:lnTo>
                  <a:lnTo>
                    <a:pt x="940005" y="2094938"/>
                  </a:lnTo>
                  <a:lnTo>
                    <a:pt x="925356" y="2090968"/>
                  </a:lnTo>
                  <a:lnTo>
                    <a:pt x="921027" y="2083420"/>
                  </a:lnTo>
                  <a:lnTo>
                    <a:pt x="924996" y="2068772"/>
                  </a:lnTo>
                  <a:lnTo>
                    <a:pt x="932545" y="2064442"/>
                  </a:lnTo>
                  <a:lnTo>
                    <a:pt x="947193" y="2068412"/>
                  </a:lnTo>
                  <a:lnTo>
                    <a:pt x="951522" y="2075960"/>
                  </a:lnTo>
                  <a:close/>
                </a:path>
                <a:path w="7310755" h="7158355">
                  <a:moveTo>
                    <a:pt x="1052419" y="1707678"/>
                  </a:moveTo>
                  <a:lnTo>
                    <a:pt x="1048142" y="1723460"/>
                  </a:lnTo>
                  <a:lnTo>
                    <a:pt x="1040015" y="1728122"/>
                  </a:lnTo>
                  <a:lnTo>
                    <a:pt x="1024233" y="1723845"/>
                  </a:lnTo>
                  <a:lnTo>
                    <a:pt x="1019571" y="1715718"/>
                  </a:lnTo>
                  <a:lnTo>
                    <a:pt x="1023848" y="1699935"/>
                  </a:lnTo>
                  <a:lnTo>
                    <a:pt x="1031975" y="1695274"/>
                  </a:lnTo>
                  <a:lnTo>
                    <a:pt x="1047758" y="1699551"/>
                  </a:lnTo>
                  <a:lnTo>
                    <a:pt x="1052419" y="1707678"/>
                  </a:lnTo>
                  <a:close/>
                </a:path>
                <a:path w="7310755" h="7158355">
                  <a:moveTo>
                    <a:pt x="1152139" y="1339685"/>
                  </a:moveTo>
                  <a:lnTo>
                    <a:pt x="1147862" y="1355468"/>
                  </a:lnTo>
                  <a:lnTo>
                    <a:pt x="1139736" y="1360129"/>
                  </a:lnTo>
                  <a:lnTo>
                    <a:pt x="1123953" y="1355852"/>
                  </a:lnTo>
                  <a:lnTo>
                    <a:pt x="1119292" y="1347726"/>
                  </a:lnTo>
                  <a:lnTo>
                    <a:pt x="1123569" y="1331943"/>
                  </a:lnTo>
                  <a:lnTo>
                    <a:pt x="1131695" y="1327282"/>
                  </a:lnTo>
                  <a:lnTo>
                    <a:pt x="1147478" y="1331558"/>
                  </a:lnTo>
                  <a:lnTo>
                    <a:pt x="1152139" y="1339685"/>
                  </a:lnTo>
                  <a:close/>
                </a:path>
                <a:path w="7310755" h="7158355">
                  <a:moveTo>
                    <a:pt x="1241300" y="974279"/>
                  </a:moveTo>
                  <a:lnTo>
                    <a:pt x="1239774" y="979911"/>
                  </a:lnTo>
                  <a:lnTo>
                    <a:pt x="1236870" y="981577"/>
                  </a:lnTo>
                  <a:lnTo>
                    <a:pt x="1231238" y="980051"/>
                  </a:lnTo>
                  <a:lnTo>
                    <a:pt x="1229572" y="977147"/>
                  </a:lnTo>
                  <a:lnTo>
                    <a:pt x="1231098" y="971515"/>
                  </a:lnTo>
                  <a:lnTo>
                    <a:pt x="1234002" y="969849"/>
                  </a:lnTo>
                  <a:lnTo>
                    <a:pt x="1239634" y="971375"/>
                  </a:lnTo>
                  <a:lnTo>
                    <a:pt x="1241300" y="974279"/>
                  </a:lnTo>
                  <a:close/>
                </a:path>
                <a:path w="7310755" h="7158355">
                  <a:moveTo>
                    <a:pt x="1314825" y="2176829"/>
                  </a:moveTo>
                  <a:lnTo>
                    <a:pt x="1312076" y="2186975"/>
                  </a:lnTo>
                  <a:lnTo>
                    <a:pt x="1306853" y="2189970"/>
                  </a:lnTo>
                  <a:lnTo>
                    <a:pt x="1296703" y="2187220"/>
                  </a:lnTo>
                  <a:lnTo>
                    <a:pt x="1293707" y="2181997"/>
                  </a:lnTo>
                  <a:lnTo>
                    <a:pt x="1296458" y="2171846"/>
                  </a:lnTo>
                  <a:lnTo>
                    <a:pt x="1301681" y="2168851"/>
                  </a:lnTo>
                  <a:lnTo>
                    <a:pt x="1311831" y="2171601"/>
                  </a:lnTo>
                  <a:lnTo>
                    <a:pt x="1314825" y="2176829"/>
                  </a:lnTo>
                  <a:close/>
                </a:path>
                <a:path w="7310755" h="7158355">
                  <a:moveTo>
                    <a:pt x="1422356" y="1816396"/>
                  </a:moveTo>
                  <a:lnTo>
                    <a:pt x="1418975" y="1823155"/>
                  </a:lnTo>
                  <a:lnTo>
                    <a:pt x="1413457" y="1827927"/>
                  </a:lnTo>
                  <a:lnTo>
                    <a:pt x="1406551" y="1830281"/>
                  </a:lnTo>
                  <a:lnTo>
                    <a:pt x="1399010" y="1829787"/>
                  </a:lnTo>
                  <a:lnTo>
                    <a:pt x="1392251" y="1826406"/>
                  </a:lnTo>
                  <a:lnTo>
                    <a:pt x="1387479" y="1820887"/>
                  </a:lnTo>
                  <a:lnTo>
                    <a:pt x="1385124" y="1813982"/>
                  </a:lnTo>
                  <a:lnTo>
                    <a:pt x="1385618" y="1806440"/>
                  </a:lnTo>
                  <a:lnTo>
                    <a:pt x="1389000" y="1799681"/>
                  </a:lnTo>
                  <a:lnTo>
                    <a:pt x="1394518" y="1794909"/>
                  </a:lnTo>
                  <a:lnTo>
                    <a:pt x="1401424" y="1792555"/>
                  </a:lnTo>
                  <a:lnTo>
                    <a:pt x="1408965" y="1793049"/>
                  </a:lnTo>
                  <a:lnTo>
                    <a:pt x="1415724" y="1796430"/>
                  </a:lnTo>
                  <a:lnTo>
                    <a:pt x="1420496" y="1801949"/>
                  </a:lnTo>
                  <a:lnTo>
                    <a:pt x="1422851" y="1808854"/>
                  </a:lnTo>
                  <a:lnTo>
                    <a:pt x="1422356" y="1816396"/>
                  </a:lnTo>
                  <a:close/>
                </a:path>
                <a:path w="7310755" h="7158355">
                  <a:moveTo>
                    <a:pt x="1524116" y="1448956"/>
                  </a:moveTo>
                  <a:lnTo>
                    <a:pt x="1520360" y="1456465"/>
                  </a:lnTo>
                  <a:lnTo>
                    <a:pt x="1514228" y="1461767"/>
                  </a:lnTo>
                  <a:lnTo>
                    <a:pt x="1506555" y="1464383"/>
                  </a:lnTo>
                  <a:lnTo>
                    <a:pt x="1498178" y="1463834"/>
                  </a:lnTo>
                  <a:lnTo>
                    <a:pt x="1490669" y="1460078"/>
                  </a:lnTo>
                  <a:lnTo>
                    <a:pt x="1485367" y="1453946"/>
                  </a:lnTo>
                  <a:lnTo>
                    <a:pt x="1482751" y="1446273"/>
                  </a:lnTo>
                  <a:lnTo>
                    <a:pt x="1483300" y="1437895"/>
                  </a:lnTo>
                  <a:lnTo>
                    <a:pt x="1487056" y="1430387"/>
                  </a:lnTo>
                  <a:lnTo>
                    <a:pt x="1493188" y="1425085"/>
                  </a:lnTo>
                  <a:lnTo>
                    <a:pt x="1500860" y="1422469"/>
                  </a:lnTo>
                  <a:lnTo>
                    <a:pt x="1509238" y="1423018"/>
                  </a:lnTo>
                  <a:lnTo>
                    <a:pt x="1516747" y="1426774"/>
                  </a:lnTo>
                  <a:lnTo>
                    <a:pt x="1522049" y="1432906"/>
                  </a:lnTo>
                  <a:lnTo>
                    <a:pt x="1524665" y="1440578"/>
                  </a:lnTo>
                  <a:lnTo>
                    <a:pt x="1524116" y="1448956"/>
                  </a:lnTo>
                  <a:close/>
                </a:path>
                <a:path w="7310755" h="7158355">
                  <a:moveTo>
                    <a:pt x="1623837" y="1080964"/>
                  </a:moveTo>
                  <a:lnTo>
                    <a:pt x="1620080" y="1088472"/>
                  </a:lnTo>
                  <a:lnTo>
                    <a:pt x="1613948" y="1093774"/>
                  </a:lnTo>
                  <a:lnTo>
                    <a:pt x="1606276" y="1096390"/>
                  </a:lnTo>
                  <a:lnTo>
                    <a:pt x="1597898" y="1095842"/>
                  </a:lnTo>
                  <a:lnTo>
                    <a:pt x="1590390" y="1092085"/>
                  </a:lnTo>
                  <a:lnTo>
                    <a:pt x="1585088" y="1085953"/>
                  </a:lnTo>
                  <a:lnTo>
                    <a:pt x="1582472" y="1078281"/>
                  </a:lnTo>
                  <a:lnTo>
                    <a:pt x="1583020" y="1069903"/>
                  </a:lnTo>
                  <a:lnTo>
                    <a:pt x="1586777" y="1062395"/>
                  </a:lnTo>
                  <a:lnTo>
                    <a:pt x="1592909" y="1057093"/>
                  </a:lnTo>
                  <a:lnTo>
                    <a:pt x="1600581" y="1054477"/>
                  </a:lnTo>
                  <a:lnTo>
                    <a:pt x="1608959" y="1055025"/>
                  </a:lnTo>
                  <a:lnTo>
                    <a:pt x="1616467" y="1058782"/>
                  </a:lnTo>
                  <a:lnTo>
                    <a:pt x="1621769" y="1064914"/>
                  </a:lnTo>
                  <a:lnTo>
                    <a:pt x="1624385" y="1072586"/>
                  </a:lnTo>
                  <a:lnTo>
                    <a:pt x="1623837" y="1080964"/>
                  </a:lnTo>
                  <a:close/>
                </a:path>
                <a:path w="7310755" h="7158355">
                  <a:moveTo>
                    <a:pt x="1714874" y="704584"/>
                  </a:moveTo>
                  <a:lnTo>
                    <a:pt x="1711827" y="715828"/>
                  </a:lnTo>
                  <a:lnTo>
                    <a:pt x="1706011" y="719189"/>
                  </a:lnTo>
                  <a:lnTo>
                    <a:pt x="1694736" y="716134"/>
                  </a:lnTo>
                  <a:lnTo>
                    <a:pt x="1691414" y="710296"/>
                  </a:lnTo>
                  <a:lnTo>
                    <a:pt x="1694461" y="699052"/>
                  </a:lnTo>
                  <a:lnTo>
                    <a:pt x="1700276" y="695690"/>
                  </a:lnTo>
                  <a:lnTo>
                    <a:pt x="1711551" y="698745"/>
                  </a:lnTo>
                  <a:lnTo>
                    <a:pt x="1714874" y="704584"/>
                  </a:lnTo>
                  <a:close/>
                </a:path>
                <a:path w="7310755" h="7158355">
                  <a:moveTo>
                    <a:pt x="1789573" y="1906832"/>
                  </a:moveTo>
                  <a:lnTo>
                    <a:pt x="1784991" y="1923739"/>
                  </a:lnTo>
                  <a:lnTo>
                    <a:pt x="1776280" y="1928735"/>
                  </a:lnTo>
                  <a:lnTo>
                    <a:pt x="1759373" y="1924154"/>
                  </a:lnTo>
                  <a:lnTo>
                    <a:pt x="1754376" y="1915443"/>
                  </a:lnTo>
                  <a:lnTo>
                    <a:pt x="1758958" y="1898535"/>
                  </a:lnTo>
                  <a:lnTo>
                    <a:pt x="1767669" y="1893539"/>
                  </a:lnTo>
                  <a:lnTo>
                    <a:pt x="1784576" y="1898121"/>
                  </a:lnTo>
                  <a:lnTo>
                    <a:pt x="1789573" y="1906832"/>
                  </a:lnTo>
                  <a:close/>
                </a:path>
                <a:path w="7310755" h="7158355">
                  <a:moveTo>
                    <a:pt x="1897209" y="1550059"/>
                  </a:moveTo>
                  <a:lnTo>
                    <a:pt x="1892514" y="1559444"/>
                  </a:lnTo>
                  <a:lnTo>
                    <a:pt x="1884849" y="1566071"/>
                  </a:lnTo>
                  <a:lnTo>
                    <a:pt x="1875259" y="1569341"/>
                  </a:lnTo>
                  <a:lnTo>
                    <a:pt x="1864788" y="1568655"/>
                  </a:lnTo>
                  <a:lnTo>
                    <a:pt x="1855403" y="1563960"/>
                  </a:lnTo>
                  <a:lnTo>
                    <a:pt x="1848776" y="1556295"/>
                  </a:lnTo>
                  <a:lnTo>
                    <a:pt x="1845506" y="1546705"/>
                  </a:lnTo>
                  <a:lnTo>
                    <a:pt x="1846191" y="1536234"/>
                  </a:lnTo>
                  <a:lnTo>
                    <a:pt x="1850887" y="1526849"/>
                  </a:lnTo>
                  <a:lnTo>
                    <a:pt x="1858551" y="1520222"/>
                  </a:lnTo>
                  <a:lnTo>
                    <a:pt x="1868141" y="1516952"/>
                  </a:lnTo>
                  <a:lnTo>
                    <a:pt x="1878613" y="1517637"/>
                  </a:lnTo>
                  <a:lnTo>
                    <a:pt x="1887998" y="1522332"/>
                  </a:lnTo>
                  <a:lnTo>
                    <a:pt x="1894625" y="1529995"/>
                  </a:lnTo>
                  <a:lnTo>
                    <a:pt x="1897895" y="1539585"/>
                  </a:lnTo>
                  <a:lnTo>
                    <a:pt x="1897209" y="1550059"/>
                  </a:lnTo>
                  <a:close/>
                </a:path>
                <a:path w="7310755" h="7158355">
                  <a:moveTo>
                    <a:pt x="1997952" y="1182343"/>
                  </a:moveTo>
                  <a:lnTo>
                    <a:pt x="1993069" y="1192106"/>
                  </a:lnTo>
                  <a:lnTo>
                    <a:pt x="1985097" y="1198998"/>
                  </a:lnTo>
                  <a:lnTo>
                    <a:pt x="1975123" y="1202399"/>
                  </a:lnTo>
                  <a:lnTo>
                    <a:pt x="1964231" y="1201685"/>
                  </a:lnTo>
                  <a:lnTo>
                    <a:pt x="1954469" y="1196802"/>
                  </a:lnTo>
                  <a:lnTo>
                    <a:pt x="1947576" y="1188831"/>
                  </a:lnTo>
                  <a:lnTo>
                    <a:pt x="1944176" y="1178857"/>
                  </a:lnTo>
                  <a:lnTo>
                    <a:pt x="1944890" y="1167964"/>
                  </a:lnTo>
                  <a:lnTo>
                    <a:pt x="1949773" y="1158202"/>
                  </a:lnTo>
                  <a:lnTo>
                    <a:pt x="1957744" y="1151310"/>
                  </a:lnTo>
                  <a:lnTo>
                    <a:pt x="1967718" y="1147909"/>
                  </a:lnTo>
                  <a:lnTo>
                    <a:pt x="1978610" y="1148623"/>
                  </a:lnTo>
                  <a:lnTo>
                    <a:pt x="1988373" y="1153506"/>
                  </a:lnTo>
                  <a:lnTo>
                    <a:pt x="1995265" y="1161477"/>
                  </a:lnTo>
                  <a:lnTo>
                    <a:pt x="1998666" y="1171451"/>
                  </a:lnTo>
                  <a:lnTo>
                    <a:pt x="1997952" y="1182343"/>
                  </a:lnTo>
                  <a:close/>
                </a:path>
                <a:path w="7310755" h="7158355">
                  <a:moveTo>
                    <a:pt x="2097673" y="814351"/>
                  </a:moveTo>
                  <a:lnTo>
                    <a:pt x="2092788" y="824119"/>
                  </a:lnTo>
                  <a:lnTo>
                    <a:pt x="2084817" y="831009"/>
                  </a:lnTo>
                  <a:lnTo>
                    <a:pt x="2074845" y="834404"/>
                  </a:lnTo>
                  <a:lnTo>
                    <a:pt x="2063953" y="833688"/>
                  </a:lnTo>
                  <a:lnTo>
                    <a:pt x="2054190" y="828807"/>
                  </a:lnTo>
                  <a:lnTo>
                    <a:pt x="2047296" y="820841"/>
                  </a:lnTo>
                  <a:lnTo>
                    <a:pt x="2043895" y="810870"/>
                  </a:lnTo>
                  <a:lnTo>
                    <a:pt x="2044610" y="799972"/>
                  </a:lnTo>
                  <a:lnTo>
                    <a:pt x="2049495" y="790204"/>
                  </a:lnTo>
                  <a:lnTo>
                    <a:pt x="2057465" y="783314"/>
                  </a:lnTo>
                  <a:lnTo>
                    <a:pt x="2067438" y="779919"/>
                  </a:lnTo>
                  <a:lnTo>
                    <a:pt x="2078329" y="780635"/>
                  </a:lnTo>
                  <a:lnTo>
                    <a:pt x="2088093" y="785516"/>
                  </a:lnTo>
                  <a:lnTo>
                    <a:pt x="2094987" y="793482"/>
                  </a:lnTo>
                  <a:lnTo>
                    <a:pt x="2098388" y="803453"/>
                  </a:lnTo>
                  <a:lnTo>
                    <a:pt x="2097673" y="814351"/>
                  </a:lnTo>
                  <a:close/>
                </a:path>
                <a:path w="7310755" h="7158355">
                  <a:moveTo>
                    <a:pt x="2182592" y="436313"/>
                  </a:moveTo>
                  <a:lnTo>
                    <a:pt x="2179545" y="447557"/>
                  </a:lnTo>
                  <a:lnTo>
                    <a:pt x="2173729" y="450919"/>
                  </a:lnTo>
                  <a:lnTo>
                    <a:pt x="2162454" y="447864"/>
                  </a:lnTo>
                  <a:lnTo>
                    <a:pt x="2159132" y="442025"/>
                  </a:lnTo>
                  <a:lnTo>
                    <a:pt x="2162179" y="430781"/>
                  </a:lnTo>
                  <a:lnTo>
                    <a:pt x="2167994" y="427420"/>
                  </a:lnTo>
                  <a:lnTo>
                    <a:pt x="2179269" y="430475"/>
                  </a:lnTo>
                  <a:lnTo>
                    <a:pt x="2182592" y="436313"/>
                  </a:lnTo>
                  <a:close/>
                </a:path>
                <a:path w="7310755" h="7158355">
                  <a:moveTo>
                    <a:pt x="2142323" y="2010284"/>
                  </a:moveTo>
                  <a:lnTo>
                    <a:pt x="2141712" y="2012538"/>
                  </a:lnTo>
                  <a:lnTo>
                    <a:pt x="2140549" y="2013205"/>
                  </a:lnTo>
                  <a:lnTo>
                    <a:pt x="2138300" y="2012595"/>
                  </a:lnTo>
                  <a:lnTo>
                    <a:pt x="2137633" y="2011432"/>
                  </a:lnTo>
                  <a:lnTo>
                    <a:pt x="2138243" y="2009184"/>
                  </a:lnTo>
                  <a:lnTo>
                    <a:pt x="2139405" y="2008517"/>
                  </a:lnTo>
                  <a:lnTo>
                    <a:pt x="2141654" y="2009126"/>
                  </a:lnTo>
                  <a:lnTo>
                    <a:pt x="2142323" y="2010284"/>
                  </a:lnTo>
                  <a:close/>
                </a:path>
                <a:path w="7310755" h="7158355">
                  <a:moveTo>
                    <a:pt x="2268268" y="1650610"/>
                  </a:moveTo>
                  <a:lnTo>
                    <a:pt x="2263009" y="1661122"/>
                  </a:lnTo>
                  <a:lnTo>
                    <a:pt x="2254425" y="1668545"/>
                  </a:lnTo>
                  <a:lnTo>
                    <a:pt x="2243684" y="1672207"/>
                  </a:lnTo>
                  <a:lnTo>
                    <a:pt x="2231956" y="1671439"/>
                  </a:lnTo>
                  <a:lnTo>
                    <a:pt x="2221444" y="1666180"/>
                  </a:lnTo>
                  <a:lnTo>
                    <a:pt x="2214021" y="1657596"/>
                  </a:lnTo>
                  <a:lnTo>
                    <a:pt x="2210359" y="1646855"/>
                  </a:lnTo>
                  <a:lnTo>
                    <a:pt x="2211127" y="1635126"/>
                  </a:lnTo>
                  <a:lnTo>
                    <a:pt x="2216386" y="1624614"/>
                  </a:lnTo>
                  <a:lnTo>
                    <a:pt x="2224970" y="1617192"/>
                  </a:lnTo>
                  <a:lnTo>
                    <a:pt x="2235711" y="1613530"/>
                  </a:lnTo>
                  <a:lnTo>
                    <a:pt x="2247440" y="1614298"/>
                  </a:lnTo>
                  <a:lnTo>
                    <a:pt x="2257952" y="1619557"/>
                  </a:lnTo>
                  <a:lnTo>
                    <a:pt x="2265374" y="1628141"/>
                  </a:lnTo>
                  <a:lnTo>
                    <a:pt x="2269036" y="1638882"/>
                  </a:lnTo>
                  <a:lnTo>
                    <a:pt x="2268268" y="1650610"/>
                  </a:lnTo>
                  <a:close/>
                </a:path>
                <a:path w="7310755" h="7158355">
                  <a:moveTo>
                    <a:pt x="2372072" y="1283725"/>
                  </a:moveTo>
                  <a:lnTo>
                    <a:pt x="2366062" y="1295741"/>
                  </a:lnTo>
                  <a:lnTo>
                    <a:pt x="2356252" y="1304224"/>
                  </a:lnTo>
                  <a:lnTo>
                    <a:pt x="2343976" y="1308409"/>
                  </a:lnTo>
                  <a:lnTo>
                    <a:pt x="2330569" y="1307530"/>
                  </a:lnTo>
                  <a:lnTo>
                    <a:pt x="2318553" y="1301520"/>
                  </a:lnTo>
                  <a:lnTo>
                    <a:pt x="2310070" y="1291710"/>
                  </a:lnTo>
                  <a:lnTo>
                    <a:pt x="2305885" y="1279434"/>
                  </a:lnTo>
                  <a:lnTo>
                    <a:pt x="2306764" y="1266027"/>
                  </a:lnTo>
                  <a:lnTo>
                    <a:pt x="2312774" y="1254011"/>
                  </a:lnTo>
                  <a:lnTo>
                    <a:pt x="2322585" y="1245528"/>
                  </a:lnTo>
                  <a:lnTo>
                    <a:pt x="2334860" y="1241343"/>
                  </a:lnTo>
                  <a:lnTo>
                    <a:pt x="2348267" y="1242222"/>
                  </a:lnTo>
                  <a:lnTo>
                    <a:pt x="2360283" y="1248232"/>
                  </a:lnTo>
                  <a:lnTo>
                    <a:pt x="2368766" y="1258042"/>
                  </a:lnTo>
                  <a:lnTo>
                    <a:pt x="2372951" y="1270318"/>
                  </a:lnTo>
                  <a:lnTo>
                    <a:pt x="2372072" y="1283725"/>
                  </a:lnTo>
                  <a:close/>
                </a:path>
                <a:path w="7310755" h="7158355">
                  <a:moveTo>
                    <a:pt x="2471793" y="915732"/>
                  </a:moveTo>
                  <a:lnTo>
                    <a:pt x="2465782" y="927751"/>
                  </a:lnTo>
                  <a:lnTo>
                    <a:pt x="2455971" y="936236"/>
                  </a:lnTo>
                  <a:lnTo>
                    <a:pt x="2443695" y="940422"/>
                  </a:lnTo>
                  <a:lnTo>
                    <a:pt x="2430289" y="939543"/>
                  </a:lnTo>
                  <a:lnTo>
                    <a:pt x="2418272" y="933532"/>
                  </a:lnTo>
                  <a:lnTo>
                    <a:pt x="2409789" y="923722"/>
                  </a:lnTo>
                  <a:lnTo>
                    <a:pt x="2405605" y="911444"/>
                  </a:lnTo>
                  <a:lnTo>
                    <a:pt x="2406485" y="898035"/>
                  </a:lnTo>
                  <a:lnTo>
                    <a:pt x="2412496" y="886016"/>
                  </a:lnTo>
                  <a:lnTo>
                    <a:pt x="2422306" y="877531"/>
                  </a:lnTo>
                  <a:lnTo>
                    <a:pt x="2434582" y="873346"/>
                  </a:lnTo>
                  <a:lnTo>
                    <a:pt x="2447989" y="874224"/>
                  </a:lnTo>
                  <a:lnTo>
                    <a:pt x="2460005" y="880235"/>
                  </a:lnTo>
                  <a:lnTo>
                    <a:pt x="2468488" y="890046"/>
                  </a:lnTo>
                  <a:lnTo>
                    <a:pt x="2472673" y="902323"/>
                  </a:lnTo>
                  <a:lnTo>
                    <a:pt x="2471793" y="915732"/>
                  </a:lnTo>
                  <a:close/>
                </a:path>
                <a:path w="7310755" h="7158355">
                  <a:moveTo>
                    <a:pt x="2569474" y="547187"/>
                  </a:moveTo>
                  <a:lnTo>
                    <a:pt x="2563838" y="558456"/>
                  </a:lnTo>
                  <a:lnTo>
                    <a:pt x="2554640" y="566409"/>
                  </a:lnTo>
                  <a:lnTo>
                    <a:pt x="2543131" y="570331"/>
                  </a:lnTo>
                  <a:lnTo>
                    <a:pt x="2530563" y="569506"/>
                  </a:lnTo>
                  <a:lnTo>
                    <a:pt x="2519298" y="563872"/>
                  </a:lnTo>
                  <a:lnTo>
                    <a:pt x="2511344" y="554676"/>
                  </a:lnTo>
                  <a:lnTo>
                    <a:pt x="2507420" y="543168"/>
                  </a:lnTo>
                  <a:lnTo>
                    <a:pt x="2508244" y="530595"/>
                  </a:lnTo>
                  <a:lnTo>
                    <a:pt x="2513881" y="519326"/>
                  </a:lnTo>
                  <a:lnTo>
                    <a:pt x="2523079" y="511374"/>
                  </a:lnTo>
                  <a:lnTo>
                    <a:pt x="2534588" y="507452"/>
                  </a:lnTo>
                  <a:lnTo>
                    <a:pt x="2547155" y="508276"/>
                  </a:lnTo>
                  <a:lnTo>
                    <a:pt x="2558420" y="513910"/>
                  </a:lnTo>
                  <a:lnTo>
                    <a:pt x="2566374" y="523106"/>
                  </a:lnTo>
                  <a:lnTo>
                    <a:pt x="2570298" y="534615"/>
                  </a:lnTo>
                  <a:lnTo>
                    <a:pt x="2569474" y="547187"/>
                  </a:lnTo>
                  <a:close/>
                </a:path>
                <a:path w="7310755" h="7158355">
                  <a:moveTo>
                    <a:pt x="2643273" y="169757"/>
                  </a:moveTo>
                  <a:lnTo>
                    <a:pt x="2642054" y="174255"/>
                  </a:lnTo>
                  <a:lnTo>
                    <a:pt x="2639726" y="175599"/>
                  </a:lnTo>
                  <a:lnTo>
                    <a:pt x="2635218" y="174377"/>
                  </a:lnTo>
                  <a:lnTo>
                    <a:pt x="2633887" y="172041"/>
                  </a:lnTo>
                  <a:lnTo>
                    <a:pt x="2635105" y="167544"/>
                  </a:lnTo>
                  <a:lnTo>
                    <a:pt x="2637434" y="166199"/>
                  </a:lnTo>
                  <a:lnTo>
                    <a:pt x="2641942" y="167421"/>
                  </a:lnTo>
                  <a:lnTo>
                    <a:pt x="2643273" y="169757"/>
                  </a:lnTo>
                  <a:close/>
                </a:path>
                <a:path w="7310755" h="7158355">
                  <a:moveTo>
                    <a:pt x="2628098" y="1748119"/>
                  </a:moveTo>
                  <a:lnTo>
                    <a:pt x="2624342" y="1755628"/>
                  </a:lnTo>
                  <a:lnTo>
                    <a:pt x="2618210" y="1760929"/>
                  </a:lnTo>
                  <a:lnTo>
                    <a:pt x="2610538" y="1763546"/>
                  </a:lnTo>
                  <a:lnTo>
                    <a:pt x="2602160" y="1762997"/>
                  </a:lnTo>
                  <a:lnTo>
                    <a:pt x="2594651" y="1759241"/>
                  </a:lnTo>
                  <a:lnTo>
                    <a:pt x="2589349" y="1753109"/>
                  </a:lnTo>
                  <a:lnTo>
                    <a:pt x="2586733" y="1745436"/>
                  </a:lnTo>
                  <a:lnTo>
                    <a:pt x="2587282" y="1737058"/>
                  </a:lnTo>
                  <a:lnTo>
                    <a:pt x="2591038" y="1729550"/>
                  </a:lnTo>
                  <a:lnTo>
                    <a:pt x="2597170" y="1724248"/>
                  </a:lnTo>
                  <a:lnTo>
                    <a:pt x="2604843" y="1721632"/>
                  </a:lnTo>
                  <a:lnTo>
                    <a:pt x="2613220" y="1722180"/>
                  </a:lnTo>
                  <a:lnTo>
                    <a:pt x="2620729" y="1725937"/>
                  </a:lnTo>
                  <a:lnTo>
                    <a:pt x="2626031" y="1732069"/>
                  </a:lnTo>
                  <a:lnTo>
                    <a:pt x="2628647" y="1739741"/>
                  </a:lnTo>
                  <a:lnTo>
                    <a:pt x="2628098" y="1748119"/>
                  </a:lnTo>
                  <a:close/>
                </a:path>
                <a:path w="7310755" h="7158355">
                  <a:moveTo>
                    <a:pt x="2746188" y="1385104"/>
                  </a:moveTo>
                  <a:lnTo>
                    <a:pt x="2739050" y="1399372"/>
                  </a:lnTo>
                  <a:lnTo>
                    <a:pt x="2727400" y="1409446"/>
                  </a:lnTo>
                  <a:lnTo>
                    <a:pt x="2712822" y="1414416"/>
                  </a:lnTo>
                  <a:lnTo>
                    <a:pt x="2696903" y="1413374"/>
                  </a:lnTo>
                  <a:lnTo>
                    <a:pt x="2682635" y="1406236"/>
                  </a:lnTo>
                  <a:lnTo>
                    <a:pt x="2672561" y="1394585"/>
                  </a:lnTo>
                  <a:lnTo>
                    <a:pt x="2667591" y="1380007"/>
                  </a:lnTo>
                  <a:lnTo>
                    <a:pt x="2668633" y="1364088"/>
                  </a:lnTo>
                  <a:lnTo>
                    <a:pt x="2675771" y="1349821"/>
                  </a:lnTo>
                  <a:lnTo>
                    <a:pt x="2687422" y="1339747"/>
                  </a:lnTo>
                  <a:lnTo>
                    <a:pt x="2701999" y="1334776"/>
                  </a:lnTo>
                  <a:lnTo>
                    <a:pt x="2717919" y="1335819"/>
                  </a:lnTo>
                  <a:lnTo>
                    <a:pt x="2732186" y="1342957"/>
                  </a:lnTo>
                  <a:lnTo>
                    <a:pt x="2742260" y="1354607"/>
                  </a:lnTo>
                  <a:lnTo>
                    <a:pt x="2747230" y="1369185"/>
                  </a:lnTo>
                  <a:lnTo>
                    <a:pt x="2746188" y="1385104"/>
                  </a:lnTo>
                  <a:close/>
                </a:path>
                <a:path w="7310755" h="7158355">
                  <a:moveTo>
                    <a:pt x="2846931" y="1017389"/>
                  </a:moveTo>
                  <a:lnTo>
                    <a:pt x="2839605" y="1032034"/>
                  </a:lnTo>
                  <a:lnTo>
                    <a:pt x="2827647" y="1042379"/>
                  </a:lnTo>
                  <a:lnTo>
                    <a:pt x="2812685" y="1047487"/>
                  </a:lnTo>
                  <a:lnTo>
                    <a:pt x="2796347" y="1046420"/>
                  </a:lnTo>
                  <a:lnTo>
                    <a:pt x="2781706" y="1039092"/>
                  </a:lnTo>
                  <a:lnTo>
                    <a:pt x="2771370" y="1027129"/>
                  </a:lnTo>
                  <a:lnTo>
                    <a:pt x="2766271" y="1012162"/>
                  </a:lnTo>
                  <a:lnTo>
                    <a:pt x="2767342" y="995822"/>
                  </a:lnTo>
                  <a:lnTo>
                    <a:pt x="2774667" y="981176"/>
                  </a:lnTo>
                  <a:lnTo>
                    <a:pt x="2786626" y="970831"/>
                  </a:lnTo>
                  <a:lnTo>
                    <a:pt x="2801588" y="965724"/>
                  </a:lnTo>
                  <a:lnTo>
                    <a:pt x="2817925" y="966791"/>
                  </a:lnTo>
                  <a:lnTo>
                    <a:pt x="2832567" y="974119"/>
                  </a:lnTo>
                  <a:lnTo>
                    <a:pt x="2842903" y="986082"/>
                  </a:lnTo>
                  <a:lnTo>
                    <a:pt x="2848002" y="1001049"/>
                  </a:lnTo>
                  <a:lnTo>
                    <a:pt x="2846931" y="1017389"/>
                  </a:lnTo>
                  <a:close/>
                </a:path>
                <a:path w="7310755" h="7158355">
                  <a:moveTo>
                    <a:pt x="2945629" y="649120"/>
                  </a:moveTo>
                  <a:lnTo>
                    <a:pt x="2938491" y="663390"/>
                  </a:lnTo>
                  <a:lnTo>
                    <a:pt x="2926839" y="673469"/>
                  </a:lnTo>
                  <a:lnTo>
                    <a:pt x="2912259" y="678444"/>
                  </a:lnTo>
                  <a:lnTo>
                    <a:pt x="2896339" y="677404"/>
                  </a:lnTo>
                  <a:lnTo>
                    <a:pt x="2882072" y="670264"/>
                  </a:lnTo>
                  <a:lnTo>
                    <a:pt x="2872000" y="658608"/>
                  </a:lnTo>
                  <a:lnTo>
                    <a:pt x="2867031" y="644025"/>
                  </a:lnTo>
                  <a:lnTo>
                    <a:pt x="2868074" y="628104"/>
                  </a:lnTo>
                  <a:lnTo>
                    <a:pt x="2875213" y="613834"/>
                  </a:lnTo>
                  <a:lnTo>
                    <a:pt x="2886865" y="603755"/>
                  </a:lnTo>
                  <a:lnTo>
                    <a:pt x="2901444" y="598779"/>
                  </a:lnTo>
                  <a:lnTo>
                    <a:pt x="2917364" y="599819"/>
                  </a:lnTo>
                  <a:lnTo>
                    <a:pt x="2931631" y="606959"/>
                  </a:lnTo>
                  <a:lnTo>
                    <a:pt x="2941703" y="618615"/>
                  </a:lnTo>
                  <a:lnTo>
                    <a:pt x="2946672" y="633198"/>
                  </a:lnTo>
                  <a:lnTo>
                    <a:pt x="2945629" y="649120"/>
                  </a:lnTo>
                  <a:close/>
                </a:path>
                <a:path w="7310755" h="7158355">
                  <a:moveTo>
                    <a:pt x="3029025" y="276704"/>
                  </a:moveTo>
                  <a:lnTo>
                    <a:pt x="3024896" y="284949"/>
                  </a:lnTo>
                  <a:lnTo>
                    <a:pt x="3018152" y="290779"/>
                  </a:lnTo>
                  <a:lnTo>
                    <a:pt x="3009712" y="293659"/>
                  </a:lnTo>
                  <a:lnTo>
                    <a:pt x="3000497" y="293058"/>
                  </a:lnTo>
                  <a:lnTo>
                    <a:pt x="2992240" y="288924"/>
                  </a:lnTo>
                  <a:lnTo>
                    <a:pt x="2986409" y="282177"/>
                  </a:lnTo>
                  <a:lnTo>
                    <a:pt x="2983530" y="273740"/>
                  </a:lnTo>
                  <a:lnTo>
                    <a:pt x="2984130" y="264538"/>
                  </a:lnTo>
                  <a:lnTo>
                    <a:pt x="2988264" y="256271"/>
                  </a:lnTo>
                  <a:lnTo>
                    <a:pt x="2995008" y="250444"/>
                  </a:lnTo>
                  <a:lnTo>
                    <a:pt x="3003444" y="247575"/>
                  </a:lnTo>
                  <a:lnTo>
                    <a:pt x="3012657" y="248183"/>
                  </a:lnTo>
                  <a:lnTo>
                    <a:pt x="3020917" y="252310"/>
                  </a:lnTo>
                  <a:lnTo>
                    <a:pt x="3026751" y="259046"/>
                  </a:lnTo>
                  <a:lnTo>
                    <a:pt x="3029630" y="267480"/>
                  </a:lnTo>
                  <a:lnTo>
                    <a:pt x="3029025" y="276704"/>
                  </a:lnTo>
                  <a:close/>
                </a:path>
                <a:path w="7310755" h="7158355">
                  <a:moveTo>
                    <a:pt x="2987417" y="1839438"/>
                  </a:moveTo>
                  <a:lnTo>
                    <a:pt x="2984362" y="1850713"/>
                  </a:lnTo>
                  <a:lnTo>
                    <a:pt x="2978554" y="1854043"/>
                  </a:lnTo>
                  <a:lnTo>
                    <a:pt x="2967279" y="1850988"/>
                  </a:lnTo>
                  <a:lnTo>
                    <a:pt x="2963948" y="1845181"/>
                  </a:lnTo>
                  <a:lnTo>
                    <a:pt x="2967003" y="1833906"/>
                  </a:lnTo>
                  <a:lnTo>
                    <a:pt x="2972811" y="1830575"/>
                  </a:lnTo>
                  <a:lnTo>
                    <a:pt x="2984086" y="1833630"/>
                  </a:lnTo>
                  <a:lnTo>
                    <a:pt x="2987417" y="1839438"/>
                  </a:lnTo>
                  <a:close/>
                </a:path>
                <a:path w="7310755" h="7158355">
                  <a:moveTo>
                    <a:pt x="3121325" y="1486761"/>
                  </a:moveTo>
                  <a:lnTo>
                    <a:pt x="3112874" y="1503657"/>
                  </a:lnTo>
                  <a:lnTo>
                    <a:pt x="3099078" y="1515586"/>
                  </a:lnTo>
                  <a:lnTo>
                    <a:pt x="3081817" y="1521471"/>
                  </a:lnTo>
                  <a:lnTo>
                    <a:pt x="3062965" y="1520235"/>
                  </a:lnTo>
                  <a:lnTo>
                    <a:pt x="3046069" y="1511784"/>
                  </a:lnTo>
                  <a:lnTo>
                    <a:pt x="3034140" y="1497989"/>
                  </a:lnTo>
                  <a:lnTo>
                    <a:pt x="3028255" y="1480727"/>
                  </a:lnTo>
                  <a:lnTo>
                    <a:pt x="3029491" y="1461875"/>
                  </a:lnTo>
                  <a:lnTo>
                    <a:pt x="3037942" y="1444979"/>
                  </a:lnTo>
                  <a:lnTo>
                    <a:pt x="3051738" y="1433051"/>
                  </a:lnTo>
                  <a:lnTo>
                    <a:pt x="3068999" y="1427166"/>
                  </a:lnTo>
                  <a:lnTo>
                    <a:pt x="3087851" y="1428401"/>
                  </a:lnTo>
                  <a:lnTo>
                    <a:pt x="3104747" y="1436853"/>
                  </a:lnTo>
                  <a:lnTo>
                    <a:pt x="3116676" y="1450648"/>
                  </a:lnTo>
                  <a:lnTo>
                    <a:pt x="3122561" y="1467910"/>
                  </a:lnTo>
                  <a:lnTo>
                    <a:pt x="3121325" y="1486761"/>
                  </a:lnTo>
                  <a:close/>
                </a:path>
                <a:path w="7310755" h="7158355">
                  <a:moveTo>
                    <a:pt x="3222068" y="1119046"/>
                  </a:moveTo>
                  <a:lnTo>
                    <a:pt x="3213429" y="1136312"/>
                  </a:lnTo>
                  <a:lnTo>
                    <a:pt x="3199326" y="1148507"/>
                  </a:lnTo>
                  <a:lnTo>
                    <a:pt x="3181679" y="1154526"/>
                  </a:lnTo>
                  <a:lnTo>
                    <a:pt x="3162409" y="1153265"/>
                  </a:lnTo>
                  <a:lnTo>
                    <a:pt x="3145138" y="1144624"/>
                  </a:lnTo>
                  <a:lnTo>
                    <a:pt x="3132945" y="1130519"/>
                  </a:lnTo>
                  <a:lnTo>
                    <a:pt x="3126928" y="1112872"/>
                  </a:lnTo>
                  <a:lnTo>
                    <a:pt x="3128189" y="1093606"/>
                  </a:lnTo>
                  <a:lnTo>
                    <a:pt x="3136827" y="1076343"/>
                  </a:lnTo>
                  <a:lnTo>
                    <a:pt x="3150928" y="1064155"/>
                  </a:lnTo>
                  <a:lnTo>
                    <a:pt x="3168573" y="1058143"/>
                  </a:lnTo>
                  <a:lnTo>
                    <a:pt x="3187843" y="1059407"/>
                  </a:lnTo>
                  <a:lnTo>
                    <a:pt x="3205114" y="1068045"/>
                  </a:lnTo>
                  <a:lnTo>
                    <a:pt x="3217310" y="1082143"/>
                  </a:lnTo>
                  <a:lnTo>
                    <a:pt x="3223328" y="1099783"/>
                  </a:lnTo>
                  <a:lnTo>
                    <a:pt x="3222068" y="1119046"/>
                  </a:lnTo>
                  <a:close/>
                </a:path>
                <a:path w="7310755" h="7158355">
                  <a:moveTo>
                    <a:pt x="3320766" y="750776"/>
                  </a:moveTo>
                  <a:lnTo>
                    <a:pt x="3312317" y="767665"/>
                  </a:lnTo>
                  <a:lnTo>
                    <a:pt x="3298523" y="779587"/>
                  </a:lnTo>
                  <a:lnTo>
                    <a:pt x="3281263" y="785467"/>
                  </a:lnTo>
                  <a:lnTo>
                    <a:pt x="3262412" y="784230"/>
                  </a:lnTo>
                  <a:lnTo>
                    <a:pt x="3245515" y="775780"/>
                  </a:lnTo>
                  <a:lnTo>
                    <a:pt x="3233585" y="761990"/>
                  </a:lnTo>
                  <a:lnTo>
                    <a:pt x="3227698" y="744735"/>
                  </a:lnTo>
                  <a:lnTo>
                    <a:pt x="3228932" y="725891"/>
                  </a:lnTo>
                  <a:lnTo>
                    <a:pt x="3237381" y="709002"/>
                  </a:lnTo>
                  <a:lnTo>
                    <a:pt x="3251175" y="697080"/>
                  </a:lnTo>
                  <a:lnTo>
                    <a:pt x="3268435" y="691200"/>
                  </a:lnTo>
                  <a:lnTo>
                    <a:pt x="3287286" y="692437"/>
                  </a:lnTo>
                  <a:lnTo>
                    <a:pt x="3304183" y="700887"/>
                  </a:lnTo>
                  <a:lnTo>
                    <a:pt x="3316113" y="714677"/>
                  </a:lnTo>
                  <a:lnTo>
                    <a:pt x="3322000" y="731933"/>
                  </a:lnTo>
                  <a:lnTo>
                    <a:pt x="3320766" y="750776"/>
                  </a:lnTo>
                  <a:close/>
                </a:path>
                <a:path w="7310755" h="7158355">
                  <a:moveTo>
                    <a:pt x="3416403" y="381677"/>
                  </a:moveTo>
                  <a:lnTo>
                    <a:pt x="3408702" y="397073"/>
                  </a:lnTo>
                  <a:lnTo>
                    <a:pt x="3396130" y="407950"/>
                  </a:lnTo>
                  <a:lnTo>
                    <a:pt x="3380399" y="413320"/>
                  </a:lnTo>
                  <a:lnTo>
                    <a:pt x="3363221" y="412199"/>
                  </a:lnTo>
                  <a:lnTo>
                    <a:pt x="3347828" y="404494"/>
                  </a:lnTo>
                  <a:lnTo>
                    <a:pt x="3336961" y="391916"/>
                  </a:lnTo>
                  <a:lnTo>
                    <a:pt x="3331600" y="376180"/>
                  </a:lnTo>
                  <a:lnTo>
                    <a:pt x="3332726" y="359002"/>
                  </a:lnTo>
                  <a:lnTo>
                    <a:pt x="3340427" y="343606"/>
                  </a:lnTo>
                  <a:lnTo>
                    <a:pt x="3352999" y="332730"/>
                  </a:lnTo>
                  <a:lnTo>
                    <a:pt x="3368730" y="327359"/>
                  </a:lnTo>
                  <a:lnTo>
                    <a:pt x="3385908" y="328481"/>
                  </a:lnTo>
                  <a:lnTo>
                    <a:pt x="3401301" y="336186"/>
                  </a:lnTo>
                  <a:lnTo>
                    <a:pt x="3412168" y="348764"/>
                  </a:lnTo>
                  <a:lnTo>
                    <a:pt x="3417529" y="364500"/>
                  </a:lnTo>
                  <a:lnTo>
                    <a:pt x="3416403" y="381677"/>
                  </a:lnTo>
                  <a:close/>
                </a:path>
                <a:path w="7310755" h="7158355">
                  <a:moveTo>
                    <a:pt x="3476634" y="1777"/>
                  </a:moveTo>
                  <a:lnTo>
                    <a:pt x="3476025" y="4026"/>
                  </a:lnTo>
                  <a:lnTo>
                    <a:pt x="3474860" y="4698"/>
                  </a:lnTo>
                  <a:lnTo>
                    <a:pt x="3472612" y="4089"/>
                  </a:lnTo>
                  <a:lnTo>
                    <a:pt x="3471946" y="2920"/>
                  </a:lnTo>
                  <a:lnTo>
                    <a:pt x="3472555" y="672"/>
                  </a:lnTo>
                  <a:lnTo>
                    <a:pt x="3473720" y="0"/>
                  </a:lnTo>
                  <a:lnTo>
                    <a:pt x="3475969" y="609"/>
                  </a:lnTo>
                  <a:lnTo>
                    <a:pt x="3476634" y="1777"/>
                  </a:lnTo>
                  <a:close/>
                </a:path>
                <a:path w="7310755" h="7158355">
                  <a:moveTo>
                    <a:pt x="3349544" y="1940597"/>
                  </a:moveTo>
                  <a:lnTo>
                    <a:pt x="3348017" y="1946229"/>
                  </a:lnTo>
                  <a:lnTo>
                    <a:pt x="3345114" y="1947895"/>
                  </a:lnTo>
                  <a:lnTo>
                    <a:pt x="3339481" y="1946369"/>
                  </a:lnTo>
                  <a:lnTo>
                    <a:pt x="3337816" y="1943465"/>
                  </a:lnTo>
                  <a:lnTo>
                    <a:pt x="3339342" y="1937833"/>
                  </a:lnTo>
                  <a:lnTo>
                    <a:pt x="3342246" y="1936167"/>
                  </a:lnTo>
                  <a:lnTo>
                    <a:pt x="3347878" y="1937693"/>
                  </a:lnTo>
                  <a:lnTo>
                    <a:pt x="3349544" y="1940597"/>
                  </a:lnTo>
                  <a:close/>
                </a:path>
                <a:path w="7310755" h="7158355">
                  <a:moveTo>
                    <a:pt x="3495441" y="1588141"/>
                  </a:moveTo>
                  <a:lnTo>
                    <a:pt x="3485862" y="1607288"/>
                  </a:lnTo>
                  <a:lnTo>
                    <a:pt x="3470226" y="1620808"/>
                  </a:lnTo>
                  <a:lnTo>
                    <a:pt x="3450662" y="1627478"/>
                  </a:lnTo>
                  <a:lnTo>
                    <a:pt x="3429298" y="1626079"/>
                  </a:lnTo>
                  <a:lnTo>
                    <a:pt x="3410151" y="1616500"/>
                  </a:lnTo>
                  <a:lnTo>
                    <a:pt x="3396632" y="1600865"/>
                  </a:lnTo>
                  <a:lnTo>
                    <a:pt x="3389961" y="1581301"/>
                  </a:lnTo>
                  <a:lnTo>
                    <a:pt x="3391360" y="1559937"/>
                  </a:lnTo>
                  <a:lnTo>
                    <a:pt x="3400939" y="1540789"/>
                  </a:lnTo>
                  <a:lnTo>
                    <a:pt x="3416575" y="1527270"/>
                  </a:lnTo>
                  <a:lnTo>
                    <a:pt x="3436139" y="1520599"/>
                  </a:lnTo>
                  <a:lnTo>
                    <a:pt x="3457502" y="1521999"/>
                  </a:lnTo>
                  <a:lnTo>
                    <a:pt x="3476650" y="1531577"/>
                  </a:lnTo>
                  <a:lnTo>
                    <a:pt x="3490170" y="1547211"/>
                  </a:lnTo>
                  <a:lnTo>
                    <a:pt x="3496840" y="1566775"/>
                  </a:lnTo>
                  <a:lnTo>
                    <a:pt x="3495441" y="1588141"/>
                  </a:lnTo>
                  <a:close/>
                </a:path>
                <a:path w="7310755" h="7158355">
                  <a:moveTo>
                    <a:pt x="3598223" y="1220978"/>
                  </a:moveTo>
                  <a:lnTo>
                    <a:pt x="3588083" y="1241244"/>
                  </a:lnTo>
                  <a:lnTo>
                    <a:pt x="3571527" y="1255559"/>
                  </a:lnTo>
                  <a:lnTo>
                    <a:pt x="3550811" y="1262627"/>
                  </a:lnTo>
                  <a:lnTo>
                    <a:pt x="3528189" y="1261148"/>
                  </a:lnTo>
                  <a:lnTo>
                    <a:pt x="3507916" y="1251003"/>
                  </a:lnTo>
                  <a:lnTo>
                    <a:pt x="3493602" y="1234443"/>
                  </a:lnTo>
                  <a:lnTo>
                    <a:pt x="3486540" y="1213727"/>
                  </a:lnTo>
                  <a:lnTo>
                    <a:pt x="3488019" y="1191115"/>
                  </a:lnTo>
                  <a:lnTo>
                    <a:pt x="3498159" y="1170850"/>
                  </a:lnTo>
                  <a:lnTo>
                    <a:pt x="3514714" y="1156536"/>
                  </a:lnTo>
                  <a:lnTo>
                    <a:pt x="3535430" y="1149470"/>
                  </a:lnTo>
                  <a:lnTo>
                    <a:pt x="3558051" y="1150950"/>
                  </a:lnTo>
                  <a:lnTo>
                    <a:pt x="3578325" y="1161094"/>
                  </a:lnTo>
                  <a:lnTo>
                    <a:pt x="3592639" y="1177652"/>
                  </a:lnTo>
                  <a:lnTo>
                    <a:pt x="3599702" y="1198366"/>
                  </a:lnTo>
                  <a:lnTo>
                    <a:pt x="3598223" y="1220978"/>
                  </a:lnTo>
                  <a:close/>
                </a:path>
                <a:path w="7310755" h="7158355">
                  <a:moveTo>
                    <a:pt x="3696921" y="852709"/>
                  </a:moveTo>
                  <a:lnTo>
                    <a:pt x="3686969" y="872598"/>
                  </a:lnTo>
                  <a:lnTo>
                    <a:pt x="3670720" y="886646"/>
                  </a:lnTo>
                  <a:lnTo>
                    <a:pt x="3650387" y="893580"/>
                  </a:lnTo>
                  <a:lnTo>
                    <a:pt x="3628183" y="892127"/>
                  </a:lnTo>
                  <a:lnTo>
                    <a:pt x="3608283" y="882171"/>
                  </a:lnTo>
                  <a:lnTo>
                    <a:pt x="3594233" y="865920"/>
                  </a:lnTo>
                  <a:lnTo>
                    <a:pt x="3587300" y="845590"/>
                  </a:lnTo>
                  <a:lnTo>
                    <a:pt x="3588752" y="823396"/>
                  </a:lnTo>
                  <a:lnTo>
                    <a:pt x="3598704" y="803507"/>
                  </a:lnTo>
                  <a:lnTo>
                    <a:pt x="3614953" y="789459"/>
                  </a:lnTo>
                  <a:lnTo>
                    <a:pt x="3635286" y="782525"/>
                  </a:lnTo>
                  <a:lnTo>
                    <a:pt x="3657490" y="783978"/>
                  </a:lnTo>
                  <a:lnTo>
                    <a:pt x="3677389" y="793935"/>
                  </a:lnTo>
                  <a:lnTo>
                    <a:pt x="3691439" y="810186"/>
                  </a:lnTo>
                  <a:lnTo>
                    <a:pt x="3698372" y="830516"/>
                  </a:lnTo>
                  <a:lnTo>
                    <a:pt x="3696921" y="852709"/>
                  </a:lnTo>
                  <a:close/>
                </a:path>
                <a:path w="7310755" h="7158355">
                  <a:moveTo>
                    <a:pt x="3794602" y="484164"/>
                  </a:moveTo>
                  <a:lnTo>
                    <a:pt x="3785026" y="503303"/>
                  </a:lnTo>
                  <a:lnTo>
                    <a:pt x="3769391" y="516820"/>
                  </a:lnTo>
                  <a:lnTo>
                    <a:pt x="3749827" y="523490"/>
                  </a:lnTo>
                  <a:lnTo>
                    <a:pt x="3728462" y="522092"/>
                  </a:lnTo>
                  <a:lnTo>
                    <a:pt x="3709315" y="512512"/>
                  </a:lnTo>
                  <a:lnTo>
                    <a:pt x="3695796" y="496877"/>
                  </a:lnTo>
                  <a:lnTo>
                    <a:pt x="3689125" y="477315"/>
                  </a:lnTo>
                  <a:lnTo>
                    <a:pt x="3690522" y="455959"/>
                  </a:lnTo>
                  <a:lnTo>
                    <a:pt x="3700098" y="436820"/>
                  </a:lnTo>
                  <a:lnTo>
                    <a:pt x="3715733" y="423304"/>
                  </a:lnTo>
                  <a:lnTo>
                    <a:pt x="3735297" y="416633"/>
                  </a:lnTo>
                  <a:lnTo>
                    <a:pt x="3756661" y="418032"/>
                  </a:lnTo>
                  <a:lnTo>
                    <a:pt x="3775808" y="427611"/>
                  </a:lnTo>
                  <a:lnTo>
                    <a:pt x="3789328" y="443247"/>
                  </a:lnTo>
                  <a:lnTo>
                    <a:pt x="3795999" y="462808"/>
                  </a:lnTo>
                  <a:lnTo>
                    <a:pt x="3794602" y="484164"/>
                  </a:lnTo>
                  <a:close/>
                </a:path>
                <a:path w="7310755" h="7158355">
                  <a:moveTo>
                    <a:pt x="3856357" y="98641"/>
                  </a:moveTo>
                  <a:lnTo>
                    <a:pt x="3852700" y="112135"/>
                  </a:lnTo>
                  <a:lnTo>
                    <a:pt x="3845720" y="116168"/>
                  </a:lnTo>
                  <a:lnTo>
                    <a:pt x="3832196" y="112503"/>
                  </a:lnTo>
                  <a:lnTo>
                    <a:pt x="3828208" y="105498"/>
                  </a:lnTo>
                  <a:lnTo>
                    <a:pt x="3831865" y="92005"/>
                  </a:lnTo>
                  <a:lnTo>
                    <a:pt x="3838845" y="87970"/>
                  </a:lnTo>
                  <a:lnTo>
                    <a:pt x="3852368" y="91635"/>
                  </a:lnTo>
                  <a:lnTo>
                    <a:pt x="3856357" y="98641"/>
                  </a:lnTo>
                  <a:close/>
                </a:path>
                <a:path w="7310755" h="7158355">
                  <a:moveTo>
                    <a:pt x="3716367" y="2040604"/>
                  </a:moveTo>
                  <a:lnTo>
                    <a:pt x="3715145" y="2045112"/>
                  </a:lnTo>
                  <a:lnTo>
                    <a:pt x="3712819" y="2046446"/>
                  </a:lnTo>
                  <a:lnTo>
                    <a:pt x="3708312" y="2045224"/>
                  </a:lnTo>
                  <a:lnTo>
                    <a:pt x="3706978" y="2042899"/>
                  </a:lnTo>
                  <a:lnTo>
                    <a:pt x="3708199" y="2038391"/>
                  </a:lnTo>
                  <a:lnTo>
                    <a:pt x="3710525" y="2037057"/>
                  </a:lnTo>
                  <a:lnTo>
                    <a:pt x="3715033" y="2038279"/>
                  </a:lnTo>
                  <a:lnTo>
                    <a:pt x="3716367" y="2040604"/>
                  </a:lnTo>
                  <a:close/>
                </a:path>
                <a:path w="7310755" h="7158355">
                  <a:moveTo>
                    <a:pt x="3871600" y="1690074"/>
                  </a:moveTo>
                  <a:lnTo>
                    <a:pt x="3860518" y="1712228"/>
                  </a:lnTo>
                  <a:lnTo>
                    <a:pt x="3842429" y="1727869"/>
                  </a:lnTo>
                  <a:lnTo>
                    <a:pt x="3819795" y="1735586"/>
                  </a:lnTo>
                  <a:lnTo>
                    <a:pt x="3795077" y="1733967"/>
                  </a:lnTo>
                  <a:lnTo>
                    <a:pt x="3772924" y="1722885"/>
                  </a:lnTo>
                  <a:lnTo>
                    <a:pt x="3757283" y="1704796"/>
                  </a:lnTo>
                  <a:lnTo>
                    <a:pt x="3749566" y="1682162"/>
                  </a:lnTo>
                  <a:lnTo>
                    <a:pt x="3751185" y="1657444"/>
                  </a:lnTo>
                  <a:lnTo>
                    <a:pt x="3762267" y="1635290"/>
                  </a:lnTo>
                  <a:lnTo>
                    <a:pt x="3780356" y="1619649"/>
                  </a:lnTo>
                  <a:lnTo>
                    <a:pt x="3802990" y="1611932"/>
                  </a:lnTo>
                  <a:lnTo>
                    <a:pt x="3827708" y="1613552"/>
                  </a:lnTo>
                  <a:lnTo>
                    <a:pt x="3849862" y="1624634"/>
                  </a:lnTo>
                  <a:lnTo>
                    <a:pt x="3865503" y="1642723"/>
                  </a:lnTo>
                  <a:lnTo>
                    <a:pt x="3873220" y="1665357"/>
                  </a:lnTo>
                  <a:lnTo>
                    <a:pt x="3871600" y="1690074"/>
                  </a:lnTo>
                  <a:close/>
                </a:path>
                <a:path w="7310755" h="7158355">
                  <a:moveTo>
                    <a:pt x="3975404" y="1323189"/>
                  </a:moveTo>
                  <a:lnTo>
                    <a:pt x="3963570" y="1346850"/>
                  </a:lnTo>
                  <a:lnTo>
                    <a:pt x="3944256" y="1363550"/>
                  </a:lnTo>
                  <a:lnTo>
                    <a:pt x="3920090" y="1371786"/>
                  </a:lnTo>
                  <a:lnTo>
                    <a:pt x="3893698" y="1370054"/>
                  </a:lnTo>
                  <a:lnTo>
                    <a:pt x="3870042" y="1358224"/>
                  </a:lnTo>
                  <a:lnTo>
                    <a:pt x="3853340" y="1338913"/>
                  </a:lnTo>
                  <a:lnTo>
                    <a:pt x="3845101" y="1314747"/>
                  </a:lnTo>
                  <a:lnTo>
                    <a:pt x="3846832" y="1288348"/>
                  </a:lnTo>
                  <a:lnTo>
                    <a:pt x="3858667" y="1264685"/>
                  </a:lnTo>
                  <a:lnTo>
                    <a:pt x="3877982" y="1247981"/>
                  </a:lnTo>
                  <a:lnTo>
                    <a:pt x="3902149" y="1239742"/>
                  </a:lnTo>
                  <a:lnTo>
                    <a:pt x="3928542" y="1241472"/>
                  </a:lnTo>
                  <a:lnTo>
                    <a:pt x="3952197" y="1253304"/>
                  </a:lnTo>
                  <a:lnTo>
                    <a:pt x="3968898" y="1272618"/>
                  </a:lnTo>
                  <a:lnTo>
                    <a:pt x="3977136" y="1296788"/>
                  </a:lnTo>
                  <a:lnTo>
                    <a:pt x="3975404" y="1323189"/>
                  </a:lnTo>
                  <a:close/>
                </a:path>
                <a:path w="7310755" h="7158355">
                  <a:moveTo>
                    <a:pt x="4074103" y="954919"/>
                  </a:moveTo>
                  <a:lnTo>
                    <a:pt x="4062455" y="978207"/>
                  </a:lnTo>
                  <a:lnTo>
                    <a:pt x="4043446" y="994645"/>
                  </a:lnTo>
                  <a:lnTo>
                    <a:pt x="4019662" y="1002752"/>
                  </a:lnTo>
                  <a:lnTo>
                    <a:pt x="3993687" y="1001049"/>
                  </a:lnTo>
                  <a:lnTo>
                    <a:pt x="3970407" y="989404"/>
                  </a:lnTo>
                  <a:lnTo>
                    <a:pt x="3953969" y="970398"/>
                  </a:lnTo>
                  <a:lnTo>
                    <a:pt x="3945861" y="946612"/>
                  </a:lnTo>
                  <a:lnTo>
                    <a:pt x="3947564" y="920629"/>
                  </a:lnTo>
                  <a:lnTo>
                    <a:pt x="3959212" y="897342"/>
                  </a:lnTo>
                  <a:lnTo>
                    <a:pt x="3978221" y="880904"/>
                  </a:lnTo>
                  <a:lnTo>
                    <a:pt x="4002005" y="872797"/>
                  </a:lnTo>
                  <a:lnTo>
                    <a:pt x="4027980" y="874500"/>
                  </a:lnTo>
                  <a:lnTo>
                    <a:pt x="4051261" y="886144"/>
                  </a:lnTo>
                  <a:lnTo>
                    <a:pt x="4067698" y="905151"/>
                  </a:lnTo>
                  <a:lnTo>
                    <a:pt x="4075807" y="928937"/>
                  </a:lnTo>
                  <a:lnTo>
                    <a:pt x="4074103" y="954919"/>
                  </a:lnTo>
                  <a:close/>
                </a:path>
                <a:path w="7310755" h="7158355">
                  <a:moveTo>
                    <a:pt x="4169740" y="585821"/>
                  </a:moveTo>
                  <a:lnTo>
                    <a:pt x="4158849" y="607586"/>
                  </a:lnTo>
                  <a:lnTo>
                    <a:pt x="4141066" y="622963"/>
                  </a:lnTo>
                  <a:lnTo>
                    <a:pt x="4118814" y="630555"/>
                  </a:lnTo>
                  <a:lnTo>
                    <a:pt x="4094516" y="628968"/>
                  </a:lnTo>
                  <a:lnTo>
                    <a:pt x="4072741" y="618070"/>
                  </a:lnTo>
                  <a:lnTo>
                    <a:pt x="4057367" y="600282"/>
                  </a:lnTo>
                  <a:lnTo>
                    <a:pt x="4049780" y="578030"/>
                  </a:lnTo>
                  <a:lnTo>
                    <a:pt x="4051369" y="553744"/>
                  </a:lnTo>
                  <a:lnTo>
                    <a:pt x="4062266" y="531957"/>
                  </a:lnTo>
                  <a:lnTo>
                    <a:pt x="4080048" y="516582"/>
                  </a:lnTo>
                  <a:lnTo>
                    <a:pt x="4102296" y="509002"/>
                  </a:lnTo>
                  <a:lnTo>
                    <a:pt x="4126593" y="510597"/>
                  </a:lnTo>
                  <a:lnTo>
                    <a:pt x="4148370" y="521487"/>
                  </a:lnTo>
                  <a:lnTo>
                    <a:pt x="4163747" y="539264"/>
                  </a:lnTo>
                  <a:lnTo>
                    <a:pt x="4171334" y="561513"/>
                  </a:lnTo>
                  <a:lnTo>
                    <a:pt x="4169740" y="585821"/>
                  </a:lnTo>
                  <a:close/>
                </a:path>
                <a:path w="7310755" h="7158355">
                  <a:moveTo>
                    <a:pt x="4232722" y="207873"/>
                  </a:moveTo>
                  <a:lnTo>
                    <a:pt x="4228594" y="216118"/>
                  </a:lnTo>
                  <a:lnTo>
                    <a:pt x="4221849" y="221948"/>
                  </a:lnTo>
                  <a:lnTo>
                    <a:pt x="4213409" y="224828"/>
                  </a:lnTo>
                  <a:lnTo>
                    <a:pt x="4204195" y="224227"/>
                  </a:lnTo>
                  <a:lnTo>
                    <a:pt x="4195937" y="220093"/>
                  </a:lnTo>
                  <a:lnTo>
                    <a:pt x="4190106" y="213346"/>
                  </a:lnTo>
                  <a:lnTo>
                    <a:pt x="4187228" y="204909"/>
                  </a:lnTo>
                  <a:lnTo>
                    <a:pt x="4187827" y="195707"/>
                  </a:lnTo>
                  <a:lnTo>
                    <a:pt x="4191961" y="187440"/>
                  </a:lnTo>
                  <a:lnTo>
                    <a:pt x="4198705" y="181613"/>
                  </a:lnTo>
                  <a:lnTo>
                    <a:pt x="4207142" y="178744"/>
                  </a:lnTo>
                  <a:lnTo>
                    <a:pt x="4216355" y="179352"/>
                  </a:lnTo>
                  <a:lnTo>
                    <a:pt x="4224614" y="183479"/>
                  </a:lnTo>
                  <a:lnTo>
                    <a:pt x="4230448" y="190215"/>
                  </a:lnTo>
                  <a:lnTo>
                    <a:pt x="4233327" y="198649"/>
                  </a:lnTo>
                  <a:lnTo>
                    <a:pt x="4232722" y="207873"/>
                  </a:lnTo>
                  <a:close/>
                </a:path>
                <a:path w="7310755" h="7158355">
                  <a:moveTo>
                    <a:pt x="4089048" y="2139176"/>
                  </a:moveTo>
                  <a:lnTo>
                    <a:pt x="4086605" y="2148192"/>
                  </a:lnTo>
                  <a:lnTo>
                    <a:pt x="4081961" y="2150856"/>
                  </a:lnTo>
                  <a:lnTo>
                    <a:pt x="4072945" y="2148413"/>
                  </a:lnTo>
                  <a:lnTo>
                    <a:pt x="4070281" y="2143768"/>
                  </a:lnTo>
                  <a:lnTo>
                    <a:pt x="4072724" y="2134752"/>
                  </a:lnTo>
                  <a:lnTo>
                    <a:pt x="4077368" y="2132088"/>
                  </a:lnTo>
                  <a:lnTo>
                    <a:pt x="4086384" y="2134531"/>
                  </a:lnTo>
                  <a:lnTo>
                    <a:pt x="4089048" y="2139176"/>
                  </a:lnTo>
                  <a:close/>
                </a:path>
                <a:path w="7310755" h="7158355">
                  <a:moveTo>
                    <a:pt x="4249794" y="1792559"/>
                  </a:moveTo>
                  <a:lnTo>
                    <a:pt x="4236834" y="1818466"/>
                  </a:lnTo>
                  <a:lnTo>
                    <a:pt x="4215680" y="1836757"/>
                  </a:lnTo>
                  <a:lnTo>
                    <a:pt x="4189210" y="1845782"/>
                  </a:lnTo>
                  <a:lnTo>
                    <a:pt x="4160305" y="1843889"/>
                  </a:lnTo>
                  <a:lnTo>
                    <a:pt x="4134399" y="1830929"/>
                  </a:lnTo>
                  <a:lnTo>
                    <a:pt x="4116107" y="1809775"/>
                  </a:lnTo>
                  <a:lnTo>
                    <a:pt x="4107083" y="1783305"/>
                  </a:lnTo>
                  <a:lnTo>
                    <a:pt x="4108976" y="1754400"/>
                  </a:lnTo>
                  <a:lnTo>
                    <a:pt x="4121936" y="1728493"/>
                  </a:lnTo>
                  <a:lnTo>
                    <a:pt x="4143090" y="1710202"/>
                  </a:lnTo>
                  <a:lnTo>
                    <a:pt x="4169560" y="1701177"/>
                  </a:lnTo>
                  <a:lnTo>
                    <a:pt x="4198465" y="1703070"/>
                  </a:lnTo>
                  <a:lnTo>
                    <a:pt x="4224371" y="1716030"/>
                  </a:lnTo>
                  <a:lnTo>
                    <a:pt x="4242663" y="1737185"/>
                  </a:lnTo>
                  <a:lnTo>
                    <a:pt x="4251688" y="1763654"/>
                  </a:lnTo>
                  <a:lnTo>
                    <a:pt x="4249794" y="1792559"/>
                  </a:lnTo>
                  <a:close/>
                </a:path>
                <a:path w="7310755" h="7158355">
                  <a:moveTo>
                    <a:pt x="4352576" y="1425397"/>
                  </a:moveTo>
                  <a:lnTo>
                    <a:pt x="4339052" y="1452432"/>
                  </a:lnTo>
                  <a:lnTo>
                    <a:pt x="4316979" y="1471519"/>
                  </a:lnTo>
                  <a:lnTo>
                    <a:pt x="4289359" y="1480935"/>
                  </a:lnTo>
                  <a:lnTo>
                    <a:pt x="4259196" y="1478958"/>
                  </a:lnTo>
                  <a:lnTo>
                    <a:pt x="4232163" y="1465435"/>
                  </a:lnTo>
                  <a:lnTo>
                    <a:pt x="4213076" y="1443363"/>
                  </a:lnTo>
                  <a:lnTo>
                    <a:pt x="4203658" y="1415742"/>
                  </a:lnTo>
                  <a:lnTo>
                    <a:pt x="4205635" y="1385578"/>
                  </a:lnTo>
                  <a:lnTo>
                    <a:pt x="4219160" y="1358538"/>
                  </a:lnTo>
                  <a:lnTo>
                    <a:pt x="4241236" y="1339443"/>
                  </a:lnTo>
                  <a:lnTo>
                    <a:pt x="4268859" y="1330018"/>
                  </a:lnTo>
                  <a:lnTo>
                    <a:pt x="4299022" y="1331991"/>
                  </a:lnTo>
                  <a:lnTo>
                    <a:pt x="4326055" y="1345518"/>
                  </a:lnTo>
                  <a:lnTo>
                    <a:pt x="4345139" y="1367599"/>
                  </a:lnTo>
                  <a:lnTo>
                    <a:pt x="4354554" y="1395228"/>
                  </a:lnTo>
                  <a:lnTo>
                    <a:pt x="4352576" y="1425397"/>
                  </a:lnTo>
                  <a:close/>
                </a:path>
                <a:path w="7310755" h="7158355">
                  <a:moveTo>
                    <a:pt x="4450258" y="1056852"/>
                  </a:moveTo>
                  <a:lnTo>
                    <a:pt x="4437108" y="1083141"/>
                  </a:lnTo>
                  <a:lnTo>
                    <a:pt x="4415646" y="1101705"/>
                  </a:lnTo>
                  <a:lnTo>
                    <a:pt x="4388790" y="1110866"/>
                  </a:lnTo>
                  <a:lnTo>
                    <a:pt x="4359464" y="1108947"/>
                  </a:lnTo>
                  <a:lnTo>
                    <a:pt x="4333181" y="1095796"/>
                  </a:lnTo>
                  <a:lnTo>
                    <a:pt x="4314625" y="1074330"/>
                  </a:lnTo>
                  <a:lnTo>
                    <a:pt x="4305472" y="1047469"/>
                  </a:lnTo>
                  <a:lnTo>
                    <a:pt x="4307395" y="1018138"/>
                  </a:lnTo>
                  <a:lnTo>
                    <a:pt x="4320544" y="991849"/>
                  </a:lnTo>
                  <a:lnTo>
                    <a:pt x="4342007" y="973285"/>
                  </a:lnTo>
                  <a:lnTo>
                    <a:pt x="4368862" y="964124"/>
                  </a:lnTo>
                  <a:lnTo>
                    <a:pt x="4398188" y="966043"/>
                  </a:lnTo>
                  <a:lnTo>
                    <a:pt x="4424472" y="979194"/>
                  </a:lnTo>
                  <a:lnTo>
                    <a:pt x="4443027" y="1000660"/>
                  </a:lnTo>
                  <a:lnTo>
                    <a:pt x="4452181" y="1027521"/>
                  </a:lnTo>
                  <a:lnTo>
                    <a:pt x="4450258" y="1056852"/>
                  </a:lnTo>
                  <a:close/>
                </a:path>
                <a:path w="7310755" h="7158355">
                  <a:moveTo>
                    <a:pt x="4545894" y="687753"/>
                  </a:moveTo>
                  <a:lnTo>
                    <a:pt x="4533495" y="712541"/>
                  </a:lnTo>
                  <a:lnTo>
                    <a:pt x="4513259" y="730042"/>
                  </a:lnTo>
                  <a:lnTo>
                    <a:pt x="4487940" y="738676"/>
                  </a:lnTo>
                  <a:lnTo>
                    <a:pt x="4460292" y="736866"/>
                  </a:lnTo>
                  <a:lnTo>
                    <a:pt x="4435513" y="724469"/>
                  </a:lnTo>
                  <a:lnTo>
                    <a:pt x="4418017" y="704233"/>
                  </a:lnTo>
                  <a:lnTo>
                    <a:pt x="4409386" y="678909"/>
                  </a:lnTo>
                  <a:lnTo>
                    <a:pt x="4411199" y="651252"/>
                  </a:lnTo>
                  <a:lnTo>
                    <a:pt x="4423598" y="626464"/>
                  </a:lnTo>
                  <a:lnTo>
                    <a:pt x="4443834" y="608964"/>
                  </a:lnTo>
                  <a:lnTo>
                    <a:pt x="4469153" y="600329"/>
                  </a:lnTo>
                  <a:lnTo>
                    <a:pt x="4496801" y="602140"/>
                  </a:lnTo>
                  <a:lnTo>
                    <a:pt x="4521580" y="614536"/>
                  </a:lnTo>
                  <a:lnTo>
                    <a:pt x="4539076" y="634773"/>
                  </a:lnTo>
                  <a:lnTo>
                    <a:pt x="4547707" y="660096"/>
                  </a:lnTo>
                  <a:lnTo>
                    <a:pt x="4545894" y="687753"/>
                  </a:lnTo>
                  <a:close/>
                </a:path>
                <a:path w="7310755" h="7158355">
                  <a:moveTo>
                    <a:pt x="4603776" y="308423"/>
                  </a:moveTo>
                  <a:lnTo>
                    <a:pt x="4599078" y="317816"/>
                  </a:lnTo>
                  <a:lnTo>
                    <a:pt x="4591415" y="324440"/>
                  </a:lnTo>
                  <a:lnTo>
                    <a:pt x="4581826" y="327703"/>
                  </a:lnTo>
                  <a:lnTo>
                    <a:pt x="4571356" y="327014"/>
                  </a:lnTo>
                  <a:lnTo>
                    <a:pt x="4561970" y="322322"/>
                  </a:lnTo>
                  <a:lnTo>
                    <a:pt x="4555341" y="314664"/>
                  </a:lnTo>
                  <a:lnTo>
                    <a:pt x="4552070" y="305077"/>
                  </a:lnTo>
                  <a:lnTo>
                    <a:pt x="4552758" y="294598"/>
                  </a:lnTo>
                  <a:lnTo>
                    <a:pt x="4557455" y="285205"/>
                  </a:lnTo>
                  <a:lnTo>
                    <a:pt x="4565119" y="278581"/>
                  </a:lnTo>
                  <a:lnTo>
                    <a:pt x="4574708" y="275317"/>
                  </a:lnTo>
                  <a:lnTo>
                    <a:pt x="4585178" y="276006"/>
                  </a:lnTo>
                  <a:lnTo>
                    <a:pt x="4594564" y="280698"/>
                  </a:lnTo>
                  <a:lnTo>
                    <a:pt x="4601193" y="288356"/>
                  </a:lnTo>
                  <a:lnTo>
                    <a:pt x="4604464" y="297943"/>
                  </a:lnTo>
                  <a:lnTo>
                    <a:pt x="4603776" y="308423"/>
                  </a:lnTo>
                  <a:close/>
                </a:path>
                <a:path w="7310755" h="7158355">
                  <a:moveTo>
                    <a:pt x="4471127" y="2247552"/>
                  </a:moveTo>
                  <a:lnTo>
                    <a:pt x="4466807" y="2256188"/>
                  </a:lnTo>
                  <a:lnTo>
                    <a:pt x="4459755" y="2262285"/>
                  </a:lnTo>
                  <a:lnTo>
                    <a:pt x="4450932" y="2265293"/>
                  </a:lnTo>
                  <a:lnTo>
                    <a:pt x="4441297" y="2264662"/>
                  </a:lnTo>
                  <a:lnTo>
                    <a:pt x="4432661" y="2260342"/>
                  </a:lnTo>
                  <a:lnTo>
                    <a:pt x="4426564" y="2253291"/>
                  </a:lnTo>
                  <a:lnTo>
                    <a:pt x="4423556" y="2244468"/>
                  </a:lnTo>
                  <a:lnTo>
                    <a:pt x="4424187" y="2234833"/>
                  </a:lnTo>
                  <a:lnTo>
                    <a:pt x="4428507" y="2226197"/>
                  </a:lnTo>
                  <a:lnTo>
                    <a:pt x="4435559" y="2220100"/>
                  </a:lnTo>
                  <a:lnTo>
                    <a:pt x="4444382" y="2217092"/>
                  </a:lnTo>
                  <a:lnTo>
                    <a:pt x="4454017" y="2217723"/>
                  </a:lnTo>
                  <a:lnTo>
                    <a:pt x="4462652" y="2222043"/>
                  </a:lnTo>
                  <a:lnTo>
                    <a:pt x="4468749" y="2229094"/>
                  </a:lnTo>
                  <a:lnTo>
                    <a:pt x="4471758" y="2237917"/>
                  </a:lnTo>
                  <a:lnTo>
                    <a:pt x="4471127" y="2247552"/>
                  </a:lnTo>
                  <a:close/>
                </a:path>
                <a:path w="7310755" h="7158355">
                  <a:moveTo>
                    <a:pt x="4627993" y="1895046"/>
                  </a:moveTo>
                  <a:lnTo>
                    <a:pt x="4613155" y="1924708"/>
                  </a:lnTo>
                  <a:lnTo>
                    <a:pt x="4588934" y="1945651"/>
                  </a:lnTo>
                  <a:lnTo>
                    <a:pt x="4558627" y="1955984"/>
                  </a:lnTo>
                  <a:lnTo>
                    <a:pt x="4525532" y="1953816"/>
                  </a:lnTo>
                  <a:lnTo>
                    <a:pt x="4495870" y="1938977"/>
                  </a:lnTo>
                  <a:lnTo>
                    <a:pt x="4474927" y="1914757"/>
                  </a:lnTo>
                  <a:lnTo>
                    <a:pt x="4464594" y="1884450"/>
                  </a:lnTo>
                  <a:lnTo>
                    <a:pt x="4466762" y="1851354"/>
                  </a:lnTo>
                  <a:lnTo>
                    <a:pt x="4481600" y="1821692"/>
                  </a:lnTo>
                  <a:lnTo>
                    <a:pt x="4505821" y="1800749"/>
                  </a:lnTo>
                  <a:lnTo>
                    <a:pt x="4536127" y="1790417"/>
                  </a:lnTo>
                  <a:lnTo>
                    <a:pt x="4569223" y="1792585"/>
                  </a:lnTo>
                  <a:lnTo>
                    <a:pt x="4598885" y="1807423"/>
                  </a:lnTo>
                  <a:lnTo>
                    <a:pt x="4619828" y="1831644"/>
                  </a:lnTo>
                  <a:lnTo>
                    <a:pt x="4630161" y="1861950"/>
                  </a:lnTo>
                  <a:lnTo>
                    <a:pt x="4627993" y="1895046"/>
                  </a:lnTo>
                  <a:close/>
                </a:path>
                <a:path w="7310755" h="7158355">
                  <a:moveTo>
                    <a:pt x="4730775" y="1527883"/>
                  </a:moveTo>
                  <a:lnTo>
                    <a:pt x="4715373" y="1558672"/>
                  </a:lnTo>
                  <a:lnTo>
                    <a:pt x="4690233" y="1580411"/>
                  </a:lnTo>
                  <a:lnTo>
                    <a:pt x="4658776" y="1591136"/>
                  </a:lnTo>
                  <a:lnTo>
                    <a:pt x="4624423" y="1588885"/>
                  </a:lnTo>
                  <a:lnTo>
                    <a:pt x="4593634" y="1573483"/>
                  </a:lnTo>
                  <a:lnTo>
                    <a:pt x="4571895" y="1548343"/>
                  </a:lnTo>
                  <a:lnTo>
                    <a:pt x="4561170" y="1516885"/>
                  </a:lnTo>
                  <a:lnTo>
                    <a:pt x="4563421" y="1482532"/>
                  </a:lnTo>
                  <a:lnTo>
                    <a:pt x="4578821" y="1451749"/>
                  </a:lnTo>
                  <a:lnTo>
                    <a:pt x="4603961" y="1430014"/>
                  </a:lnTo>
                  <a:lnTo>
                    <a:pt x="4635418" y="1419290"/>
                  </a:lnTo>
                  <a:lnTo>
                    <a:pt x="4669771" y="1421541"/>
                  </a:lnTo>
                  <a:lnTo>
                    <a:pt x="4700560" y="1436943"/>
                  </a:lnTo>
                  <a:lnTo>
                    <a:pt x="4722298" y="1462082"/>
                  </a:lnTo>
                  <a:lnTo>
                    <a:pt x="4733024" y="1493536"/>
                  </a:lnTo>
                  <a:lnTo>
                    <a:pt x="4730775" y="1527883"/>
                  </a:lnTo>
                  <a:close/>
                </a:path>
                <a:path w="7310755" h="7158355">
                  <a:moveTo>
                    <a:pt x="4827434" y="1159061"/>
                  </a:moveTo>
                  <a:lnTo>
                    <a:pt x="4812597" y="1188719"/>
                  </a:lnTo>
                  <a:lnTo>
                    <a:pt x="4788378" y="1209657"/>
                  </a:lnTo>
                  <a:lnTo>
                    <a:pt x="4758072" y="1219986"/>
                  </a:lnTo>
                  <a:lnTo>
                    <a:pt x="4724977" y="1217816"/>
                  </a:lnTo>
                  <a:lnTo>
                    <a:pt x="4695314" y="1202979"/>
                  </a:lnTo>
                  <a:lnTo>
                    <a:pt x="4674370" y="1178763"/>
                  </a:lnTo>
                  <a:lnTo>
                    <a:pt x="4664036" y="1148461"/>
                  </a:lnTo>
                  <a:lnTo>
                    <a:pt x="4666203" y="1115370"/>
                  </a:lnTo>
                  <a:lnTo>
                    <a:pt x="4681040" y="1085712"/>
                  </a:lnTo>
                  <a:lnTo>
                    <a:pt x="4705259" y="1064774"/>
                  </a:lnTo>
                  <a:lnTo>
                    <a:pt x="4735565" y="1054445"/>
                  </a:lnTo>
                  <a:lnTo>
                    <a:pt x="4768660" y="1056615"/>
                  </a:lnTo>
                  <a:lnTo>
                    <a:pt x="4798323" y="1071452"/>
                  </a:lnTo>
                  <a:lnTo>
                    <a:pt x="4819267" y="1095669"/>
                  </a:lnTo>
                  <a:lnTo>
                    <a:pt x="4829601" y="1125970"/>
                  </a:lnTo>
                  <a:lnTo>
                    <a:pt x="4827434" y="1159061"/>
                  </a:lnTo>
                  <a:close/>
                </a:path>
                <a:path w="7310755" h="7158355">
                  <a:moveTo>
                    <a:pt x="4921032" y="789410"/>
                  </a:moveTo>
                  <a:lnTo>
                    <a:pt x="4907319" y="816824"/>
                  </a:lnTo>
                  <a:lnTo>
                    <a:pt x="4884937" y="836186"/>
                  </a:lnTo>
                  <a:lnTo>
                    <a:pt x="4856930" y="845742"/>
                  </a:lnTo>
                  <a:lnTo>
                    <a:pt x="4826345" y="843742"/>
                  </a:lnTo>
                  <a:lnTo>
                    <a:pt x="4798936" y="830026"/>
                  </a:lnTo>
                  <a:lnTo>
                    <a:pt x="4779586" y="807637"/>
                  </a:lnTo>
                  <a:lnTo>
                    <a:pt x="4770041" y="779624"/>
                  </a:lnTo>
                  <a:lnTo>
                    <a:pt x="4772046" y="749037"/>
                  </a:lnTo>
                  <a:lnTo>
                    <a:pt x="4785756" y="721630"/>
                  </a:lnTo>
                  <a:lnTo>
                    <a:pt x="4808134" y="702287"/>
                  </a:lnTo>
                  <a:lnTo>
                    <a:pt x="4836136" y="692748"/>
                  </a:lnTo>
                  <a:lnTo>
                    <a:pt x="4866718" y="694756"/>
                  </a:lnTo>
                  <a:lnTo>
                    <a:pt x="4894130" y="708463"/>
                  </a:lnTo>
                  <a:lnTo>
                    <a:pt x="4913485" y="730835"/>
                  </a:lnTo>
                  <a:lnTo>
                    <a:pt x="4923035" y="758831"/>
                  </a:lnTo>
                  <a:lnTo>
                    <a:pt x="4921032" y="789410"/>
                  </a:lnTo>
                  <a:close/>
                </a:path>
                <a:path w="7310755" h="7158355">
                  <a:moveTo>
                    <a:pt x="4972791" y="408420"/>
                  </a:moveTo>
                  <a:lnTo>
                    <a:pt x="4967906" y="418188"/>
                  </a:lnTo>
                  <a:lnTo>
                    <a:pt x="4959935" y="425078"/>
                  </a:lnTo>
                  <a:lnTo>
                    <a:pt x="4949963" y="428474"/>
                  </a:lnTo>
                  <a:lnTo>
                    <a:pt x="4939071" y="427757"/>
                  </a:lnTo>
                  <a:lnTo>
                    <a:pt x="4929308" y="422877"/>
                  </a:lnTo>
                  <a:lnTo>
                    <a:pt x="4922414" y="414911"/>
                  </a:lnTo>
                  <a:lnTo>
                    <a:pt x="4919013" y="404939"/>
                  </a:lnTo>
                  <a:lnTo>
                    <a:pt x="4919728" y="394041"/>
                  </a:lnTo>
                  <a:lnTo>
                    <a:pt x="4924613" y="384273"/>
                  </a:lnTo>
                  <a:lnTo>
                    <a:pt x="4932584" y="377383"/>
                  </a:lnTo>
                  <a:lnTo>
                    <a:pt x="4942556" y="373988"/>
                  </a:lnTo>
                  <a:lnTo>
                    <a:pt x="4953447" y="374705"/>
                  </a:lnTo>
                  <a:lnTo>
                    <a:pt x="4963211" y="379585"/>
                  </a:lnTo>
                  <a:lnTo>
                    <a:pt x="4970105" y="387551"/>
                  </a:lnTo>
                  <a:lnTo>
                    <a:pt x="4973506" y="397522"/>
                  </a:lnTo>
                  <a:lnTo>
                    <a:pt x="4972791" y="408420"/>
                  </a:lnTo>
                  <a:close/>
                </a:path>
                <a:path w="7310755" h="7158355">
                  <a:moveTo>
                    <a:pt x="4867690" y="2355015"/>
                  </a:moveTo>
                  <a:lnTo>
                    <a:pt x="4858111" y="2374163"/>
                  </a:lnTo>
                  <a:lnTo>
                    <a:pt x="4842475" y="2387682"/>
                  </a:lnTo>
                  <a:lnTo>
                    <a:pt x="4822911" y="2394352"/>
                  </a:lnTo>
                  <a:lnTo>
                    <a:pt x="4801547" y="2392953"/>
                  </a:lnTo>
                  <a:lnTo>
                    <a:pt x="4782400" y="2383374"/>
                  </a:lnTo>
                  <a:lnTo>
                    <a:pt x="4768880" y="2367739"/>
                  </a:lnTo>
                  <a:lnTo>
                    <a:pt x="4762210" y="2348175"/>
                  </a:lnTo>
                  <a:lnTo>
                    <a:pt x="4763609" y="2326811"/>
                  </a:lnTo>
                  <a:lnTo>
                    <a:pt x="4773188" y="2307664"/>
                  </a:lnTo>
                  <a:lnTo>
                    <a:pt x="4788824" y="2294144"/>
                  </a:lnTo>
                  <a:lnTo>
                    <a:pt x="4808388" y="2287474"/>
                  </a:lnTo>
                  <a:lnTo>
                    <a:pt x="4829751" y="2288873"/>
                  </a:lnTo>
                  <a:lnTo>
                    <a:pt x="4848899" y="2298451"/>
                  </a:lnTo>
                  <a:lnTo>
                    <a:pt x="4862419" y="2314085"/>
                  </a:lnTo>
                  <a:lnTo>
                    <a:pt x="4869089" y="2333649"/>
                  </a:lnTo>
                  <a:lnTo>
                    <a:pt x="4867690" y="2355015"/>
                  </a:lnTo>
                  <a:close/>
                </a:path>
                <a:path w="7310755" h="7158355">
                  <a:moveTo>
                    <a:pt x="5004148" y="1996978"/>
                  </a:moveTo>
                  <a:lnTo>
                    <a:pt x="4987807" y="2029644"/>
                  </a:lnTo>
                  <a:lnTo>
                    <a:pt x="4961134" y="2052707"/>
                  </a:lnTo>
                  <a:lnTo>
                    <a:pt x="4927759" y="2064086"/>
                  </a:lnTo>
                  <a:lnTo>
                    <a:pt x="4891312" y="2061699"/>
                  </a:lnTo>
                  <a:lnTo>
                    <a:pt x="4858647" y="2045358"/>
                  </a:lnTo>
                  <a:lnTo>
                    <a:pt x="4835583" y="2018685"/>
                  </a:lnTo>
                  <a:lnTo>
                    <a:pt x="4824204" y="1985310"/>
                  </a:lnTo>
                  <a:lnTo>
                    <a:pt x="4826592" y="1948863"/>
                  </a:lnTo>
                  <a:lnTo>
                    <a:pt x="4842933" y="1916198"/>
                  </a:lnTo>
                  <a:lnTo>
                    <a:pt x="4869606" y="1893134"/>
                  </a:lnTo>
                  <a:lnTo>
                    <a:pt x="4902981" y="1881755"/>
                  </a:lnTo>
                  <a:lnTo>
                    <a:pt x="4939427" y="1884142"/>
                  </a:lnTo>
                  <a:lnTo>
                    <a:pt x="4972093" y="1900483"/>
                  </a:lnTo>
                  <a:lnTo>
                    <a:pt x="4995156" y="1927157"/>
                  </a:lnTo>
                  <a:lnTo>
                    <a:pt x="5006535" y="1960532"/>
                  </a:lnTo>
                  <a:lnTo>
                    <a:pt x="5004148" y="1996978"/>
                  </a:lnTo>
                  <a:close/>
                </a:path>
                <a:path w="7310755" h="7158355">
                  <a:moveTo>
                    <a:pt x="5109991" y="1630645"/>
                  </a:moveTo>
                  <a:lnTo>
                    <a:pt x="5092524" y="1665564"/>
                  </a:lnTo>
                  <a:lnTo>
                    <a:pt x="5064011" y="1690219"/>
                  </a:lnTo>
                  <a:lnTo>
                    <a:pt x="5028335" y="1702382"/>
                  </a:lnTo>
                  <a:lnTo>
                    <a:pt x="4989373" y="1699830"/>
                  </a:lnTo>
                  <a:lnTo>
                    <a:pt x="4954454" y="1682362"/>
                  </a:lnTo>
                  <a:lnTo>
                    <a:pt x="4929800" y="1653849"/>
                  </a:lnTo>
                  <a:lnTo>
                    <a:pt x="4917637" y="1618173"/>
                  </a:lnTo>
                  <a:lnTo>
                    <a:pt x="4920189" y="1579211"/>
                  </a:lnTo>
                  <a:lnTo>
                    <a:pt x="4937660" y="1544280"/>
                  </a:lnTo>
                  <a:lnTo>
                    <a:pt x="4966173" y="1519624"/>
                  </a:lnTo>
                  <a:lnTo>
                    <a:pt x="5001849" y="1507463"/>
                  </a:lnTo>
                  <a:lnTo>
                    <a:pt x="5040810" y="1510017"/>
                  </a:lnTo>
                  <a:lnTo>
                    <a:pt x="5075730" y="1527483"/>
                  </a:lnTo>
                  <a:lnTo>
                    <a:pt x="5100384" y="1555993"/>
                  </a:lnTo>
                  <a:lnTo>
                    <a:pt x="5112547" y="1591672"/>
                  </a:lnTo>
                  <a:lnTo>
                    <a:pt x="5109991" y="1630645"/>
                  </a:lnTo>
                  <a:close/>
                </a:path>
                <a:path w="7310755" h="7158355">
                  <a:moveTo>
                    <a:pt x="5203589" y="1260993"/>
                  </a:moveTo>
                  <a:lnTo>
                    <a:pt x="5187250" y="1293652"/>
                  </a:lnTo>
                  <a:lnTo>
                    <a:pt x="5160577" y="1316717"/>
                  </a:lnTo>
                  <a:lnTo>
                    <a:pt x="5127201" y="1328099"/>
                  </a:lnTo>
                  <a:lnTo>
                    <a:pt x="5090753" y="1325714"/>
                  </a:lnTo>
                  <a:lnTo>
                    <a:pt x="5058088" y="1309371"/>
                  </a:lnTo>
                  <a:lnTo>
                    <a:pt x="5035026" y="1282694"/>
                  </a:lnTo>
                  <a:lnTo>
                    <a:pt x="5023647" y="1249318"/>
                  </a:lnTo>
                  <a:lnTo>
                    <a:pt x="5026033" y="1212878"/>
                  </a:lnTo>
                  <a:lnTo>
                    <a:pt x="5042372" y="1180219"/>
                  </a:lnTo>
                  <a:lnTo>
                    <a:pt x="5069045" y="1157155"/>
                  </a:lnTo>
                  <a:lnTo>
                    <a:pt x="5102421" y="1145773"/>
                  </a:lnTo>
                  <a:lnTo>
                    <a:pt x="5138868" y="1148158"/>
                  </a:lnTo>
                  <a:lnTo>
                    <a:pt x="5171533" y="1164501"/>
                  </a:lnTo>
                  <a:lnTo>
                    <a:pt x="5194596" y="1191178"/>
                  </a:lnTo>
                  <a:lnTo>
                    <a:pt x="5205975" y="1224553"/>
                  </a:lnTo>
                  <a:lnTo>
                    <a:pt x="5203589" y="1260993"/>
                  </a:lnTo>
                  <a:close/>
                </a:path>
                <a:path w="7310755" h="7158355">
                  <a:moveTo>
                    <a:pt x="5294125" y="890512"/>
                  </a:moveTo>
                  <a:lnTo>
                    <a:pt x="5279476" y="919795"/>
                  </a:lnTo>
                  <a:lnTo>
                    <a:pt x="5255564" y="940467"/>
                  </a:lnTo>
                  <a:lnTo>
                    <a:pt x="5225643" y="950665"/>
                  </a:lnTo>
                  <a:lnTo>
                    <a:pt x="5192967" y="948522"/>
                  </a:lnTo>
                  <a:lnTo>
                    <a:pt x="5163679" y="933873"/>
                  </a:lnTo>
                  <a:lnTo>
                    <a:pt x="5143001" y="909964"/>
                  </a:lnTo>
                  <a:lnTo>
                    <a:pt x="5132798" y="880047"/>
                  </a:lnTo>
                  <a:lnTo>
                    <a:pt x="5134938" y="847375"/>
                  </a:lnTo>
                  <a:lnTo>
                    <a:pt x="5149587" y="818092"/>
                  </a:lnTo>
                  <a:lnTo>
                    <a:pt x="5173498" y="797420"/>
                  </a:lnTo>
                  <a:lnTo>
                    <a:pt x="5203419" y="787223"/>
                  </a:lnTo>
                  <a:lnTo>
                    <a:pt x="5236096" y="789365"/>
                  </a:lnTo>
                  <a:lnTo>
                    <a:pt x="5265383" y="804014"/>
                  </a:lnTo>
                  <a:lnTo>
                    <a:pt x="5286062" y="827923"/>
                  </a:lnTo>
                  <a:lnTo>
                    <a:pt x="5296265" y="857840"/>
                  </a:lnTo>
                  <a:lnTo>
                    <a:pt x="5294125" y="890512"/>
                  </a:lnTo>
                  <a:close/>
                </a:path>
                <a:path w="7310755" h="7158355">
                  <a:moveTo>
                    <a:pt x="5331598" y="505652"/>
                  </a:moveTo>
                  <a:lnTo>
                    <a:pt x="5328409" y="512022"/>
                  </a:lnTo>
                  <a:lnTo>
                    <a:pt x="5323198" y="516522"/>
                  </a:lnTo>
                  <a:lnTo>
                    <a:pt x="5316677" y="518744"/>
                  </a:lnTo>
                  <a:lnTo>
                    <a:pt x="5309557" y="518278"/>
                  </a:lnTo>
                  <a:lnTo>
                    <a:pt x="5303175" y="515085"/>
                  </a:lnTo>
                  <a:lnTo>
                    <a:pt x="5298668" y="509875"/>
                  </a:lnTo>
                  <a:lnTo>
                    <a:pt x="5296442" y="503359"/>
                  </a:lnTo>
                  <a:lnTo>
                    <a:pt x="5296905" y="496251"/>
                  </a:lnTo>
                  <a:lnTo>
                    <a:pt x="5300095" y="489881"/>
                  </a:lnTo>
                  <a:lnTo>
                    <a:pt x="5305306" y="485380"/>
                  </a:lnTo>
                  <a:lnTo>
                    <a:pt x="5311826" y="483159"/>
                  </a:lnTo>
                  <a:lnTo>
                    <a:pt x="5318947" y="483625"/>
                  </a:lnTo>
                  <a:lnTo>
                    <a:pt x="5325331" y="486810"/>
                  </a:lnTo>
                  <a:lnTo>
                    <a:pt x="5329841" y="492008"/>
                  </a:lnTo>
                  <a:lnTo>
                    <a:pt x="5332067" y="498521"/>
                  </a:lnTo>
                  <a:lnTo>
                    <a:pt x="5331598" y="505652"/>
                  </a:lnTo>
                  <a:close/>
                </a:path>
                <a:path w="7310755" h="7158355">
                  <a:moveTo>
                    <a:pt x="5100345" y="2804606"/>
                  </a:moveTo>
                  <a:lnTo>
                    <a:pt x="5096068" y="2820388"/>
                  </a:lnTo>
                  <a:lnTo>
                    <a:pt x="5087941" y="2825050"/>
                  </a:lnTo>
                  <a:lnTo>
                    <a:pt x="5072159" y="2820773"/>
                  </a:lnTo>
                  <a:lnTo>
                    <a:pt x="5067498" y="2812646"/>
                  </a:lnTo>
                  <a:lnTo>
                    <a:pt x="5071774" y="2796864"/>
                  </a:lnTo>
                  <a:lnTo>
                    <a:pt x="5079901" y="2792202"/>
                  </a:lnTo>
                  <a:lnTo>
                    <a:pt x="5095684" y="2796479"/>
                  </a:lnTo>
                  <a:lnTo>
                    <a:pt x="5100345" y="2804606"/>
                  </a:lnTo>
                  <a:close/>
                </a:path>
                <a:path w="7310755" h="7158355">
                  <a:moveTo>
                    <a:pt x="5261196" y="2461650"/>
                  </a:moveTo>
                  <a:lnTo>
                    <a:pt x="5246921" y="2490187"/>
                  </a:lnTo>
                  <a:lnTo>
                    <a:pt x="5223621" y="2510335"/>
                  </a:lnTo>
                  <a:lnTo>
                    <a:pt x="5194466" y="2520275"/>
                  </a:lnTo>
                  <a:lnTo>
                    <a:pt x="5162626" y="2518188"/>
                  </a:lnTo>
                  <a:lnTo>
                    <a:pt x="5134088" y="2503913"/>
                  </a:lnTo>
                  <a:lnTo>
                    <a:pt x="5113940" y="2480613"/>
                  </a:lnTo>
                  <a:lnTo>
                    <a:pt x="5104001" y="2451458"/>
                  </a:lnTo>
                  <a:lnTo>
                    <a:pt x="5106087" y="2419617"/>
                  </a:lnTo>
                  <a:lnTo>
                    <a:pt x="5120362" y="2391080"/>
                  </a:lnTo>
                  <a:lnTo>
                    <a:pt x="5143662" y="2370932"/>
                  </a:lnTo>
                  <a:lnTo>
                    <a:pt x="5172817" y="2360993"/>
                  </a:lnTo>
                  <a:lnTo>
                    <a:pt x="5204658" y="2363079"/>
                  </a:lnTo>
                  <a:lnTo>
                    <a:pt x="5233195" y="2377355"/>
                  </a:lnTo>
                  <a:lnTo>
                    <a:pt x="5253342" y="2400656"/>
                  </a:lnTo>
                  <a:lnTo>
                    <a:pt x="5263282" y="2429811"/>
                  </a:lnTo>
                  <a:lnTo>
                    <a:pt x="5261196" y="2461650"/>
                  </a:lnTo>
                  <a:close/>
                </a:path>
                <a:path w="7310755" h="7158355">
                  <a:moveTo>
                    <a:pt x="5374180" y="2097251"/>
                  </a:moveTo>
                  <a:lnTo>
                    <a:pt x="5357463" y="2130666"/>
                  </a:lnTo>
                  <a:lnTo>
                    <a:pt x="5330177" y="2154260"/>
                  </a:lnTo>
                  <a:lnTo>
                    <a:pt x="5296035" y="2165901"/>
                  </a:lnTo>
                  <a:lnTo>
                    <a:pt x="5258752" y="2163459"/>
                  </a:lnTo>
                  <a:lnTo>
                    <a:pt x="5225337" y="2146742"/>
                  </a:lnTo>
                  <a:lnTo>
                    <a:pt x="5201744" y="2119456"/>
                  </a:lnTo>
                  <a:lnTo>
                    <a:pt x="5190103" y="2085314"/>
                  </a:lnTo>
                  <a:lnTo>
                    <a:pt x="5192545" y="2048031"/>
                  </a:lnTo>
                  <a:lnTo>
                    <a:pt x="5209261" y="2014616"/>
                  </a:lnTo>
                  <a:lnTo>
                    <a:pt x="5236547" y="1991023"/>
                  </a:lnTo>
                  <a:lnTo>
                    <a:pt x="5270689" y="1979382"/>
                  </a:lnTo>
                  <a:lnTo>
                    <a:pt x="5307972" y="1981824"/>
                  </a:lnTo>
                  <a:lnTo>
                    <a:pt x="5341387" y="1998539"/>
                  </a:lnTo>
                  <a:lnTo>
                    <a:pt x="5364981" y="2025824"/>
                  </a:lnTo>
                  <a:lnTo>
                    <a:pt x="5376622" y="2059966"/>
                  </a:lnTo>
                  <a:lnTo>
                    <a:pt x="5374180" y="2097251"/>
                  </a:lnTo>
                  <a:close/>
                </a:path>
                <a:path w="7310755" h="7158355">
                  <a:moveTo>
                    <a:pt x="5481045" y="1731195"/>
                  </a:moveTo>
                  <a:lnTo>
                    <a:pt x="5463014" y="1767241"/>
                  </a:lnTo>
                  <a:lnTo>
                    <a:pt x="5433582" y="1792691"/>
                  </a:lnTo>
                  <a:lnTo>
                    <a:pt x="5396755" y="1805247"/>
                  </a:lnTo>
                  <a:lnTo>
                    <a:pt x="5356536" y="1802612"/>
                  </a:lnTo>
                  <a:lnTo>
                    <a:pt x="5320490" y="1784580"/>
                  </a:lnTo>
                  <a:lnTo>
                    <a:pt x="5295041" y="1755148"/>
                  </a:lnTo>
                  <a:lnTo>
                    <a:pt x="5282485" y="1718321"/>
                  </a:lnTo>
                  <a:lnTo>
                    <a:pt x="5285120" y="1678102"/>
                  </a:lnTo>
                  <a:lnTo>
                    <a:pt x="5303154" y="1642045"/>
                  </a:lnTo>
                  <a:lnTo>
                    <a:pt x="5332587" y="1616592"/>
                  </a:lnTo>
                  <a:lnTo>
                    <a:pt x="5369415" y="1604036"/>
                  </a:lnTo>
                  <a:lnTo>
                    <a:pt x="5409633" y="1606671"/>
                  </a:lnTo>
                  <a:lnTo>
                    <a:pt x="5445679" y="1624702"/>
                  </a:lnTo>
                  <a:lnTo>
                    <a:pt x="5471129" y="1654134"/>
                  </a:lnTo>
                  <a:lnTo>
                    <a:pt x="5483683" y="1690966"/>
                  </a:lnTo>
                  <a:lnTo>
                    <a:pt x="5481045" y="1731195"/>
                  </a:lnTo>
                  <a:close/>
                </a:path>
                <a:path w="7310755" h="7158355">
                  <a:moveTo>
                    <a:pt x="5573620" y="1361267"/>
                  </a:moveTo>
                  <a:lnTo>
                    <a:pt x="5556906" y="1394676"/>
                  </a:lnTo>
                  <a:lnTo>
                    <a:pt x="5529619" y="1418272"/>
                  </a:lnTo>
                  <a:lnTo>
                    <a:pt x="5495475" y="1429918"/>
                  </a:lnTo>
                  <a:lnTo>
                    <a:pt x="5458192" y="1427479"/>
                  </a:lnTo>
                  <a:lnTo>
                    <a:pt x="5424777" y="1410760"/>
                  </a:lnTo>
                  <a:lnTo>
                    <a:pt x="5401186" y="1383468"/>
                  </a:lnTo>
                  <a:lnTo>
                    <a:pt x="5389546" y="1349324"/>
                  </a:lnTo>
                  <a:lnTo>
                    <a:pt x="5391986" y="1312046"/>
                  </a:lnTo>
                  <a:lnTo>
                    <a:pt x="5408701" y="1278637"/>
                  </a:lnTo>
                  <a:lnTo>
                    <a:pt x="5435988" y="1255041"/>
                  </a:lnTo>
                  <a:lnTo>
                    <a:pt x="5470131" y="1243395"/>
                  </a:lnTo>
                  <a:lnTo>
                    <a:pt x="5507415" y="1245834"/>
                  </a:lnTo>
                  <a:lnTo>
                    <a:pt x="5540829" y="1262553"/>
                  </a:lnTo>
                  <a:lnTo>
                    <a:pt x="5564421" y="1289845"/>
                  </a:lnTo>
                  <a:lnTo>
                    <a:pt x="5576061" y="1323989"/>
                  </a:lnTo>
                  <a:lnTo>
                    <a:pt x="5573620" y="1361267"/>
                  </a:lnTo>
                  <a:close/>
                </a:path>
                <a:path w="7310755" h="7158355">
                  <a:moveTo>
                    <a:pt x="5657017" y="988851"/>
                  </a:moveTo>
                  <a:lnTo>
                    <a:pt x="5643304" y="1016265"/>
                  </a:lnTo>
                  <a:lnTo>
                    <a:pt x="5620921" y="1035627"/>
                  </a:lnTo>
                  <a:lnTo>
                    <a:pt x="5592914" y="1045183"/>
                  </a:lnTo>
                  <a:lnTo>
                    <a:pt x="5562330" y="1043183"/>
                  </a:lnTo>
                  <a:lnTo>
                    <a:pt x="5534921" y="1029467"/>
                  </a:lnTo>
                  <a:lnTo>
                    <a:pt x="5515571" y="1007078"/>
                  </a:lnTo>
                  <a:lnTo>
                    <a:pt x="5506026" y="979065"/>
                  </a:lnTo>
                  <a:lnTo>
                    <a:pt x="5508031" y="948478"/>
                  </a:lnTo>
                  <a:lnTo>
                    <a:pt x="5521741" y="921071"/>
                  </a:lnTo>
                  <a:lnTo>
                    <a:pt x="5544119" y="901728"/>
                  </a:lnTo>
                  <a:lnTo>
                    <a:pt x="5572121" y="892189"/>
                  </a:lnTo>
                  <a:lnTo>
                    <a:pt x="5602703" y="894197"/>
                  </a:lnTo>
                  <a:lnTo>
                    <a:pt x="5630115" y="907904"/>
                  </a:lnTo>
                  <a:lnTo>
                    <a:pt x="5649470" y="930276"/>
                  </a:lnTo>
                  <a:lnTo>
                    <a:pt x="5659020" y="958272"/>
                  </a:lnTo>
                  <a:lnTo>
                    <a:pt x="5657017" y="988851"/>
                  </a:lnTo>
                  <a:close/>
                </a:path>
                <a:path w="7310755" h="7158355">
                  <a:moveTo>
                    <a:pt x="5686937" y="599530"/>
                  </a:moveTo>
                  <a:lnTo>
                    <a:pt x="5685718" y="604028"/>
                  </a:lnTo>
                  <a:lnTo>
                    <a:pt x="5683390" y="605371"/>
                  </a:lnTo>
                  <a:lnTo>
                    <a:pt x="5678882" y="604150"/>
                  </a:lnTo>
                  <a:lnTo>
                    <a:pt x="5677551" y="601814"/>
                  </a:lnTo>
                  <a:lnTo>
                    <a:pt x="5678770" y="597317"/>
                  </a:lnTo>
                  <a:lnTo>
                    <a:pt x="5681098" y="595973"/>
                  </a:lnTo>
                  <a:lnTo>
                    <a:pt x="5685606" y="597194"/>
                  </a:lnTo>
                  <a:lnTo>
                    <a:pt x="5686937" y="599530"/>
                  </a:lnTo>
                  <a:close/>
                </a:path>
                <a:path w="7310755" h="7158355">
                  <a:moveTo>
                    <a:pt x="5356877" y="3275189"/>
                  </a:moveTo>
                  <a:lnTo>
                    <a:pt x="5355656" y="3279697"/>
                  </a:lnTo>
                  <a:lnTo>
                    <a:pt x="5353320" y="3281028"/>
                  </a:lnTo>
                  <a:lnTo>
                    <a:pt x="5348822" y="3279809"/>
                  </a:lnTo>
                  <a:lnTo>
                    <a:pt x="5347478" y="3277481"/>
                  </a:lnTo>
                  <a:lnTo>
                    <a:pt x="5348700" y="3272973"/>
                  </a:lnTo>
                  <a:lnTo>
                    <a:pt x="5351035" y="3271642"/>
                  </a:lnTo>
                  <a:lnTo>
                    <a:pt x="5355533" y="3272860"/>
                  </a:lnTo>
                  <a:lnTo>
                    <a:pt x="5356877" y="3275189"/>
                  </a:lnTo>
                  <a:close/>
                </a:path>
                <a:path w="7310755" h="7158355">
                  <a:moveTo>
                    <a:pt x="5506995" y="2923272"/>
                  </a:moveTo>
                  <a:lnTo>
                    <a:pt x="5496857" y="2943548"/>
                  </a:lnTo>
                  <a:lnTo>
                    <a:pt x="5480311" y="2957865"/>
                  </a:lnTo>
                  <a:lnTo>
                    <a:pt x="5459600" y="2964929"/>
                  </a:lnTo>
                  <a:lnTo>
                    <a:pt x="5436966" y="2963444"/>
                  </a:lnTo>
                  <a:lnTo>
                    <a:pt x="5416704" y="2953305"/>
                  </a:lnTo>
                  <a:lnTo>
                    <a:pt x="5402395" y="2936751"/>
                  </a:lnTo>
                  <a:lnTo>
                    <a:pt x="5395335" y="2916037"/>
                  </a:lnTo>
                  <a:lnTo>
                    <a:pt x="5396817" y="2893416"/>
                  </a:lnTo>
                  <a:lnTo>
                    <a:pt x="5406959" y="2873142"/>
                  </a:lnTo>
                  <a:lnTo>
                    <a:pt x="5423512" y="2858826"/>
                  </a:lnTo>
                  <a:lnTo>
                    <a:pt x="5444221" y="2851762"/>
                  </a:lnTo>
                  <a:lnTo>
                    <a:pt x="5466830" y="2853240"/>
                  </a:lnTo>
                  <a:lnTo>
                    <a:pt x="5487116" y="2863386"/>
                  </a:lnTo>
                  <a:lnTo>
                    <a:pt x="5501428" y="2879940"/>
                  </a:lnTo>
                  <a:lnTo>
                    <a:pt x="5508482" y="2900653"/>
                  </a:lnTo>
                  <a:lnTo>
                    <a:pt x="5506995" y="2923272"/>
                  </a:lnTo>
                  <a:close/>
                </a:path>
                <a:path w="7310755" h="7158355">
                  <a:moveTo>
                    <a:pt x="5628181" y="2561097"/>
                  </a:moveTo>
                  <a:lnTo>
                    <a:pt x="5614090" y="2589256"/>
                  </a:lnTo>
                  <a:lnTo>
                    <a:pt x="5591086" y="2609135"/>
                  </a:lnTo>
                  <a:lnTo>
                    <a:pt x="5562304" y="2618942"/>
                  </a:lnTo>
                  <a:lnTo>
                    <a:pt x="5530880" y="2616882"/>
                  </a:lnTo>
                  <a:lnTo>
                    <a:pt x="5502731" y="2602798"/>
                  </a:lnTo>
                  <a:lnTo>
                    <a:pt x="5482855" y="2579806"/>
                  </a:lnTo>
                  <a:lnTo>
                    <a:pt x="5473048" y="2551036"/>
                  </a:lnTo>
                  <a:lnTo>
                    <a:pt x="5475107" y="2519616"/>
                  </a:lnTo>
                  <a:lnTo>
                    <a:pt x="5489193" y="2491456"/>
                  </a:lnTo>
                  <a:lnTo>
                    <a:pt x="5512185" y="2471573"/>
                  </a:lnTo>
                  <a:lnTo>
                    <a:pt x="5540950" y="2461762"/>
                  </a:lnTo>
                  <a:lnTo>
                    <a:pt x="5572358" y="2463818"/>
                  </a:lnTo>
                  <a:lnTo>
                    <a:pt x="5600523" y="2477906"/>
                  </a:lnTo>
                  <a:lnTo>
                    <a:pt x="5620415" y="2500902"/>
                  </a:lnTo>
                  <a:lnTo>
                    <a:pt x="5630235" y="2529676"/>
                  </a:lnTo>
                  <a:lnTo>
                    <a:pt x="5628181" y="2561097"/>
                  </a:lnTo>
                  <a:close/>
                </a:path>
                <a:path w="7310755" h="7158355">
                  <a:moveTo>
                    <a:pt x="5735057" y="2195044"/>
                  </a:moveTo>
                  <a:lnTo>
                    <a:pt x="5719655" y="2225833"/>
                  </a:lnTo>
                  <a:lnTo>
                    <a:pt x="5694510" y="2247570"/>
                  </a:lnTo>
                  <a:lnTo>
                    <a:pt x="5663040" y="2258292"/>
                  </a:lnTo>
                  <a:lnTo>
                    <a:pt x="5628664" y="2256035"/>
                  </a:lnTo>
                  <a:lnTo>
                    <a:pt x="5597887" y="2240636"/>
                  </a:lnTo>
                  <a:lnTo>
                    <a:pt x="5576154" y="2215497"/>
                  </a:lnTo>
                  <a:lnTo>
                    <a:pt x="5565431" y="2184041"/>
                  </a:lnTo>
                  <a:lnTo>
                    <a:pt x="5567682" y="2149688"/>
                  </a:lnTo>
                  <a:lnTo>
                    <a:pt x="5583084" y="2118899"/>
                  </a:lnTo>
                  <a:lnTo>
                    <a:pt x="5608222" y="2097160"/>
                  </a:lnTo>
                  <a:lnTo>
                    <a:pt x="5639673" y="2086433"/>
                  </a:lnTo>
                  <a:lnTo>
                    <a:pt x="5674014" y="2088680"/>
                  </a:lnTo>
                  <a:lnTo>
                    <a:pt x="5704827" y="2104089"/>
                  </a:lnTo>
                  <a:lnTo>
                    <a:pt x="5726578" y="2129232"/>
                  </a:lnTo>
                  <a:lnTo>
                    <a:pt x="5737307" y="2160691"/>
                  </a:lnTo>
                  <a:lnTo>
                    <a:pt x="5735057" y="2195044"/>
                  </a:lnTo>
                  <a:close/>
                </a:path>
                <a:path w="7310755" h="7158355">
                  <a:moveTo>
                    <a:pt x="5838867" y="1828160"/>
                  </a:moveTo>
                  <a:lnTo>
                    <a:pt x="5822712" y="1860449"/>
                  </a:lnTo>
                  <a:lnTo>
                    <a:pt x="5796343" y="1883246"/>
                  </a:lnTo>
                  <a:lnTo>
                    <a:pt x="5763352" y="1894494"/>
                  </a:lnTo>
                  <a:lnTo>
                    <a:pt x="5727330" y="1892135"/>
                  </a:lnTo>
                  <a:lnTo>
                    <a:pt x="5695025" y="1875978"/>
                  </a:lnTo>
                  <a:lnTo>
                    <a:pt x="5672219" y="1849611"/>
                  </a:lnTo>
                  <a:lnTo>
                    <a:pt x="5660969" y="1816620"/>
                  </a:lnTo>
                  <a:lnTo>
                    <a:pt x="5663329" y="1780591"/>
                  </a:lnTo>
                  <a:lnTo>
                    <a:pt x="5679480" y="1748308"/>
                  </a:lnTo>
                  <a:lnTo>
                    <a:pt x="5705849" y="1725510"/>
                  </a:lnTo>
                  <a:lnTo>
                    <a:pt x="5738848" y="1714261"/>
                  </a:lnTo>
                  <a:lnTo>
                    <a:pt x="5774891" y="1716623"/>
                  </a:lnTo>
                  <a:lnTo>
                    <a:pt x="5807175" y="1732776"/>
                  </a:lnTo>
                  <a:lnTo>
                    <a:pt x="5829972" y="1759146"/>
                  </a:lnTo>
                  <a:lnTo>
                    <a:pt x="5841223" y="1792138"/>
                  </a:lnTo>
                  <a:lnTo>
                    <a:pt x="5838867" y="1828160"/>
                  </a:lnTo>
                  <a:close/>
                </a:path>
                <a:path w="7310755" h="7158355">
                  <a:moveTo>
                    <a:pt x="5935521" y="1459336"/>
                  </a:moveTo>
                  <a:lnTo>
                    <a:pt x="5919932" y="1490495"/>
                  </a:lnTo>
                  <a:lnTo>
                    <a:pt x="5894486" y="1512496"/>
                  </a:lnTo>
                  <a:lnTo>
                    <a:pt x="5862647" y="1523352"/>
                  </a:lnTo>
                  <a:lnTo>
                    <a:pt x="5827882" y="1521076"/>
                  </a:lnTo>
                  <a:lnTo>
                    <a:pt x="5796703" y="1505482"/>
                  </a:lnTo>
                  <a:lnTo>
                    <a:pt x="5774693" y="1480034"/>
                  </a:lnTo>
                  <a:lnTo>
                    <a:pt x="5763835" y="1448194"/>
                  </a:lnTo>
                  <a:lnTo>
                    <a:pt x="5766111" y="1413429"/>
                  </a:lnTo>
                  <a:lnTo>
                    <a:pt x="5781699" y="1382270"/>
                  </a:lnTo>
                  <a:lnTo>
                    <a:pt x="5807148" y="1360270"/>
                  </a:lnTo>
                  <a:lnTo>
                    <a:pt x="5838995" y="1349416"/>
                  </a:lnTo>
                  <a:lnTo>
                    <a:pt x="5873781" y="1351698"/>
                  </a:lnTo>
                  <a:lnTo>
                    <a:pt x="5904939" y="1367286"/>
                  </a:lnTo>
                  <a:lnTo>
                    <a:pt x="5926940" y="1392732"/>
                  </a:lnTo>
                  <a:lnTo>
                    <a:pt x="5937797" y="1424570"/>
                  </a:lnTo>
                  <a:lnTo>
                    <a:pt x="5935521" y="1459336"/>
                  </a:lnTo>
                  <a:close/>
                </a:path>
                <a:path w="7310755" h="7158355">
                  <a:moveTo>
                    <a:pt x="5996449" y="1080832"/>
                  </a:moveTo>
                  <a:lnTo>
                    <a:pt x="5988001" y="1097721"/>
                  </a:lnTo>
                  <a:lnTo>
                    <a:pt x="5974212" y="1109644"/>
                  </a:lnTo>
                  <a:lnTo>
                    <a:pt x="5956958" y="1115526"/>
                  </a:lnTo>
                  <a:lnTo>
                    <a:pt x="5938115" y="1114291"/>
                  </a:lnTo>
                  <a:lnTo>
                    <a:pt x="5921197" y="1105835"/>
                  </a:lnTo>
                  <a:lnTo>
                    <a:pt x="5909260" y="1092043"/>
                  </a:lnTo>
                  <a:lnTo>
                    <a:pt x="5903374" y="1074788"/>
                  </a:lnTo>
                  <a:lnTo>
                    <a:pt x="5904609" y="1055944"/>
                  </a:lnTo>
                  <a:lnTo>
                    <a:pt x="5913057" y="1039056"/>
                  </a:lnTo>
                  <a:lnTo>
                    <a:pt x="5926850" y="1027133"/>
                  </a:lnTo>
                  <a:lnTo>
                    <a:pt x="5944117" y="1021255"/>
                  </a:lnTo>
                  <a:lnTo>
                    <a:pt x="5962989" y="1022498"/>
                  </a:lnTo>
                  <a:lnTo>
                    <a:pt x="5979878" y="1030945"/>
                  </a:lnTo>
                  <a:lnTo>
                    <a:pt x="5991801" y="1044734"/>
                  </a:lnTo>
                  <a:lnTo>
                    <a:pt x="5997684" y="1061988"/>
                  </a:lnTo>
                  <a:lnTo>
                    <a:pt x="5996449" y="1080832"/>
                  </a:lnTo>
                  <a:close/>
                </a:path>
                <a:path w="7310755" h="7158355">
                  <a:moveTo>
                    <a:pt x="5626323" y="3742616"/>
                  </a:moveTo>
                  <a:lnTo>
                    <a:pt x="5624797" y="3748249"/>
                  </a:lnTo>
                  <a:lnTo>
                    <a:pt x="5621929" y="3749924"/>
                  </a:lnTo>
                  <a:lnTo>
                    <a:pt x="5616256" y="3748387"/>
                  </a:lnTo>
                  <a:lnTo>
                    <a:pt x="5614626" y="3745492"/>
                  </a:lnTo>
                  <a:lnTo>
                    <a:pt x="5616153" y="3739860"/>
                  </a:lnTo>
                  <a:lnTo>
                    <a:pt x="5619021" y="3738185"/>
                  </a:lnTo>
                  <a:lnTo>
                    <a:pt x="5624694" y="3739722"/>
                  </a:lnTo>
                  <a:lnTo>
                    <a:pt x="5626323" y="3742616"/>
                  </a:lnTo>
                  <a:close/>
                </a:path>
                <a:path w="7310755" h="7158355">
                  <a:moveTo>
                    <a:pt x="5763051" y="3387675"/>
                  </a:moveTo>
                  <a:lnTo>
                    <a:pt x="5755165" y="3403445"/>
                  </a:lnTo>
                  <a:lnTo>
                    <a:pt x="5742292" y="3414579"/>
                  </a:lnTo>
                  <a:lnTo>
                    <a:pt x="5726174" y="3420070"/>
                  </a:lnTo>
                  <a:lnTo>
                    <a:pt x="5708556" y="3418911"/>
                  </a:lnTo>
                  <a:lnTo>
                    <a:pt x="5692794" y="3411024"/>
                  </a:lnTo>
                  <a:lnTo>
                    <a:pt x="5681669" y="3398151"/>
                  </a:lnTo>
                  <a:lnTo>
                    <a:pt x="5676184" y="3382042"/>
                  </a:lnTo>
                  <a:lnTo>
                    <a:pt x="5677340" y="3364449"/>
                  </a:lnTo>
                  <a:lnTo>
                    <a:pt x="5685224" y="3348679"/>
                  </a:lnTo>
                  <a:lnTo>
                    <a:pt x="5698093" y="3337543"/>
                  </a:lnTo>
                  <a:lnTo>
                    <a:pt x="5714195" y="3332048"/>
                  </a:lnTo>
                  <a:lnTo>
                    <a:pt x="5731783" y="3333199"/>
                  </a:lnTo>
                  <a:lnTo>
                    <a:pt x="5747575" y="3341094"/>
                  </a:lnTo>
                  <a:lnTo>
                    <a:pt x="5758716" y="3353971"/>
                  </a:lnTo>
                  <a:lnTo>
                    <a:pt x="5764206" y="3370082"/>
                  </a:lnTo>
                  <a:lnTo>
                    <a:pt x="5763051" y="3387675"/>
                  </a:lnTo>
                  <a:close/>
                </a:path>
                <a:path w="7310755" h="7158355">
                  <a:moveTo>
                    <a:pt x="5883165" y="3025209"/>
                  </a:moveTo>
                  <a:lnTo>
                    <a:pt x="5871520" y="3048490"/>
                  </a:lnTo>
                  <a:lnTo>
                    <a:pt x="5852514" y="3064927"/>
                  </a:lnTo>
                  <a:lnTo>
                    <a:pt x="5828728" y="3073036"/>
                  </a:lnTo>
                  <a:lnTo>
                    <a:pt x="5802745" y="3071332"/>
                  </a:lnTo>
                  <a:lnTo>
                    <a:pt x="5779479" y="3059690"/>
                  </a:lnTo>
                  <a:lnTo>
                    <a:pt x="5763039" y="3040681"/>
                  </a:lnTo>
                  <a:lnTo>
                    <a:pt x="5754920" y="3016893"/>
                  </a:lnTo>
                  <a:lnTo>
                    <a:pt x="5756616" y="2990916"/>
                  </a:lnTo>
                  <a:lnTo>
                    <a:pt x="5768267" y="2967637"/>
                  </a:lnTo>
                  <a:lnTo>
                    <a:pt x="5787286" y="2951204"/>
                  </a:lnTo>
                  <a:lnTo>
                    <a:pt x="5811075" y="2943096"/>
                  </a:lnTo>
                  <a:lnTo>
                    <a:pt x="5837035" y="2944794"/>
                  </a:lnTo>
                  <a:lnTo>
                    <a:pt x="5860323" y="2956442"/>
                  </a:lnTo>
                  <a:lnTo>
                    <a:pt x="5876760" y="2975452"/>
                  </a:lnTo>
                  <a:lnTo>
                    <a:pt x="5884867" y="2999236"/>
                  </a:lnTo>
                  <a:lnTo>
                    <a:pt x="5883165" y="3025209"/>
                  </a:lnTo>
                  <a:close/>
                </a:path>
                <a:path w="7310755" h="7158355">
                  <a:moveTo>
                    <a:pt x="5989019" y="2658879"/>
                  </a:moveTo>
                  <a:lnTo>
                    <a:pt x="5976245" y="2684410"/>
                  </a:lnTo>
                  <a:lnTo>
                    <a:pt x="5955394" y="2702434"/>
                  </a:lnTo>
                  <a:lnTo>
                    <a:pt x="5929302" y="2711326"/>
                  </a:lnTo>
                  <a:lnTo>
                    <a:pt x="5900808" y="2709457"/>
                  </a:lnTo>
                  <a:lnTo>
                    <a:pt x="5875299" y="2696692"/>
                  </a:lnTo>
                  <a:lnTo>
                    <a:pt x="5857281" y="2675847"/>
                  </a:lnTo>
                  <a:lnTo>
                    <a:pt x="5848389" y="2649763"/>
                  </a:lnTo>
                  <a:lnTo>
                    <a:pt x="5850255" y="2621276"/>
                  </a:lnTo>
                  <a:lnTo>
                    <a:pt x="5863027" y="2595745"/>
                  </a:lnTo>
                  <a:lnTo>
                    <a:pt x="5883873" y="2577719"/>
                  </a:lnTo>
                  <a:lnTo>
                    <a:pt x="5909949" y="2568823"/>
                  </a:lnTo>
                  <a:lnTo>
                    <a:pt x="5938414" y="2570683"/>
                  </a:lnTo>
                  <a:lnTo>
                    <a:pt x="5963953" y="2583457"/>
                  </a:lnTo>
                  <a:lnTo>
                    <a:pt x="5981985" y="2604305"/>
                  </a:lnTo>
                  <a:lnTo>
                    <a:pt x="5990883" y="2630392"/>
                  </a:lnTo>
                  <a:lnTo>
                    <a:pt x="5989019" y="2658879"/>
                  </a:lnTo>
                  <a:close/>
                </a:path>
                <a:path w="7310755" h="7158355">
                  <a:moveTo>
                    <a:pt x="6094872" y="2292548"/>
                  </a:moveTo>
                  <a:lnTo>
                    <a:pt x="6080969" y="2320330"/>
                  </a:lnTo>
                  <a:lnTo>
                    <a:pt x="6058273" y="2339944"/>
                  </a:lnTo>
                  <a:lnTo>
                    <a:pt x="6029875" y="2349620"/>
                  </a:lnTo>
                  <a:lnTo>
                    <a:pt x="5998869" y="2347588"/>
                  </a:lnTo>
                  <a:lnTo>
                    <a:pt x="5971109" y="2333695"/>
                  </a:lnTo>
                  <a:lnTo>
                    <a:pt x="5951498" y="2311010"/>
                  </a:lnTo>
                  <a:lnTo>
                    <a:pt x="5941815" y="2282621"/>
                  </a:lnTo>
                  <a:lnTo>
                    <a:pt x="5943842" y="2251621"/>
                  </a:lnTo>
                  <a:lnTo>
                    <a:pt x="5957744" y="2223840"/>
                  </a:lnTo>
                  <a:lnTo>
                    <a:pt x="5980435" y="2204224"/>
                  </a:lnTo>
                  <a:lnTo>
                    <a:pt x="6008817" y="2194544"/>
                  </a:lnTo>
                  <a:lnTo>
                    <a:pt x="6039793" y="2196568"/>
                  </a:lnTo>
                  <a:lnTo>
                    <a:pt x="6067583" y="2210468"/>
                  </a:lnTo>
                  <a:lnTo>
                    <a:pt x="6087211" y="2233157"/>
                  </a:lnTo>
                  <a:lnTo>
                    <a:pt x="6096899" y="2261546"/>
                  </a:lnTo>
                  <a:lnTo>
                    <a:pt x="6094872" y="2292548"/>
                  </a:lnTo>
                  <a:close/>
                </a:path>
                <a:path w="7310755" h="7158355">
                  <a:moveTo>
                    <a:pt x="6196637" y="1925110"/>
                  </a:moveTo>
                  <a:lnTo>
                    <a:pt x="6182357" y="1953644"/>
                  </a:lnTo>
                  <a:lnTo>
                    <a:pt x="6159045" y="1973789"/>
                  </a:lnTo>
                  <a:lnTo>
                    <a:pt x="6129879" y="1983727"/>
                  </a:lnTo>
                  <a:lnTo>
                    <a:pt x="6098036" y="1981640"/>
                  </a:lnTo>
                  <a:lnTo>
                    <a:pt x="6069504" y="1967366"/>
                  </a:lnTo>
                  <a:lnTo>
                    <a:pt x="6049363" y="1944066"/>
                  </a:lnTo>
                  <a:lnTo>
                    <a:pt x="6039430" y="1914913"/>
                  </a:lnTo>
                  <a:lnTo>
                    <a:pt x="6041518" y="1883075"/>
                  </a:lnTo>
                  <a:lnTo>
                    <a:pt x="6055789" y="1854542"/>
                  </a:lnTo>
                  <a:lnTo>
                    <a:pt x="6079081" y="1834400"/>
                  </a:lnTo>
                  <a:lnTo>
                    <a:pt x="6108228" y="1824464"/>
                  </a:lnTo>
                  <a:lnTo>
                    <a:pt x="6140062" y="1826552"/>
                  </a:lnTo>
                  <a:lnTo>
                    <a:pt x="6168603" y="1840825"/>
                  </a:lnTo>
                  <a:lnTo>
                    <a:pt x="6188763" y="1864122"/>
                  </a:lnTo>
                  <a:lnTo>
                    <a:pt x="6198717" y="1893273"/>
                  </a:lnTo>
                  <a:lnTo>
                    <a:pt x="6196637" y="1925110"/>
                  </a:lnTo>
                  <a:close/>
                </a:path>
                <a:path w="7310755" h="7158355">
                  <a:moveTo>
                    <a:pt x="6289202" y="1555179"/>
                  </a:moveTo>
                  <a:lnTo>
                    <a:pt x="6276238" y="1581092"/>
                  </a:lnTo>
                  <a:lnTo>
                    <a:pt x="6255078" y="1599389"/>
                  </a:lnTo>
                  <a:lnTo>
                    <a:pt x="6228600" y="1608417"/>
                  </a:lnTo>
                  <a:lnTo>
                    <a:pt x="6199687" y="1606523"/>
                  </a:lnTo>
                  <a:lnTo>
                    <a:pt x="6173803" y="1593567"/>
                  </a:lnTo>
                  <a:lnTo>
                    <a:pt x="6155522" y="1572411"/>
                  </a:lnTo>
                  <a:lnTo>
                    <a:pt x="6146500" y="1545935"/>
                  </a:lnTo>
                  <a:lnTo>
                    <a:pt x="6148394" y="1517022"/>
                  </a:lnTo>
                  <a:lnTo>
                    <a:pt x="6161357" y="1491108"/>
                  </a:lnTo>
                  <a:lnTo>
                    <a:pt x="6182512" y="1472810"/>
                  </a:lnTo>
                  <a:lnTo>
                    <a:pt x="6208974" y="1463778"/>
                  </a:lnTo>
                  <a:lnTo>
                    <a:pt x="6237858" y="1465663"/>
                  </a:lnTo>
                  <a:lnTo>
                    <a:pt x="6263771" y="1478627"/>
                  </a:lnTo>
                  <a:lnTo>
                    <a:pt x="6282068" y="1499788"/>
                  </a:lnTo>
                  <a:lnTo>
                    <a:pt x="6291096" y="1526265"/>
                  </a:lnTo>
                  <a:lnTo>
                    <a:pt x="6289202" y="1555179"/>
                  </a:lnTo>
                  <a:close/>
                </a:path>
                <a:path w="7310755" h="7158355">
                  <a:moveTo>
                    <a:pt x="6329064" y="1165534"/>
                  </a:moveTo>
                  <a:lnTo>
                    <a:pt x="6326322" y="1175654"/>
                  </a:lnTo>
                  <a:lnTo>
                    <a:pt x="6321111" y="1178686"/>
                  </a:lnTo>
                  <a:lnTo>
                    <a:pt x="6310940" y="1175930"/>
                  </a:lnTo>
                  <a:lnTo>
                    <a:pt x="6307973" y="1170682"/>
                  </a:lnTo>
                  <a:lnTo>
                    <a:pt x="6310716" y="1160562"/>
                  </a:lnTo>
                  <a:lnTo>
                    <a:pt x="6315926" y="1157530"/>
                  </a:lnTo>
                  <a:lnTo>
                    <a:pt x="6326097" y="1160286"/>
                  </a:lnTo>
                  <a:lnTo>
                    <a:pt x="6329064" y="1165534"/>
                  </a:lnTo>
                  <a:close/>
                </a:path>
                <a:path w="7310755" h="7158355">
                  <a:moveTo>
                    <a:pt x="5093306" y="7155129"/>
                  </a:moveTo>
                  <a:lnTo>
                    <a:pt x="5092696" y="7157383"/>
                  </a:lnTo>
                  <a:lnTo>
                    <a:pt x="5091528" y="7158049"/>
                  </a:lnTo>
                  <a:lnTo>
                    <a:pt x="5089279" y="7157439"/>
                  </a:lnTo>
                  <a:lnTo>
                    <a:pt x="5088607" y="7156275"/>
                  </a:lnTo>
                  <a:lnTo>
                    <a:pt x="5089217" y="7154026"/>
                  </a:lnTo>
                  <a:lnTo>
                    <a:pt x="5090384" y="7153360"/>
                  </a:lnTo>
                  <a:lnTo>
                    <a:pt x="5092633" y="7153970"/>
                  </a:lnTo>
                  <a:lnTo>
                    <a:pt x="5093306" y="7155129"/>
                  </a:lnTo>
                  <a:close/>
                </a:path>
                <a:path w="7310755" h="7158355">
                  <a:moveTo>
                    <a:pt x="5193027" y="6787136"/>
                  </a:moveTo>
                  <a:lnTo>
                    <a:pt x="5192416" y="6789390"/>
                  </a:lnTo>
                  <a:lnTo>
                    <a:pt x="5191249" y="6790056"/>
                  </a:lnTo>
                  <a:lnTo>
                    <a:pt x="5188999" y="6789446"/>
                  </a:lnTo>
                  <a:lnTo>
                    <a:pt x="5188328" y="6788282"/>
                  </a:lnTo>
                  <a:lnTo>
                    <a:pt x="5188937" y="6786033"/>
                  </a:lnTo>
                  <a:lnTo>
                    <a:pt x="5190105" y="6785368"/>
                  </a:lnTo>
                  <a:lnTo>
                    <a:pt x="5192354" y="6785977"/>
                  </a:lnTo>
                  <a:lnTo>
                    <a:pt x="5193027" y="6787136"/>
                  </a:lnTo>
                  <a:close/>
                </a:path>
                <a:path w="7310755" h="7158355">
                  <a:moveTo>
                    <a:pt x="5791350" y="4579182"/>
                  </a:moveTo>
                  <a:lnTo>
                    <a:pt x="5790739" y="4581436"/>
                  </a:lnTo>
                  <a:lnTo>
                    <a:pt x="5789572" y="4582102"/>
                  </a:lnTo>
                  <a:lnTo>
                    <a:pt x="5787322" y="4581492"/>
                  </a:lnTo>
                  <a:lnTo>
                    <a:pt x="5786651" y="4580328"/>
                  </a:lnTo>
                  <a:lnTo>
                    <a:pt x="5787260" y="4578079"/>
                  </a:lnTo>
                  <a:lnTo>
                    <a:pt x="5788428" y="4577414"/>
                  </a:lnTo>
                  <a:lnTo>
                    <a:pt x="5790677" y="4578023"/>
                  </a:lnTo>
                  <a:lnTo>
                    <a:pt x="5791350" y="4579182"/>
                  </a:lnTo>
                  <a:close/>
                </a:path>
                <a:path w="7310755" h="7158355">
                  <a:moveTo>
                    <a:pt x="5907467" y="4207168"/>
                  </a:moveTo>
                  <a:lnTo>
                    <a:pt x="5902581" y="4225199"/>
                  </a:lnTo>
                  <a:lnTo>
                    <a:pt x="5893291" y="4230527"/>
                  </a:lnTo>
                  <a:lnTo>
                    <a:pt x="5875301" y="4225652"/>
                  </a:lnTo>
                  <a:lnTo>
                    <a:pt x="5869973" y="4216363"/>
                  </a:lnTo>
                  <a:lnTo>
                    <a:pt x="5874859" y="4198331"/>
                  </a:lnTo>
                  <a:lnTo>
                    <a:pt x="5884148" y="4193003"/>
                  </a:lnTo>
                  <a:lnTo>
                    <a:pt x="5902139" y="4197878"/>
                  </a:lnTo>
                  <a:lnTo>
                    <a:pt x="5907467" y="4207168"/>
                  </a:lnTo>
                  <a:close/>
                </a:path>
                <a:path w="7310755" h="7158355">
                  <a:moveTo>
                    <a:pt x="6028255" y="3854562"/>
                  </a:moveTo>
                  <a:lnTo>
                    <a:pt x="6020927" y="3869203"/>
                  </a:lnTo>
                  <a:lnTo>
                    <a:pt x="6008964" y="3879540"/>
                  </a:lnTo>
                  <a:lnTo>
                    <a:pt x="5993997" y="3884638"/>
                  </a:lnTo>
                  <a:lnTo>
                    <a:pt x="5977657" y="3883567"/>
                  </a:lnTo>
                  <a:lnTo>
                    <a:pt x="5963011" y="3876242"/>
                  </a:lnTo>
                  <a:lnTo>
                    <a:pt x="5952667" y="3864284"/>
                  </a:lnTo>
                  <a:lnTo>
                    <a:pt x="5947559" y="3849322"/>
                  </a:lnTo>
                  <a:lnTo>
                    <a:pt x="5948626" y="3832984"/>
                  </a:lnTo>
                  <a:lnTo>
                    <a:pt x="5955954" y="3818343"/>
                  </a:lnTo>
                  <a:lnTo>
                    <a:pt x="5967917" y="3808007"/>
                  </a:lnTo>
                  <a:lnTo>
                    <a:pt x="5982884" y="3802908"/>
                  </a:lnTo>
                  <a:lnTo>
                    <a:pt x="5999224" y="3803979"/>
                  </a:lnTo>
                  <a:lnTo>
                    <a:pt x="6013869" y="3811304"/>
                  </a:lnTo>
                  <a:lnTo>
                    <a:pt x="6024214" y="3823262"/>
                  </a:lnTo>
                  <a:lnTo>
                    <a:pt x="6029322" y="3838224"/>
                  </a:lnTo>
                  <a:lnTo>
                    <a:pt x="6028255" y="3854562"/>
                  </a:lnTo>
                  <a:close/>
                </a:path>
                <a:path w="7310755" h="7158355">
                  <a:moveTo>
                    <a:pt x="6139169" y="3489603"/>
                  </a:moveTo>
                  <a:lnTo>
                    <a:pt x="6129777" y="3508378"/>
                  </a:lnTo>
                  <a:lnTo>
                    <a:pt x="6114448" y="3521633"/>
                  </a:lnTo>
                  <a:lnTo>
                    <a:pt x="6095271" y="3528174"/>
                  </a:lnTo>
                  <a:lnTo>
                    <a:pt x="6074334" y="3526804"/>
                  </a:lnTo>
                  <a:lnTo>
                    <a:pt x="6055549" y="3517409"/>
                  </a:lnTo>
                  <a:lnTo>
                    <a:pt x="6042300" y="3502082"/>
                  </a:lnTo>
                  <a:lnTo>
                    <a:pt x="6035773" y="3482905"/>
                  </a:lnTo>
                  <a:lnTo>
                    <a:pt x="6037153" y="3461958"/>
                  </a:lnTo>
                  <a:lnTo>
                    <a:pt x="6046538" y="3443181"/>
                  </a:lnTo>
                  <a:lnTo>
                    <a:pt x="6061854" y="3429923"/>
                  </a:lnTo>
                  <a:lnTo>
                    <a:pt x="6081029" y="3423382"/>
                  </a:lnTo>
                  <a:lnTo>
                    <a:pt x="6101987" y="3424757"/>
                  </a:lnTo>
                  <a:lnTo>
                    <a:pt x="6120751" y="3434147"/>
                  </a:lnTo>
                  <a:lnTo>
                    <a:pt x="6134002" y="3449476"/>
                  </a:lnTo>
                  <a:lnTo>
                    <a:pt x="6140541" y="3468657"/>
                  </a:lnTo>
                  <a:lnTo>
                    <a:pt x="6139169" y="3489603"/>
                  </a:lnTo>
                  <a:close/>
                </a:path>
                <a:path w="7310755" h="7158355">
                  <a:moveTo>
                    <a:pt x="6245022" y="3123273"/>
                  </a:moveTo>
                  <a:lnTo>
                    <a:pt x="6234501" y="3144299"/>
                  </a:lnTo>
                  <a:lnTo>
                    <a:pt x="6217328" y="3159143"/>
                  </a:lnTo>
                  <a:lnTo>
                    <a:pt x="6195845" y="3166468"/>
                  </a:lnTo>
                  <a:lnTo>
                    <a:pt x="6172395" y="3164934"/>
                  </a:lnTo>
                  <a:lnTo>
                    <a:pt x="6151359" y="3154413"/>
                  </a:lnTo>
                  <a:lnTo>
                    <a:pt x="6136516" y="3137245"/>
                  </a:lnTo>
                  <a:lnTo>
                    <a:pt x="6129199" y="3115763"/>
                  </a:lnTo>
                  <a:lnTo>
                    <a:pt x="6130741" y="3092304"/>
                  </a:lnTo>
                  <a:lnTo>
                    <a:pt x="6141255" y="3071276"/>
                  </a:lnTo>
                  <a:lnTo>
                    <a:pt x="6158416" y="3056428"/>
                  </a:lnTo>
                  <a:lnTo>
                    <a:pt x="6179897" y="3049103"/>
                  </a:lnTo>
                  <a:lnTo>
                    <a:pt x="6203367" y="3050642"/>
                  </a:lnTo>
                  <a:lnTo>
                    <a:pt x="6224382" y="3061158"/>
                  </a:lnTo>
                  <a:lnTo>
                    <a:pt x="6239228" y="3078327"/>
                  </a:lnTo>
                  <a:lnTo>
                    <a:pt x="6246556" y="3099811"/>
                  </a:lnTo>
                  <a:lnTo>
                    <a:pt x="6245022" y="3123273"/>
                  </a:lnTo>
                  <a:close/>
                </a:path>
                <a:path w="7310755" h="7158355">
                  <a:moveTo>
                    <a:pt x="6349854" y="2756665"/>
                  </a:moveTo>
                  <a:lnTo>
                    <a:pt x="6338391" y="2779567"/>
                  </a:lnTo>
                  <a:lnTo>
                    <a:pt x="6319680" y="2795736"/>
                  </a:lnTo>
                  <a:lnTo>
                    <a:pt x="6296276" y="2803714"/>
                  </a:lnTo>
                  <a:lnTo>
                    <a:pt x="6270734" y="2802043"/>
                  </a:lnTo>
                  <a:lnTo>
                    <a:pt x="6247821" y="2790583"/>
                  </a:lnTo>
                  <a:lnTo>
                    <a:pt x="6231650" y="2771881"/>
                  </a:lnTo>
                  <a:lnTo>
                    <a:pt x="6223674" y="2748481"/>
                  </a:lnTo>
                  <a:lnTo>
                    <a:pt x="6225350" y="2722927"/>
                  </a:lnTo>
                  <a:lnTo>
                    <a:pt x="6236805" y="2700023"/>
                  </a:lnTo>
                  <a:lnTo>
                    <a:pt x="6255504" y="2683851"/>
                  </a:lnTo>
                  <a:lnTo>
                    <a:pt x="6278906" y="2675873"/>
                  </a:lnTo>
                  <a:lnTo>
                    <a:pt x="6304470" y="2677549"/>
                  </a:lnTo>
                  <a:lnTo>
                    <a:pt x="6327361" y="2689003"/>
                  </a:lnTo>
                  <a:lnTo>
                    <a:pt x="6343535" y="2707706"/>
                  </a:lnTo>
                  <a:lnTo>
                    <a:pt x="6351523" y="2731110"/>
                  </a:lnTo>
                  <a:lnTo>
                    <a:pt x="6349854" y="2756665"/>
                  </a:lnTo>
                  <a:close/>
                </a:path>
                <a:path w="7310755" h="7158355">
                  <a:moveTo>
                    <a:pt x="6453664" y="2389781"/>
                  </a:moveTo>
                  <a:lnTo>
                    <a:pt x="6441455" y="2414186"/>
                  </a:lnTo>
                  <a:lnTo>
                    <a:pt x="6421526" y="2431416"/>
                  </a:lnTo>
                  <a:lnTo>
                    <a:pt x="6396587" y="2439915"/>
                  </a:lnTo>
                  <a:lnTo>
                    <a:pt x="6369349" y="2438129"/>
                  </a:lnTo>
                  <a:lnTo>
                    <a:pt x="6344936" y="2425919"/>
                  </a:lnTo>
                  <a:lnTo>
                    <a:pt x="6327701" y="2405990"/>
                  </a:lnTo>
                  <a:lnTo>
                    <a:pt x="6319198" y="2381056"/>
                  </a:lnTo>
                  <a:lnTo>
                    <a:pt x="6320981" y="2353826"/>
                  </a:lnTo>
                  <a:lnTo>
                    <a:pt x="6333190" y="2329422"/>
                  </a:lnTo>
                  <a:lnTo>
                    <a:pt x="6353119" y="2312192"/>
                  </a:lnTo>
                  <a:lnTo>
                    <a:pt x="6378057" y="2303692"/>
                  </a:lnTo>
                  <a:lnTo>
                    <a:pt x="6405295" y="2305478"/>
                  </a:lnTo>
                  <a:lnTo>
                    <a:pt x="6429709" y="2317689"/>
                  </a:lnTo>
                  <a:lnTo>
                    <a:pt x="6446944" y="2337617"/>
                  </a:lnTo>
                  <a:lnTo>
                    <a:pt x="6455447" y="2362552"/>
                  </a:lnTo>
                  <a:lnTo>
                    <a:pt x="6453664" y="2389781"/>
                  </a:lnTo>
                  <a:close/>
                </a:path>
                <a:path w="7310755" h="7158355">
                  <a:moveTo>
                    <a:pt x="6553385" y="2021784"/>
                  </a:moveTo>
                  <a:lnTo>
                    <a:pt x="6541175" y="2046195"/>
                  </a:lnTo>
                  <a:lnTo>
                    <a:pt x="6521246" y="2063426"/>
                  </a:lnTo>
                  <a:lnTo>
                    <a:pt x="6496307" y="2071924"/>
                  </a:lnTo>
                  <a:lnTo>
                    <a:pt x="6469069" y="2070137"/>
                  </a:lnTo>
                  <a:lnTo>
                    <a:pt x="6444656" y="2057928"/>
                  </a:lnTo>
                  <a:lnTo>
                    <a:pt x="6427420" y="2038001"/>
                  </a:lnTo>
                  <a:lnTo>
                    <a:pt x="6418918" y="2013065"/>
                  </a:lnTo>
                  <a:lnTo>
                    <a:pt x="6420703" y="1985829"/>
                  </a:lnTo>
                  <a:lnTo>
                    <a:pt x="6432914" y="1961415"/>
                  </a:lnTo>
                  <a:lnTo>
                    <a:pt x="6452844" y="1944181"/>
                  </a:lnTo>
                  <a:lnTo>
                    <a:pt x="6477783" y="1935679"/>
                  </a:lnTo>
                  <a:lnTo>
                    <a:pt x="6505021" y="1937465"/>
                  </a:lnTo>
                  <a:lnTo>
                    <a:pt x="6529435" y="1949676"/>
                  </a:lnTo>
                  <a:lnTo>
                    <a:pt x="6546670" y="1969606"/>
                  </a:lnTo>
                  <a:lnTo>
                    <a:pt x="6555171" y="1994545"/>
                  </a:lnTo>
                  <a:lnTo>
                    <a:pt x="6553385" y="2021784"/>
                  </a:lnTo>
                  <a:close/>
                </a:path>
                <a:path w="7310755" h="7158355">
                  <a:moveTo>
                    <a:pt x="6612268" y="1642725"/>
                  </a:moveTo>
                  <a:lnTo>
                    <a:pt x="6607575" y="1652119"/>
                  </a:lnTo>
                  <a:lnTo>
                    <a:pt x="6599917" y="1658745"/>
                  </a:lnTo>
                  <a:lnTo>
                    <a:pt x="6590332" y="1662009"/>
                  </a:lnTo>
                  <a:lnTo>
                    <a:pt x="6579853" y="1661318"/>
                  </a:lnTo>
                  <a:lnTo>
                    <a:pt x="6570460" y="1656624"/>
                  </a:lnTo>
                  <a:lnTo>
                    <a:pt x="6563834" y="1648966"/>
                  </a:lnTo>
                  <a:lnTo>
                    <a:pt x="6560569" y="1639381"/>
                  </a:lnTo>
                  <a:lnTo>
                    <a:pt x="6561261" y="1628903"/>
                  </a:lnTo>
                  <a:lnTo>
                    <a:pt x="6565955" y="1619509"/>
                  </a:lnTo>
                  <a:lnTo>
                    <a:pt x="6573612" y="1612883"/>
                  </a:lnTo>
                  <a:lnTo>
                    <a:pt x="6583197" y="1609619"/>
                  </a:lnTo>
                  <a:lnTo>
                    <a:pt x="6593676" y="1610310"/>
                  </a:lnTo>
                  <a:lnTo>
                    <a:pt x="6603070" y="1615004"/>
                  </a:lnTo>
                  <a:lnTo>
                    <a:pt x="6609696" y="1622661"/>
                  </a:lnTo>
                  <a:lnTo>
                    <a:pt x="6612960" y="1632246"/>
                  </a:lnTo>
                  <a:lnTo>
                    <a:pt x="6612268" y="1642725"/>
                  </a:lnTo>
                  <a:close/>
                </a:path>
                <a:path w="7310755" h="7158355">
                  <a:moveTo>
                    <a:pt x="5563368" y="6886286"/>
                  </a:moveTo>
                  <a:lnTo>
                    <a:pt x="5562147" y="6890794"/>
                  </a:lnTo>
                  <a:lnTo>
                    <a:pt x="5559811" y="6892125"/>
                  </a:lnTo>
                  <a:lnTo>
                    <a:pt x="5555313" y="6890907"/>
                  </a:lnTo>
                  <a:lnTo>
                    <a:pt x="5553969" y="6888578"/>
                  </a:lnTo>
                  <a:lnTo>
                    <a:pt x="5555191" y="6884070"/>
                  </a:lnTo>
                  <a:lnTo>
                    <a:pt x="5557527" y="6882739"/>
                  </a:lnTo>
                  <a:lnTo>
                    <a:pt x="5562024" y="6883958"/>
                  </a:lnTo>
                  <a:lnTo>
                    <a:pt x="5563368" y="6886286"/>
                  </a:lnTo>
                  <a:close/>
                </a:path>
                <a:path w="7310755" h="7158355">
                  <a:moveTo>
                    <a:pt x="5666614" y="6517433"/>
                  </a:moveTo>
                  <a:lnTo>
                    <a:pt x="5664475" y="6525325"/>
                  </a:lnTo>
                  <a:lnTo>
                    <a:pt x="5660388" y="6527652"/>
                  </a:lnTo>
                  <a:lnTo>
                    <a:pt x="5652518" y="6525519"/>
                  </a:lnTo>
                  <a:lnTo>
                    <a:pt x="5650165" y="6521447"/>
                  </a:lnTo>
                  <a:lnTo>
                    <a:pt x="5652303" y="6513555"/>
                  </a:lnTo>
                  <a:lnTo>
                    <a:pt x="5656390" y="6511228"/>
                  </a:lnTo>
                  <a:lnTo>
                    <a:pt x="5664261" y="6513361"/>
                  </a:lnTo>
                  <a:lnTo>
                    <a:pt x="5666614" y="6517433"/>
                  </a:lnTo>
                  <a:close/>
                </a:path>
                <a:path w="7310755" h="7158355">
                  <a:moveTo>
                    <a:pt x="5766334" y="6149441"/>
                  </a:moveTo>
                  <a:lnTo>
                    <a:pt x="5764196" y="6157332"/>
                  </a:lnTo>
                  <a:lnTo>
                    <a:pt x="5760109" y="6159659"/>
                  </a:lnTo>
                  <a:lnTo>
                    <a:pt x="5752238" y="6157526"/>
                  </a:lnTo>
                  <a:lnTo>
                    <a:pt x="5749885" y="6153454"/>
                  </a:lnTo>
                  <a:lnTo>
                    <a:pt x="5752024" y="6145563"/>
                  </a:lnTo>
                  <a:lnTo>
                    <a:pt x="5756111" y="6143236"/>
                  </a:lnTo>
                  <a:lnTo>
                    <a:pt x="5763981" y="6145369"/>
                  </a:lnTo>
                  <a:lnTo>
                    <a:pt x="5766334" y="6149441"/>
                  </a:lnTo>
                  <a:close/>
                </a:path>
                <a:path w="7310755" h="7158355">
                  <a:moveTo>
                    <a:pt x="5867230" y="5781163"/>
                  </a:moveTo>
                  <a:lnTo>
                    <a:pt x="5864787" y="5790179"/>
                  </a:lnTo>
                  <a:lnTo>
                    <a:pt x="5860116" y="5792836"/>
                  </a:lnTo>
                  <a:lnTo>
                    <a:pt x="5851121" y="5790399"/>
                  </a:lnTo>
                  <a:lnTo>
                    <a:pt x="5848431" y="5785747"/>
                  </a:lnTo>
                  <a:lnTo>
                    <a:pt x="5850874" y="5776731"/>
                  </a:lnTo>
                  <a:lnTo>
                    <a:pt x="5855544" y="5774074"/>
                  </a:lnTo>
                  <a:lnTo>
                    <a:pt x="5864540" y="5776512"/>
                  </a:lnTo>
                  <a:lnTo>
                    <a:pt x="5867230" y="5781163"/>
                  </a:lnTo>
                  <a:close/>
                </a:path>
                <a:path w="7310755" h="7158355">
                  <a:moveTo>
                    <a:pt x="5970475" y="5412310"/>
                  </a:moveTo>
                  <a:lnTo>
                    <a:pt x="5967115" y="5424710"/>
                  </a:lnTo>
                  <a:lnTo>
                    <a:pt x="5960694" y="5428363"/>
                  </a:lnTo>
                  <a:lnTo>
                    <a:pt x="5948325" y="5425011"/>
                  </a:lnTo>
                  <a:lnTo>
                    <a:pt x="5944627" y="5418616"/>
                  </a:lnTo>
                  <a:lnTo>
                    <a:pt x="5947987" y="5406216"/>
                  </a:lnTo>
                  <a:lnTo>
                    <a:pt x="5954408" y="5402563"/>
                  </a:lnTo>
                  <a:lnTo>
                    <a:pt x="5966777" y="5405915"/>
                  </a:lnTo>
                  <a:lnTo>
                    <a:pt x="5970475" y="5412310"/>
                  </a:lnTo>
                  <a:close/>
                </a:path>
                <a:path w="7310755" h="7158355">
                  <a:moveTo>
                    <a:pt x="6074597" y="5052166"/>
                  </a:moveTo>
                  <a:lnTo>
                    <a:pt x="6071405" y="5058548"/>
                  </a:lnTo>
                  <a:lnTo>
                    <a:pt x="6066195" y="5063055"/>
                  </a:lnTo>
                  <a:lnTo>
                    <a:pt x="6059679" y="5065280"/>
                  </a:lnTo>
                  <a:lnTo>
                    <a:pt x="6052570" y="5064817"/>
                  </a:lnTo>
                  <a:lnTo>
                    <a:pt x="6046201" y="5061628"/>
                  </a:lnTo>
                  <a:lnTo>
                    <a:pt x="6041700" y="5056417"/>
                  </a:lnTo>
                  <a:lnTo>
                    <a:pt x="6039479" y="5049896"/>
                  </a:lnTo>
                  <a:lnTo>
                    <a:pt x="6039945" y="5042776"/>
                  </a:lnTo>
                  <a:lnTo>
                    <a:pt x="6043138" y="5036394"/>
                  </a:lnTo>
                  <a:lnTo>
                    <a:pt x="6048348" y="5031887"/>
                  </a:lnTo>
                  <a:lnTo>
                    <a:pt x="6054863" y="5029661"/>
                  </a:lnTo>
                  <a:lnTo>
                    <a:pt x="6061972" y="5030124"/>
                  </a:lnTo>
                  <a:lnTo>
                    <a:pt x="6068342" y="5033313"/>
                  </a:lnTo>
                  <a:lnTo>
                    <a:pt x="6072843" y="5038522"/>
                  </a:lnTo>
                  <a:lnTo>
                    <a:pt x="6075064" y="5045043"/>
                  </a:lnTo>
                  <a:lnTo>
                    <a:pt x="6074597" y="5052166"/>
                  </a:lnTo>
                  <a:close/>
                </a:path>
                <a:path w="7310755" h="7158355">
                  <a:moveTo>
                    <a:pt x="6183518" y="4686666"/>
                  </a:moveTo>
                  <a:lnTo>
                    <a:pt x="6178637" y="4696430"/>
                  </a:lnTo>
                  <a:lnTo>
                    <a:pt x="6170672" y="4703323"/>
                  </a:lnTo>
                  <a:lnTo>
                    <a:pt x="6160700" y="4706725"/>
                  </a:lnTo>
                  <a:lnTo>
                    <a:pt x="6149802" y="4706009"/>
                  </a:lnTo>
                  <a:lnTo>
                    <a:pt x="6140034" y="4701124"/>
                  </a:lnTo>
                  <a:lnTo>
                    <a:pt x="6133144" y="4693154"/>
                  </a:lnTo>
                  <a:lnTo>
                    <a:pt x="6129749" y="4683182"/>
                  </a:lnTo>
                  <a:lnTo>
                    <a:pt x="6130466" y="4672290"/>
                  </a:lnTo>
                  <a:lnTo>
                    <a:pt x="6135346" y="4662527"/>
                  </a:lnTo>
                  <a:lnTo>
                    <a:pt x="6143312" y="4655633"/>
                  </a:lnTo>
                  <a:lnTo>
                    <a:pt x="6153283" y="4652232"/>
                  </a:lnTo>
                  <a:lnTo>
                    <a:pt x="6164181" y="4652947"/>
                  </a:lnTo>
                  <a:lnTo>
                    <a:pt x="6173949" y="4657832"/>
                  </a:lnTo>
                  <a:lnTo>
                    <a:pt x="6180839" y="4665802"/>
                  </a:lnTo>
                  <a:lnTo>
                    <a:pt x="6184235" y="4675775"/>
                  </a:lnTo>
                  <a:lnTo>
                    <a:pt x="6183518" y="4686666"/>
                  </a:lnTo>
                  <a:close/>
                </a:path>
                <a:path w="7310755" h="7158355">
                  <a:moveTo>
                    <a:pt x="6291416" y="4320890"/>
                  </a:moveTo>
                  <a:lnTo>
                    <a:pt x="6285029" y="4333655"/>
                  </a:lnTo>
                  <a:lnTo>
                    <a:pt x="6274604" y="4342668"/>
                  </a:lnTo>
                  <a:lnTo>
                    <a:pt x="6261558" y="4347113"/>
                  </a:lnTo>
                  <a:lnTo>
                    <a:pt x="6247311" y="4346179"/>
                  </a:lnTo>
                  <a:lnTo>
                    <a:pt x="6234541" y="4339792"/>
                  </a:lnTo>
                  <a:lnTo>
                    <a:pt x="6225525" y="4329368"/>
                  </a:lnTo>
                  <a:lnTo>
                    <a:pt x="6221076" y="4316325"/>
                  </a:lnTo>
                  <a:lnTo>
                    <a:pt x="6222009" y="4302082"/>
                  </a:lnTo>
                  <a:lnTo>
                    <a:pt x="6228395" y="4289316"/>
                  </a:lnTo>
                  <a:lnTo>
                    <a:pt x="6238821" y="4280304"/>
                  </a:lnTo>
                  <a:lnTo>
                    <a:pt x="6251867" y="4275858"/>
                  </a:lnTo>
                  <a:lnTo>
                    <a:pt x="6266114" y="4276792"/>
                  </a:lnTo>
                  <a:lnTo>
                    <a:pt x="6278883" y="4283179"/>
                  </a:lnTo>
                  <a:lnTo>
                    <a:pt x="6287899" y="4293603"/>
                  </a:lnTo>
                  <a:lnTo>
                    <a:pt x="6292348" y="4306647"/>
                  </a:lnTo>
                  <a:lnTo>
                    <a:pt x="6291416" y="4320890"/>
                  </a:lnTo>
                  <a:close/>
                </a:path>
                <a:path w="7310755" h="7158355">
                  <a:moveTo>
                    <a:pt x="6396247" y="3954283"/>
                  </a:moveTo>
                  <a:lnTo>
                    <a:pt x="6388920" y="3968924"/>
                  </a:lnTo>
                  <a:lnTo>
                    <a:pt x="6376956" y="3979260"/>
                  </a:lnTo>
                  <a:lnTo>
                    <a:pt x="6361989" y="3984359"/>
                  </a:lnTo>
                  <a:lnTo>
                    <a:pt x="6345649" y="3983288"/>
                  </a:lnTo>
                  <a:lnTo>
                    <a:pt x="6331004" y="3975962"/>
                  </a:lnTo>
                  <a:lnTo>
                    <a:pt x="6320659" y="3964004"/>
                  </a:lnTo>
                  <a:lnTo>
                    <a:pt x="6315551" y="3949042"/>
                  </a:lnTo>
                  <a:lnTo>
                    <a:pt x="6316618" y="3932704"/>
                  </a:lnTo>
                  <a:lnTo>
                    <a:pt x="6323946" y="3918063"/>
                  </a:lnTo>
                  <a:lnTo>
                    <a:pt x="6335909" y="3907727"/>
                  </a:lnTo>
                  <a:lnTo>
                    <a:pt x="6350876" y="3902628"/>
                  </a:lnTo>
                  <a:lnTo>
                    <a:pt x="6367216" y="3903699"/>
                  </a:lnTo>
                  <a:lnTo>
                    <a:pt x="6381862" y="3911025"/>
                  </a:lnTo>
                  <a:lnTo>
                    <a:pt x="6392207" y="3922983"/>
                  </a:lnTo>
                  <a:lnTo>
                    <a:pt x="6397314" y="3937945"/>
                  </a:lnTo>
                  <a:lnTo>
                    <a:pt x="6396247" y="3954283"/>
                  </a:lnTo>
                  <a:close/>
                </a:path>
                <a:path w="7310755" h="7158355">
                  <a:moveTo>
                    <a:pt x="6501028" y="3587662"/>
                  </a:moveTo>
                  <a:lnTo>
                    <a:pt x="6492766" y="3604184"/>
                  </a:lnTo>
                  <a:lnTo>
                    <a:pt x="6479283" y="3615850"/>
                  </a:lnTo>
                  <a:lnTo>
                    <a:pt x="6462411" y="3621607"/>
                  </a:lnTo>
                  <a:lnTo>
                    <a:pt x="6443986" y="3620401"/>
                  </a:lnTo>
                  <a:lnTo>
                    <a:pt x="6427465" y="3612137"/>
                  </a:lnTo>
                  <a:lnTo>
                    <a:pt x="6415791" y="3598645"/>
                  </a:lnTo>
                  <a:lnTo>
                    <a:pt x="6410025" y="3581762"/>
                  </a:lnTo>
                  <a:lnTo>
                    <a:pt x="6411228" y="3563327"/>
                  </a:lnTo>
                  <a:lnTo>
                    <a:pt x="6419498" y="3546807"/>
                  </a:lnTo>
                  <a:lnTo>
                    <a:pt x="6432998" y="3535146"/>
                  </a:lnTo>
                  <a:lnTo>
                    <a:pt x="6449887" y="3529393"/>
                  </a:lnTo>
                  <a:lnTo>
                    <a:pt x="6468320" y="3530601"/>
                  </a:lnTo>
                  <a:lnTo>
                    <a:pt x="6484834" y="3538863"/>
                  </a:lnTo>
                  <a:lnTo>
                    <a:pt x="6496490" y="3552351"/>
                  </a:lnTo>
                  <a:lnTo>
                    <a:pt x="6502238" y="3569229"/>
                  </a:lnTo>
                  <a:lnTo>
                    <a:pt x="6501028" y="3587662"/>
                  </a:lnTo>
                  <a:close/>
                </a:path>
                <a:path w="7310755" h="7158355">
                  <a:moveTo>
                    <a:pt x="6605859" y="3221054"/>
                  </a:moveTo>
                  <a:lnTo>
                    <a:pt x="6596656" y="3239452"/>
                  </a:lnTo>
                  <a:lnTo>
                    <a:pt x="6581635" y="3252442"/>
                  </a:lnTo>
                  <a:lnTo>
                    <a:pt x="6562843" y="3258852"/>
                  </a:lnTo>
                  <a:lnTo>
                    <a:pt x="6542324" y="3257510"/>
                  </a:lnTo>
                  <a:lnTo>
                    <a:pt x="6523935" y="3248309"/>
                  </a:lnTo>
                  <a:lnTo>
                    <a:pt x="6510950" y="3233288"/>
                  </a:lnTo>
                  <a:lnTo>
                    <a:pt x="6504543" y="3214491"/>
                  </a:lnTo>
                  <a:lnTo>
                    <a:pt x="6505888" y="3193964"/>
                  </a:lnTo>
                  <a:lnTo>
                    <a:pt x="6515092" y="3175566"/>
                  </a:lnTo>
                  <a:lnTo>
                    <a:pt x="6530112" y="3162576"/>
                  </a:lnTo>
                  <a:lnTo>
                    <a:pt x="6548905" y="3156165"/>
                  </a:lnTo>
                  <a:lnTo>
                    <a:pt x="6569423" y="3157508"/>
                  </a:lnTo>
                  <a:lnTo>
                    <a:pt x="6587812" y="3166709"/>
                  </a:lnTo>
                  <a:lnTo>
                    <a:pt x="6600797" y="3181730"/>
                  </a:lnTo>
                  <a:lnTo>
                    <a:pt x="6607204" y="3200527"/>
                  </a:lnTo>
                  <a:lnTo>
                    <a:pt x="6605859" y="3221054"/>
                  </a:lnTo>
                  <a:close/>
                </a:path>
                <a:path w="7310755" h="7158355">
                  <a:moveTo>
                    <a:pt x="6709669" y="2854170"/>
                  </a:moveTo>
                  <a:lnTo>
                    <a:pt x="6699713" y="2874069"/>
                  </a:lnTo>
                  <a:lnTo>
                    <a:pt x="6683461" y="2888119"/>
                  </a:lnTo>
                  <a:lnTo>
                    <a:pt x="6663131" y="2895053"/>
                  </a:lnTo>
                  <a:lnTo>
                    <a:pt x="6640938" y="2893601"/>
                  </a:lnTo>
                  <a:lnTo>
                    <a:pt x="6621027" y="2883643"/>
                  </a:lnTo>
                  <a:lnTo>
                    <a:pt x="6606981" y="2867395"/>
                  </a:lnTo>
                  <a:lnTo>
                    <a:pt x="6600060" y="2847065"/>
                  </a:lnTo>
                  <a:lnTo>
                    <a:pt x="6601520" y="2824863"/>
                  </a:lnTo>
                  <a:lnTo>
                    <a:pt x="6611469" y="2804962"/>
                  </a:lnTo>
                  <a:lnTo>
                    <a:pt x="6627708" y="2790908"/>
                  </a:lnTo>
                  <a:lnTo>
                    <a:pt x="6648036" y="2783974"/>
                  </a:lnTo>
                  <a:lnTo>
                    <a:pt x="6670250" y="2785432"/>
                  </a:lnTo>
                  <a:lnTo>
                    <a:pt x="6690140" y="2795384"/>
                  </a:lnTo>
                  <a:lnTo>
                    <a:pt x="6704188" y="2811633"/>
                  </a:lnTo>
                  <a:lnTo>
                    <a:pt x="6711122" y="2831966"/>
                  </a:lnTo>
                  <a:lnTo>
                    <a:pt x="6709669" y="2854170"/>
                  </a:lnTo>
                  <a:close/>
                </a:path>
                <a:path w="7310755" h="7158355">
                  <a:moveTo>
                    <a:pt x="6811434" y="2486732"/>
                  </a:moveTo>
                  <a:lnTo>
                    <a:pt x="6801101" y="2507383"/>
                  </a:lnTo>
                  <a:lnTo>
                    <a:pt x="6784235" y="2521962"/>
                  </a:lnTo>
                  <a:lnTo>
                    <a:pt x="6763136" y="2529155"/>
                  </a:lnTo>
                  <a:lnTo>
                    <a:pt x="6740106" y="2527648"/>
                  </a:lnTo>
                  <a:lnTo>
                    <a:pt x="6719444" y="2517315"/>
                  </a:lnTo>
                  <a:lnTo>
                    <a:pt x="6704867" y="2500454"/>
                  </a:lnTo>
                  <a:lnTo>
                    <a:pt x="6697682" y="2479357"/>
                  </a:lnTo>
                  <a:lnTo>
                    <a:pt x="6699196" y="2456317"/>
                  </a:lnTo>
                  <a:lnTo>
                    <a:pt x="6709522" y="2435664"/>
                  </a:lnTo>
                  <a:lnTo>
                    <a:pt x="6726376" y="2421082"/>
                  </a:lnTo>
                  <a:lnTo>
                    <a:pt x="6747472" y="2413888"/>
                  </a:lnTo>
                  <a:lnTo>
                    <a:pt x="6770523" y="2415400"/>
                  </a:lnTo>
                  <a:lnTo>
                    <a:pt x="6791164" y="2425727"/>
                  </a:lnTo>
                  <a:lnTo>
                    <a:pt x="6805743" y="2442589"/>
                  </a:lnTo>
                  <a:lnTo>
                    <a:pt x="6812941" y="2463689"/>
                  </a:lnTo>
                  <a:lnTo>
                    <a:pt x="6811434" y="2486732"/>
                  </a:lnTo>
                  <a:close/>
                </a:path>
                <a:path w="7310755" h="7158355">
                  <a:moveTo>
                    <a:pt x="6882585" y="2110992"/>
                  </a:moveTo>
                  <a:lnTo>
                    <a:pt x="6877515" y="2121136"/>
                  </a:lnTo>
                  <a:lnTo>
                    <a:pt x="6869242" y="2128293"/>
                  </a:lnTo>
                  <a:lnTo>
                    <a:pt x="6858887" y="2131820"/>
                  </a:lnTo>
                  <a:lnTo>
                    <a:pt x="6847571" y="2131075"/>
                  </a:lnTo>
                  <a:lnTo>
                    <a:pt x="6837427" y="2126005"/>
                  </a:lnTo>
                  <a:lnTo>
                    <a:pt x="6830271" y="2117732"/>
                  </a:lnTo>
                  <a:lnTo>
                    <a:pt x="6826744" y="2107378"/>
                  </a:lnTo>
                  <a:lnTo>
                    <a:pt x="6827489" y="2096061"/>
                  </a:lnTo>
                  <a:lnTo>
                    <a:pt x="6832559" y="2085918"/>
                  </a:lnTo>
                  <a:lnTo>
                    <a:pt x="6840831" y="2078761"/>
                  </a:lnTo>
                  <a:lnTo>
                    <a:pt x="6851186" y="2075233"/>
                  </a:lnTo>
                  <a:lnTo>
                    <a:pt x="6862502" y="2075978"/>
                  </a:lnTo>
                  <a:lnTo>
                    <a:pt x="6872646" y="2081049"/>
                  </a:lnTo>
                  <a:lnTo>
                    <a:pt x="6879803" y="2089321"/>
                  </a:lnTo>
                  <a:lnTo>
                    <a:pt x="6883330" y="2099676"/>
                  </a:lnTo>
                  <a:lnTo>
                    <a:pt x="6882585" y="2110992"/>
                  </a:lnTo>
                  <a:close/>
                </a:path>
                <a:path w="7310755" h="7158355">
                  <a:moveTo>
                    <a:pt x="6031081" y="6618015"/>
                  </a:moveTo>
                  <a:lnTo>
                    <a:pt x="6029860" y="6622522"/>
                  </a:lnTo>
                  <a:lnTo>
                    <a:pt x="6027524" y="6623854"/>
                  </a:lnTo>
                  <a:lnTo>
                    <a:pt x="6023026" y="6622635"/>
                  </a:lnTo>
                  <a:lnTo>
                    <a:pt x="6021682" y="6620306"/>
                  </a:lnTo>
                  <a:lnTo>
                    <a:pt x="6022904" y="6615799"/>
                  </a:lnTo>
                  <a:lnTo>
                    <a:pt x="6025240" y="6614467"/>
                  </a:lnTo>
                  <a:lnTo>
                    <a:pt x="6029737" y="6615686"/>
                  </a:lnTo>
                  <a:lnTo>
                    <a:pt x="6031081" y="6618015"/>
                  </a:lnTo>
                  <a:close/>
                </a:path>
                <a:path w="7310755" h="7158355">
                  <a:moveTo>
                    <a:pt x="6136676" y="6248591"/>
                  </a:moveTo>
                  <a:lnTo>
                    <a:pt x="6133927" y="6258736"/>
                  </a:lnTo>
                  <a:lnTo>
                    <a:pt x="6128673" y="6261724"/>
                  </a:lnTo>
                  <a:lnTo>
                    <a:pt x="6118553" y="6258981"/>
                  </a:lnTo>
                  <a:lnTo>
                    <a:pt x="6115527" y="6253750"/>
                  </a:lnTo>
                  <a:lnTo>
                    <a:pt x="6118278" y="6243600"/>
                  </a:lnTo>
                  <a:lnTo>
                    <a:pt x="6123531" y="6240612"/>
                  </a:lnTo>
                  <a:lnTo>
                    <a:pt x="6133651" y="6243355"/>
                  </a:lnTo>
                  <a:lnTo>
                    <a:pt x="6136676" y="6248591"/>
                  </a:lnTo>
                  <a:close/>
                </a:path>
                <a:path w="7310755" h="7158355">
                  <a:moveTo>
                    <a:pt x="6241096" y="5879453"/>
                  </a:moveTo>
                  <a:lnTo>
                    <a:pt x="6237127" y="5894101"/>
                  </a:lnTo>
                  <a:lnTo>
                    <a:pt x="6229537" y="5898419"/>
                  </a:lnTo>
                  <a:lnTo>
                    <a:pt x="6214920" y="5894458"/>
                  </a:lnTo>
                  <a:lnTo>
                    <a:pt x="6210549" y="5886899"/>
                  </a:lnTo>
                  <a:lnTo>
                    <a:pt x="6214519" y="5872251"/>
                  </a:lnTo>
                  <a:lnTo>
                    <a:pt x="6222108" y="5867932"/>
                  </a:lnTo>
                  <a:lnTo>
                    <a:pt x="6236726" y="5871893"/>
                  </a:lnTo>
                  <a:lnTo>
                    <a:pt x="6241096" y="5879453"/>
                  </a:lnTo>
                  <a:close/>
                </a:path>
                <a:path w="7310755" h="7158355">
                  <a:moveTo>
                    <a:pt x="6342869" y="5519879"/>
                  </a:moveTo>
                  <a:lnTo>
                    <a:pt x="6339677" y="5526260"/>
                  </a:lnTo>
                  <a:lnTo>
                    <a:pt x="6334467" y="5530767"/>
                  </a:lnTo>
                  <a:lnTo>
                    <a:pt x="6327951" y="5532993"/>
                  </a:lnTo>
                  <a:lnTo>
                    <a:pt x="6320842" y="5532530"/>
                  </a:lnTo>
                  <a:lnTo>
                    <a:pt x="6314472" y="5529340"/>
                  </a:lnTo>
                  <a:lnTo>
                    <a:pt x="6309972" y="5524130"/>
                  </a:lnTo>
                  <a:lnTo>
                    <a:pt x="6307751" y="5517609"/>
                  </a:lnTo>
                  <a:lnTo>
                    <a:pt x="6308217" y="5510488"/>
                  </a:lnTo>
                  <a:lnTo>
                    <a:pt x="6311410" y="5504107"/>
                  </a:lnTo>
                  <a:lnTo>
                    <a:pt x="6316620" y="5499599"/>
                  </a:lnTo>
                  <a:lnTo>
                    <a:pt x="6323135" y="5497374"/>
                  </a:lnTo>
                  <a:lnTo>
                    <a:pt x="6330244" y="5497837"/>
                  </a:lnTo>
                  <a:lnTo>
                    <a:pt x="6336614" y="5501026"/>
                  </a:lnTo>
                  <a:lnTo>
                    <a:pt x="6341114" y="5506235"/>
                  </a:lnTo>
                  <a:lnTo>
                    <a:pt x="6343336" y="5512756"/>
                  </a:lnTo>
                  <a:lnTo>
                    <a:pt x="6342869" y="5519879"/>
                  </a:lnTo>
                  <a:close/>
                </a:path>
                <a:path w="7310755" h="7158355">
                  <a:moveTo>
                    <a:pt x="6446679" y="5152994"/>
                  </a:moveTo>
                  <a:lnTo>
                    <a:pt x="6442740" y="5160882"/>
                  </a:lnTo>
                  <a:lnTo>
                    <a:pt x="6436311" y="5166452"/>
                  </a:lnTo>
                  <a:lnTo>
                    <a:pt x="6428261" y="5169200"/>
                  </a:lnTo>
                  <a:lnTo>
                    <a:pt x="6419456" y="5168622"/>
                  </a:lnTo>
                  <a:lnTo>
                    <a:pt x="6411564" y="5164675"/>
                  </a:lnTo>
                  <a:lnTo>
                    <a:pt x="6406003" y="5158239"/>
                  </a:lnTo>
                  <a:lnTo>
                    <a:pt x="6403267" y="5150185"/>
                  </a:lnTo>
                  <a:lnTo>
                    <a:pt x="6403849" y="5141388"/>
                  </a:lnTo>
                  <a:lnTo>
                    <a:pt x="6407788" y="5133501"/>
                  </a:lnTo>
                  <a:lnTo>
                    <a:pt x="6414216" y="5127930"/>
                  </a:lnTo>
                  <a:lnTo>
                    <a:pt x="6422266" y="5125182"/>
                  </a:lnTo>
                  <a:lnTo>
                    <a:pt x="6431071" y="5125761"/>
                  </a:lnTo>
                  <a:lnTo>
                    <a:pt x="6438963" y="5129707"/>
                  </a:lnTo>
                  <a:lnTo>
                    <a:pt x="6444524" y="5136143"/>
                  </a:lnTo>
                  <a:lnTo>
                    <a:pt x="6447261" y="5144197"/>
                  </a:lnTo>
                  <a:lnTo>
                    <a:pt x="6446679" y="5152994"/>
                  </a:lnTo>
                  <a:close/>
                </a:path>
                <a:path w="7310755" h="7158355">
                  <a:moveTo>
                    <a:pt x="6550488" y="4786110"/>
                  </a:moveTo>
                  <a:lnTo>
                    <a:pt x="6545796" y="4795496"/>
                  </a:lnTo>
                  <a:lnTo>
                    <a:pt x="6538138" y="4802124"/>
                  </a:lnTo>
                  <a:lnTo>
                    <a:pt x="6528551" y="4805395"/>
                  </a:lnTo>
                  <a:lnTo>
                    <a:pt x="6518071" y="4804708"/>
                  </a:lnTo>
                  <a:lnTo>
                    <a:pt x="6508700" y="4800016"/>
                  </a:lnTo>
                  <a:lnTo>
                    <a:pt x="6502074" y="4792352"/>
                  </a:lnTo>
                  <a:lnTo>
                    <a:pt x="6498798" y="4782760"/>
                  </a:lnTo>
                  <a:lnTo>
                    <a:pt x="6499480" y="4772288"/>
                  </a:lnTo>
                  <a:lnTo>
                    <a:pt x="6504179" y="4762903"/>
                  </a:lnTo>
                  <a:lnTo>
                    <a:pt x="6511849" y="4756278"/>
                  </a:lnTo>
                  <a:lnTo>
                    <a:pt x="6521439" y="4753008"/>
                  </a:lnTo>
                  <a:lnTo>
                    <a:pt x="6531897" y="4753690"/>
                  </a:lnTo>
                  <a:lnTo>
                    <a:pt x="6541290" y="4758386"/>
                  </a:lnTo>
                  <a:lnTo>
                    <a:pt x="6547914" y="4766049"/>
                  </a:lnTo>
                  <a:lnTo>
                    <a:pt x="6551178" y="4775637"/>
                  </a:lnTo>
                  <a:lnTo>
                    <a:pt x="6550488" y="4786110"/>
                  </a:lnTo>
                  <a:close/>
                </a:path>
                <a:path w="7310755" h="7158355">
                  <a:moveTo>
                    <a:pt x="6655319" y="4419503"/>
                  </a:moveTo>
                  <a:lnTo>
                    <a:pt x="6649686" y="4430767"/>
                  </a:lnTo>
                  <a:lnTo>
                    <a:pt x="6640490" y="4438721"/>
                  </a:lnTo>
                  <a:lnTo>
                    <a:pt x="6628981" y="4442646"/>
                  </a:lnTo>
                  <a:lnTo>
                    <a:pt x="6616408" y="4441821"/>
                  </a:lnTo>
                  <a:lnTo>
                    <a:pt x="6605140" y="4436185"/>
                  </a:lnTo>
                  <a:lnTo>
                    <a:pt x="6597187" y="4426987"/>
                  </a:lnTo>
                  <a:lnTo>
                    <a:pt x="6593265" y="4415478"/>
                  </a:lnTo>
                  <a:lnTo>
                    <a:pt x="6594090" y="4402910"/>
                  </a:lnTo>
                  <a:lnTo>
                    <a:pt x="6599723" y="4391646"/>
                  </a:lnTo>
                  <a:lnTo>
                    <a:pt x="6608919" y="4383692"/>
                  </a:lnTo>
                  <a:lnTo>
                    <a:pt x="6620428" y="4379767"/>
                  </a:lnTo>
                  <a:lnTo>
                    <a:pt x="6633001" y="4380591"/>
                  </a:lnTo>
                  <a:lnTo>
                    <a:pt x="6644269" y="4386228"/>
                  </a:lnTo>
                  <a:lnTo>
                    <a:pt x="6652222" y="4395426"/>
                  </a:lnTo>
                  <a:lnTo>
                    <a:pt x="6656144" y="4406935"/>
                  </a:lnTo>
                  <a:lnTo>
                    <a:pt x="6655319" y="4419503"/>
                  </a:lnTo>
                  <a:close/>
                </a:path>
                <a:path w="7310755" h="7158355">
                  <a:moveTo>
                    <a:pt x="6760151" y="4052895"/>
                  </a:moveTo>
                  <a:lnTo>
                    <a:pt x="6753576" y="4066036"/>
                  </a:lnTo>
                  <a:lnTo>
                    <a:pt x="6742843" y="4075314"/>
                  </a:lnTo>
                  <a:lnTo>
                    <a:pt x="6729413" y="4079891"/>
                  </a:lnTo>
                  <a:lnTo>
                    <a:pt x="6714747" y="4078930"/>
                  </a:lnTo>
                  <a:lnTo>
                    <a:pt x="6701602" y="4072355"/>
                  </a:lnTo>
                  <a:lnTo>
                    <a:pt x="6692320" y="4061623"/>
                  </a:lnTo>
                  <a:lnTo>
                    <a:pt x="6687740" y="4048195"/>
                  </a:lnTo>
                  <a:lnTo>
                    <a:pt x="6688699" y="4033533"/>
                  </a:lnTo>
                  <a:lnTo>
                    <a:pt x="6695274" y="4020392"/>
                  </a:lnTo>
                  <a:lnTo>
                    <a:pt x="6706007" y="4011114"/>
                  </a:lnTo>
                  <a:lnTo>
                    <a:pt x="6719438" y="4006537"/>
                  </a:lnTo>
                  <a:lnTo>
                    <a:pt x="6734103" y="4007498"/>
                  </a:lnTo>
                  <a:lnTo>
                    <a:pt x="6747248" y="4014073"/>
                  </a:lnTo>
                  <a:lnTo>
                    <a:pt x="6756530" y="4024805"/>
                  </a:lnTo>
                  <a:lnTo>
                    <a:pt x="6761110" y="4038233"/>
                  </a:lnTo>
                  <a:lnTo>
                    <a:pt x="6760151" y="4052895"/>
                  </a:lnTo>
                  <a:close/>
                </a:path>
                <a:path w="7310755" h="7158355">
                  <a:moveTo>
                    <a:pt x="6863960" y="3686011"/>
                  </a:moveTo>
                  <a:lnTo>
                    <a:pt x="6856632" y="3700652"/>
                  </a:lnTo>
                  <a:lnTo>
                    <a:pt x="6844669" y="3710988"/>
                  </a:lnTo>
                  <a:lnTo>
                    <a:pt x="6829702" y="3716087"/>
                  </a:lnTo>
                  <a:lnTo>
                    <a:pt x="6813362" y="3715016"/>
                  </a:lnTo>
                  <a:lnTo>
                    <a:pt x="6798725" y="3707693"/>
                  </a:lnTo>
                  <a:lnTo>
                    <a:pt x="6788397" y="3695739"/>
                  </a:lnTo>
                  <a:lnTo>
                    <a:pt x="6783307" y="3680782"/>
                  </a:lnTo>
                  <a:lnTo>
                    <a:pt x="6784382" y="3664446"/>
                  </a:lnTo>
                  <a:lnTo>
                    <a:pt x="6791702" y="3649803"/>
                  </a:lnTo>
                  <a:lnTo>
                    <a:pt x="6803648" y="3639462"/>
                  </a:lnTo>
                  <a:lnTo>
                    <a:pt x="6818597" y="3634359"/>
                  </a:lnTo>
                  <a:lnTo>
                    <a:pt x="6834929" y="3635427"/>
                  </a:lnTo>
                  <a:lnTo>
                    <a:pt x="6849574" y="3642753"/>
                  </a:lnTo>
                  <a:lnTo>
                    <a:pt x="6859920" y="3654711"/>
                  </a:lnTo>
                  <a:lnTo>
                    <a:pt x="6865027" y="3669673"/>
                  </a:lnTo>
                  <a:lnTo>
                    <a:pt x="6863960" y="3686011"/>
                  </a:lnTo>
                  <a:close/>
                </a:path>
                <a:path w="7310755" h="7158355">
                  <a:moveTo>
                    <a:pt x="6967770" y="3319127"/>
                  </a:moveTo>
                  <a:lnTo>
                    <a:pt x="6959689" y="3335269"/>
                  </a:lnTo>
                  <a:lnTo>
                    <a:pt x="6946495" y="3346665"/>
                  </a:lnTo>
                  <a:lnTo>
                    <a:pt x="6929991" y="3352287"/>
                  </a:lnTo>
                  <a:lnTo>
                    <a:pt x="6911976" y="3351107"/>
                  </a:lnTo>
                  <a:lnTo>
                    <a:pt x="6895838" y="3343032"/>
                  </a:lnTo>
                  <a:lnTo>
                    <a:pt x="6884448" y="3329851"/>
                  </a:lnTo>
                  <a:lnTo>
                    <a:pt x="6878831" y="3313358"/>
                  </a:lnTo>
                  <a:lnTo>
                    <a:pt x="6880014" y="3295346"/>
                  </a:lnTo>
                  <a:lnTo>
                    <a:pt x="6888087" y="3279201"/>
                  </a:lnTo>
                  <a:lnTo>
                    <a:pt x="6901263" y="3267800"/>
                  </a:lnTo>
                  <a:lnTo>
                    <a:pt x="6917749" y="3262173"/>
                  </a:lnTo>
                  <a:lnTo>
                    <a:pt x="6935756" y="3263351"/>
                  </a:lnTo>
                  <a:lnTo>
                    <a:pt x="6951902" y="3271428"/>
                  </a:lnTo>
                  <a:lnTo>
                    <a:pt x="6963310" y="3284614"/>
                  </a:lnTo>
                  <a:lnTo>
                    <a:pt x="6968945" y="3301112"/>
                  </a:lnTo>
                  <a:lnTo>
                    <a:pt x="6967770" y="3319127"/>
                  </a:lnTo>
                  <a:close/>
                </a:path>
                <a:path w="7310755" h="7158355">
                  <a:moveTo>
                    <a:pt x="7065446" y="2950580"/>
                  </a:moveTo>
                  <a:lnTo>
                    <a:pt x="7057741" y="2965974"/>
                  </a:lnTo>
                  <a:lnTo>
                    <a:pt x="7045162" y="2976841"/>
                  </a:lnTo>
                  <a:lnTo>
                    <a:pt x="7029426" y="2982201"/>
                  </a:lnTo>
                  <a:lnTo>
                    <a:pt x="7012249" y="2981076"/>
                  </a:lnTo>
                  <a:lnTo>
                    <a:pt x="6996861" y="2973377"/>
                  </a:lnTo>
                  <a:lnTo>
                    <a:pt x="6986003" y="2960809"/>
                  </a:lnTo>
                  <a:lnTo>
                    <a:pt x="6980649" y="2945083"/>
                  </a:lnTo>
                  <a:lnTo>
                    <a:pt x="6981779" y="2927908"/>
                  </a:lnTo>
                  <a:lnTo>
                    <a:pt x="6989476" y="2912512"/>
                  </a:lnTo>
                  <a:lnTo>
                    <a:pt x="7002037" y="2901640"/>
                  </a:lnTo>
                  <a:lnTo>
                    <a:pt x="7017755" y="2896275"/>
                  </a:lnTo>
                  <a:lnTo>
                    <a:pt x="7034924" y="2897398"/>
                  </a:lnTo>
                  <a:lnTo>
                    <a:pt x="7050320" y="2905099"/>
                  </a:lnTo>
                  <a:lnTo>
                    <a:pt x="7061196" y="2917672"/>
                  </a:lnTo>
                  <a:lnTo>
                    <a:pt x="7066567" y="2933403"/>
                  </a:lnTo>
                  <a:lnTo>
                    <a:pt x="7065446" y="2950580"/>
                  </a:lnTo>
                  <a:close/>
                </a:path>
                <a:path w="7310755" h="7158355">
                  <a:moveTo>
                    <a:pt x="7140931" y="2566946"/>
                  </a:moveTo>
                  <a:lnTo>
                    <a:pt x="7136349" y="2583853"/>
                  </a:lnTo>
                  <a:lnTo>
                    <a:pt x="7127643" y="2588851"/>
                  </a:lnTo>
                  <a:lnTo>
                    <a:pt x="7110726" y="2584267"/>
                  </a:lnTo>
                  <a:lnTo>
                    <a:pt x="7105734" y="2575557"/>
                  </a:lnTo>
                  <a:lnTo>
                    <a:pt x="7110316" y="2558650"/>
                  </a:lnTo>
                  <a:lnTo>
                    <a:pt x="7119022" y="2553652"/>
                  </a:lnTo>
                  <a:lnTo>
                    <a:pt x="7135939" y="2558236"/>
                  </a:lnTo>
                  <a:lnTo>
                    <a:pt x="7140931" y="2566946"/>
                  </a:lnTo>
                  <a:close/>
                </a:path>
                <a:path w="7310755" h="7158355">
                  <a:moveTo>
                    <a:pt x="6496445" y="6350313"/>
                  </a:moveTo>
                  <a:lnTo>
                    <a:pt x="6495834" y="6352567"/>
                  </a:lnTo>
                  <a:lnTo>
                    <a:pt x="6494667" y="6353233"/>
                  </a:lnTo>
                  <a:lnTo>
                    <a:pt x="6492417" y="6352623"/>
                  </a:lnTo>
                  <a:lnTo>
                    <a:pt x="6491746" y="6351459"/>
                  </a:lnTo>
                  <a:lnTo>
                    <a:pt x="6492355" y="6349210"/>
                  </a:lnTo>
                  <a:lnTo>
                    <a:pt x="6493523" y="6348545"/>
                  </a:lnTo>
                  <a:lnTo>
                    <a:pt x="6495772" y="6349154"/>
                  </a:lnTo>
                  <a:lnTo>
                    <a:pt x="6496445" y="6350313"/>
                  </a:lnTo>
                  <a:close/>
                </a:path>
                <a:path w="7310755" h="7158355">
                  <a:moveTo>
                    <a:pt x="6602040" y="5980890"/>
                  </a:moveTo>
                  <a:lnTo>
                    <a:pt x="6599901" y="5988781"/>
                  </a:lnTo>
                  <a:lnTo>
                    <a:pt x="6595814" y="5991108"/>
                  </a:lnTo>
                  <a:lnTo>
                    <a:pt x="6587944" y="5988975"/>
                  </a:lnTo>
                  <a:lnTo>
                    <a:pt x="6585591" y="5984903"/>
                  </a:lnTo>
                  <a:lnTo>
                    <a:pt x="6587729" y="5977012"/>
                  </a:lnTo>
                  <a:lnTo>
                    <a:pt x="6591816" y="5974685"/>
                  </a:lnTo>
                  <a:lnTo>
                    <a:pt x="6599687" y="5976817"/>
                  </a:lnTo>
                  <a:lnTo>
                    <a:pt x="6602040" y="5980890"/>
                  </a:lnTo>
                  <a:close/>
                </a:path>
                <a:path w="7310755" h="7158355">
                  <a:moveTo>
                    <a:pt x="6708809" y="5611181"/>
                  </a:moveTo>
                  <a:lnTo>
                    <a:pt x="6704840" y="5625829"/>
                  </a:lnTo>
                  <a:lnTo>
                    <a:pt x="6697301" y="5630161"/>
                  </a:lnTo>
                  <a:lnTo>
                    <a:pt x="6682633" y="5626186"/>
                  </a:lnTo>
                  <a:lnTo>
                    <a:pt x="6678313" y="5618641"/>
                  </a:lnTo>
                  <a:lnTo>
                    <a:pt x="6682283" y="5603993"/>
                  </a:lnTo>
                  <a:lnTo>
                    <a:pt x="6689821" y="5599660"/>
                  </a:lnTo>
                  <a:lnTo>
                    <a:pt x="6704490" y="5603635"/>
                  </a:lnTo>
                  <a:lnTo>
                    <a:pt x="6708809" y="5611181"/>
                  </a:lnTo>
                  <a:close/>
                </a:path>
                <a:path w="7310755" h="7158355">
                  <a:moveTo>
                    <a:pt x="6811656" y="5251898"/>
                  </a:moveTo>
                  <a:lnTo>
                    <a:pt x="6808274" y="5258656"/>
                  </a:lnTo>
                  <a:lnTo>
                    <a:pt x="6802750" y="5263427"/>
                  </a:lnTo>
                  <a:lnTo>
                    <a:pt x="6795835" y="5265779"/>
                  </a:lnTo>
                  <a:lnTo>
                    <a:pt x="6788278" y="5265281"/>
                  </a:lnTo>
                  <a:lnTo>
                    <a:pt x="6781533" y="5261903"/>
                  </a:lnTo>
                  <a:lnTo>
                    <a:pt x="6776767" y="5256386"/>
                  </a:lnTo>
                  <a:lnTo>
                    <a:pt x="6774414" y="5249481"/>
                  </a:lnTo>
                  <a:lnTo>
                    <a:pt x="6774907" y="5241939"/>
                  </a:lnTo>
                  <a:lnTo>
                    <a:pt x="6778289" y="5235180"/>
                  </a:lnTo>
                  <a:lnTo>
                    <a:pt x="6783807" y="5230408"/>
                  </a:lnTo>
                  <a:lnTo>
                    <a:pt x="6790706" y="5228052"/>
                  </a:lnTo>
                  <a:lnTo>
                    <a:pt x="6798234" y="5228543"/>
                  </a:lnTo>
                  <a:lnTo>
                    <a:pt x="6805008" y="5231928"/>
                  </a:lnTo>
                  <a:lnTo>
                    <a:pt x="6809790" y="5237449"/>
                  </a:lnTo>
                  <a:lnTo>
                    <a:pt x="6812149" y="5244356"/>
                  </a:lnTo>
                  <a:lnTo>
                    <a:pt x="6811656" y="5251898"/>
                  </a:lnTo>
                  <a:close/>
                </a:path>
                <a:path w="7310755" h="7158355">
                  <a:moveTo>
                    <a:pt x="6915414" y="4884999"/>
                  </a:moveTo>
                  <a:lnTo>
                    <a:pt x="6911287" y="4893259"/>
                  </a:lnTo>
                  <a:lnTo>
                    <a:pt x="6904552" y="4899093"/>
                  </a:lnTo>
                  <a:lnTo>
                    <a:pt x="6896117" y="4901972"/>
                  </a:lnTo>
                  <a:lnTo>
                    <a:pt x="6886893" y="4901367"/>
                  </a:lnTo>
                  <a:lnTo>
                    <a:pt x="6878648" y="4897238"/>
                  </a:lnTo>
                  <a:lnTo>
                    <a:pt x="6872819" y="4890494"/>
                  </a:lnTo>
                  <a:lnTo>
                    <a:pt x="6869939" y="4882054"/>
                  </a:lnTo>
                  <a:lnTo>
                    <a:pt x="6870540" y="4872839"/>
                  </a:lnTo>
                  <a:lnTo>
                    <a:pt x="6874673" y="4864582"/>
                  </a:lnTo>
                  <a:lnTo>
                    <a:pt x="6881421" y="4858751"/>
                  </a:lnTo>
                  <a:lnTo>
                    <a:pt x="6889857" y="4855872"/>
                  </a:lnTo>
                  <a:lnTo>
                    <a:pt x="6899059" y="4856472"/>
                  </a:lnTo>
                  <a:lnTo>
                    <a:pt x="6907327" y="4860605"/>
                  </a:lnTo>
                  <a:lnTo>
                    <a:pt x="6913154" y="4867348"/>
                  </a:lnTo>
                  <a:lnTo>
                    <a:pt x="6916022" y="4875784"/>
                  </a:lnTo>
                  <a:lnTo>
                    <a:pt x="6915414" y="4884999"/>
                  </a:lnTo>
                  <a:close/>
                </a:path>
                <a:path w="7310755" h="7158355">
                  <a:moveTo>
                    <a:pt x="7019223" y="4518115"/>
                  </a:moveTo>
                  <a:lnTo>
                    <a:pt x="7014343" y="4527878"/>
                  </a:lnTo>
                  <a:lnTo>
                    <a:pt x="7006377" y="4534772"/>
                  </a:lnTo>
                  <a:lnTo>
                    <a:pt x="6996405" y="4538173"/>
                  </a:lnTo>
                  <a:lnTo>
                    <a:pt x="6985507" y="4537458"/>
                  </a:lnTo>
                  <a:lnTo>
                    <a:pt x="6975761" y="4532579"/>
                  </a:lnTo>
                  <a:lnTo>
                    <a:pt x="6968869" y="4524608"/>
                  </a:lnTo>
                  <a:lnTo>
                    <a:pt x="6965461" y="4514632"/>
                  </a:lnTo>
                  <a:lnTo>
                    <a:pt x="6966171" y="4503739"/>
                  </a:lnTo>
                  <a:lnTo>
                    <a:pt x="6971059" y="4493977"/>
                  </a:lnTo>
                  <a:lnTo>
                    <a:pt x="6979036" y="4487087"/>
                  </a:lnTo>
                  <a:lnTo>
                    <a:pt x="6989010" y="4483686"/>
                  </a:lnTo>
                  <a:lnTo>
                    <a:pt x="6999886" y="4484395"/>
                  </a:lnTo>
                  <a:lnTo>
                    <a:pt x="7009654" y="4489280"/>
                  </a:lnTo>
                  <a:lnTo>
                    <a:pt x="7016545" y="4497251"/>
                  </a:lnTo>
                  <a:lnTo>
                    <a:pt x="7019940" y="4507224"/>
                  </a:lnTo>
                  <a:lnTo>
                    <a:pt x="7019223" y="4518115"/>
                  </a:lnTo>
                  <a:close/>
                </a:path>
                <a:path w="7310755" h="7158355">
                  <a:moveTo>
                    <a:pt x="7120988" y="4150677"/>
                  </a:moveTo>
                  <a:lnTo>
                    <a:pt x="7115732" y="4161189"/>
                  </a:lnTo>
                  <a:lnTo>
                    <a:pt x="7107151" y="4168612"/>
                  </a:lnTo>
                  <a:lnTo>
                    <a:pt x="7096411" y="4172275"/>
                  </a:lnTo>
                  <a:lnTo>
                    <a:pt x="7084675" y="4171505"/>
                  </a:lnTo>
                  <a:lnTo>
                    <a:pt x="7074178" y="4166250"/>
                  </a:lnTo>
                  <a:lnTo>
                    <a:pt x="7066755" y="4157666"/>
                  </a:lnTo>
                  <a:lnTo>
                    <a:pt x="7063084" y="4146922"/>
                  </a:lnTo>
                  <a:lnTo>
                    <a:pt x="7063847" y="4135192"/>
                  </a:lnTo>
                  <a:lnTo>
                    <a:pt x="7069111" y="4124682"/>
                  </a:lnTo>
                  <a:lnTo>
                    <a:pt x="7077703" y="4117262"/>
                  </a:lnTo>
                  <a:lnTo>
                    <a:pt x="7088446" y="4113600"/>
                  </a:lnTo>
                  <a:lnTo>
                    <a:pt x="7100159" y="4114364"/>
                  </a:lnTo>
                  <a:lnTo>
                    <a:pt x="7110678" y="4119625"/>
                  </a:lnTo>
                  <a:lnTo>
                    <a:pt x="7118100" y="4128209"/>
                  </a:lnTo>
                  <a:lnTo>
                    <a:pt x="7121758" y="4138949"/>
                  </a:lnTo>
                  <a:lnTo>
                    <a:pt x="7120988" y="4150677"/>
                  </a:lnTo>
                  <a:close/>
                </a:path>
                <a:path w="7310755" h="7158355">
                  <a:moveTo>
                    <a:pt x="7218664" y="3782130"/>
                  </a:moveTo>
                  <a:lnTo>
                    <a:pt x="7213784" y="3791894"/>
                  </a:lnTo>
                  <a:lnTo>
                    <a:pt x="7205818" y="3798787"/>
                  </a:lnTo>
                  <a:lnTo>
                    <a:pt x="7195846" y="3802189"/>
                  </a:lnTo>
                  <a:lnTo>
                    <a:pt x="7184948" y="3801473"/>
                  </a:lnTo>
                  <a:lnTo>
                    <a:pt x="7175202" y="3796594"/>
                  </a:lnTo>
                  <a:lnTo>
                    <a:pt x="7168309" y="3788623"/>
                  </a:lnTo>
                  <a:lnTo>
                    <a:pt x="7164902" y="3778648"/>
                  </a:lnTo>
                  <a:lnTo>
                    <a:pt x="7165612" y="3767754"/>
                  </a:lnTo>
                  <a:lnTo>
                    <a:pt x="7170500" y="3757993"/>
                  </a:lnTo>
                  <a:lnTo>
                    <a:pt x="7178477" y="3751102"/>
                  </a:lnTo>
                  <a:lnTo>
                    <a:pt x="7188451" y="3747701"/>
                  </a:lnTo>
                  <a:lnTo>
                    <a:pt x="7199327" y="3748411"/>
                  </a:lnTo>
                  <a:lnTo>
                    <a:pt x="7209095" y="3753296"/>
                  </a:lnTo>
                  <a:lnTo>
                    <a:pt x="7215986" y="3761266"/>
                  </a:lnTo>
                  <a:lnTo>
                    <a:pt x="7219381" y="3771239"/>
                  </a:lnTo>
                  <a:lnTo>
                    <a:pt x="7218664" y="3782130"/>
                  </a:lnTo>
                  <a:close/>
                </a:path>
                <a:path w="7310755" h="7158355">
                  <a:moveTo>
                    <a:pt x="7310657" y="3402366"/>
                  </a:moveTo>
                  <a:lnTo>
                    <a:pt x="7305771" y="3420398"/>
                  </a:lnTo>
                  <a:lnTo>
                    <a:pt x="7296481" y="3425726"/>
                  </a:lnTo>
                  <a:lnTo>
                    <a:pt x="7278439" y="3420837"/>
                  </a:lnTo>
                  <a:lnTo>
                    <a:pt x="7273111" y="3411547"/>
                  </a:lnTo>
                  <a:lnTo>
                    <a:pt x="7277998" y="3393516"/>
                  </a:lnTo>
                  <a:lnTo>
                    <a:pt x="7287287" y="3388187"/>
                  </a:lnTo>
                  <a:lnTo>
                    <a:pt x="7305329" y="3393077"/>
                  </a:lnTo>
                  <a:lnTo>
                    <a:pt x="7310657" y="3402366"/>
                  </a:lnTo>
                  <a:close/>
                </a:path>
                <a:path w="7310755" h="7158355">
                  <a:moveTo>
                    <a:pt x="7163599" y="5346057"/>
                  </a:moveTo>
                  <a:lnTo>
                    <a:pt x="7162988" y="5348311"/>
                  </a:lnTo>
                  <a:lnTo>
                    <a:pt x="7161820" y="5348976"/>
                  </a:lnTo>
                  <a:lnTo>
                    <a:pt x="7159571" y="5348367"/>
                  </a:lnTo>
                  <a:lnTo>
                    <a:pt x="7158900" y="5347203"/>
                  </a:lnTo>
                  <a:lnTo>
                    <a:pt x="7159509" y="5344954"/>
                  </a:lnTo>
                  <a:lnTo>
                    <a:pt x="7160676" y="5344288"/>
                  </a:lnTo>
                  <a:lnTo>
                    <a:pt x="7162926" y="5344898"/>
                  </a:lnTo>
                  <a:lnTo>
                    <a:pt x="7163599" y="5346057"/>
                  </a:lnTo>
                  <a:close/>
                </a:path>
                <a:path w="7310755" h="7158355">
                  <a:moveTo>
                    <a:pt x="7264494" y="4977779"/>
                  </a:moveTo>
                  <a:lnTo>
                    <a:pt x="7263577" y="4981163"/>
                  </a:lnTo>
                  <a:lnTo>
                    <a:pt x="7261826" y="4982158"/>
                  </a:lnTo>
                  <a:lnTo>
                    <a:pt x="7258453" y="4981244"/>
                  </a:lnTo>
                  <a:lnTo>
                    <a:pt x="7257444" y="4979500"/>
                  </a:lnTo>
                  <a:lnTo>
                    <a:pt x="7258361" y="4976117"/>
                  </a:lnTo>
                  <a:lnTo>
                    <a:pt x="7260112" y="4975121"/>
                  </a:lnTo>
                  <a:lnTo>
                    <a:pt x="7263485" y="4976035"/>
                  </a:lnTo>
                  <a:lnTo>
                    <a:pt x="7264494" y="4977779"/>
                  </a:lnTo>
                  <a:close/>
                </a:path>
              </a:pathLst>
            </a:custGeom>
            <a:solidFill>
              <a:srgbClr val="CAF0F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287780" y="1036652"/>
              <a:ext cx="4972050" cy="4965700"/>
            </a:xfrm>
            <a:custGeom>
              <a:avLst/>
              <a:gdLst/>
              <a:ahLst/>
              <a:cxnLst/>
              <a:rect l="l" t="t" r="r" b="b"/>
              <a:pathLst>
                <a:path w="4972050" h="4965700">
                  <a:moveTo>
                    <a:pt x="4594748" y="4889499"/>
                  </a:moveTo>
                  <a:lnTo>
                    <a:pt x="4643995" y="4889499"/>
                  </a:lnTo>
                  <a:lnTo>
                    <a:pt x="4654662" y="4902199"/>
                  </a:lnTo>
                  <a:lnTo>
                    <a:pt x="4661710" y="4914899"/>
                  </a:lnTo>
                  <a:lnTo>
                    <a:pt x="4664256" y="4927599"/>
                  </a:lnTo>
                  <a:lnTo>
                    <a:pt x="4660714" y="4940299"/>
                  </a:lnTo>
                  <a:lnTo>
                    <a:pt x="4651071" y="4952999"/>
                  </a:lnTo>
                  <a:lnTo>
                    <a:pt x="4636799" y="4965699"/>
                  </a:lnTo>
                  <a:lnTo>
                    <a:pt x="4601944" y="4965699"/>
                  </a:lnTo>
                  <a:lnTo>
                    <a:pt x="4587672" y="4952999"/>
                  </a:lnTo>
                  <a:lnTo>
                    <a:pt x="4578029" y="4940299"/>
                  </a:lnTo>
                  <a:lnTo>
                    <a:pt x="4574487" y="4927599"/>
                  </a:lnTo>
                  <a:lnTo>
                    <a:pt x="4577033" y="4914899"/>
                  </a:lnTo>
                  <a:lnTo>
                    <a:pt x="4584081" y="4902199"/>
                  </a:lnTo>
                  <a:lnTo>
                    <a:pt x="4594748" y="4889499"/>
                  </a:lnTo>
                  <a:close/>
                </a:path>
                <a:path w="4972050" h="4965700">
                  <a:moveTo>
                    <a:pt x="4608150" y="1727199"/>
                  </a:moveTo>
                  <a:lnTo>
                    <a:pt x="4630593" y="1727199"/>
                  </a:lnTo>
                  <a:lnTo>
                    <a:pt x="4630593" y="4889499"/>
                  </a:lnTo>
                  <a:lnTo>
                    <a:pt x="4608150" y="4889499"/>
                  </a:lnTo>
                  <a:lnTo>
                    <a:pt x="4608150" y="1727199"/>
                  </a:lnTo>
                  <a:close/>
                </a:path>
                <a:path w="4972050" h="4965700">
                  <a:moveTo>
                    <a:pt x="3917550" y="3949699"/>
                  </a:moveTo>
                  <a:lnTo>
                    <a:pt x="3988131" y="3949699"/>
                  </a:lnTo>
                  <a:lnTo>
                    <a:pt x="3995179" y="3962399"/>
                  </a:lnTo>
                  <a:lnTo>
                    <a:pt x="3997725" y="3975099"/>
                  </a:lnTo>
                  <a:lnTo>
                    <a:pt x="3994183" y="4000499"/>
                  </a:lnTo>
                  <a:lnTo>
                    <a:pt x="3984540" y="4013199"/>
                  </a:lnTo>
                  <a:lnTo>
                    <a:pt x="3970268" y="4025899"/>
                  </a:lnTo>
                  <a:lnTo>
                    <a:pt x="3935413" y="4025899"/>
                  </a:lnTo>
                  <a:lnTo>
                    <a:pt x="3921141" y="4013199"/>
                  </a:lnTo>
                  <a:lnTo>
                    <a:pt x="3911498" y="4000499"/>
                  </a:lnTo>
                  <a:lnTo>
                    <a:pt x="3907957" y="3975099"/>
                  </a:lnTo>
                  <a:lnTo>
                    <a:pt x="3910502" y="3962399"/>
                  </a:lnTo>
                  <a:lnTo>
                    <a:pt x="3917550" y="3949699"/>
                  </a:lnTo>
                  <a:close/>
                </a:path>
                <a:path w="4972050" h="4965700">
                  <a:moveTo>
                    <a:pt x="4265865" y="3035299"/>
                  </a:moveTo>
                  <a:lnTo>
                    <a:pt x="4294746" y="3035299"/>
                  </a:lnTo>
                  <a:lnTo>
                    <a:pt x="3964062" y="3365499"/>
                  </a:lnTo>
                  <a:lnTo>
                    <a:pt x="3964062" y="3936999"/>
                  </a:lnTo>
                  <a:lnTo>
                    <a:pt x="3977464" y="3949699"/>
                  </a:lnTo>
                  <a:lnTo>
                    <a:pt x="3928218" y="3949699"/>
                  </a:lnTo>
                  <a:lnTo>
                    <a:pt x="3941620" y="3936999"/>
                  </a:lnTo>
                  <a:lnTo>
                    <a:pt x="3941620" y="3365499"/>
                  </a:lnTo>
                  <a:lnTo>
                    <a:pt x="3941283" y="3365499"/>
                  </a:lnTo>
                  <a:lnTo>
                    <a:pt x="3942181" y="3352799"/>
                  </a:lnTo>
                  <a:lnTo>
                    <a:pt x="4265865" y="3035299"/>
                  </a:lnTo>
                  <a:close/>
                </a:path>
                <a:path w="4972050" h="4965700">
                  <a:moveTo>
                    <a:pt x="4285994" y="2933699"/>
                  </a:moveTo>
                  <a:lnTo>
                    <a:pt x="4379690" y="2933699"/>
                  </a:lnTo>
                  <a:lnTo>
                    <a:pt x="4394207" y="2959099"/>
                  </a:lnTo>
                  <a:lnTo>
                    <a:pt x="4399046" y="2984499"/>
                  </a:lnTo>
                  <a:lnTo>
                    <a:pt x="4394207" y="3009899"/>
                  </a:lnTo>
                  <a:lnTo>
                    <a:pt x="4379690" y="3022599"/>
                  </a:lnTo>
                  <a:lnTo>
                    <a:pt x="4360137" y="3047999"/>
                  </a:lnTo>
                  <a:lnTo>
                    <a:pt x="4315688" y="3047999"/>
                  </a:lnTo>
                  <a:lnTo>
                    <a:pt x="4294746" y="3035299"/>
                  </a:lnTo>
                  <a:lnTo>
                    <a:pt x="4265865" y="3035299"/>
                  </a:lnTo>
                  <a:lnTo>
                    <a:pt x="4278812" y="3022599"/>
                  </a:lnTo>
                  <a:lnTo>
                    <a:pt x="4268905" y="2997199"/>
                  </a:lnTo>
                  <a:lnTo>
                    <a:pt x="4266792" y="2971799"/>
                  </a:lnTo>
                  <a:lnTo>
                    <a:pt x="4272485" y="2959099"/>
                  </a:lnTo>
                  <a:lnTo>
                    <a:pt x="4285994" y="2933699"/>
                  </a:lnTo>
                  <a:close/>
                </a:path>
                <a:path w="4972050" h="4965700">
                  <a:moveTo>
                    <a:pt x="4302769" y="2920999"/>
                  </a:moveTo>
                  <a:lnTo>
                    <a:pt x="4362914" y="2920999"/>
                  </a:lnTo>
                  <a:lnTo>
                    <a:pt x="4371639" y="2933699"/>
                  </a:lnTo>
                  <a:lnTo>
                    <a:pt x="4294045" y="2933699"/>
                  </a:lnTo>
                  <a:lnTo>
                    <a:pt x="4302769" y="2920999"/>
                  </a:lnTo>
                  <a:close/>
                </a:path>
                <a:path w="4972050" h="4965700">
                  <a:moveTo>
                    <a:pt x="4894624" y="126999"/>
                  </a:moveTo>
                  <a:lnTo>
                    <a:pt x="4917178" y="126999"/>
                  </a:lnTo>
                  <a:lnTo>
                    <a:pt x="4917178" y="1079499"/>
                  </a:lnTo>
                  <a:lnTo>
                    <a:pt x="4916954" y="1079499"/>
                  </a:lnTo>
                  <a:lnTo>
                    <a:pt x="4916617" y="1092199"/>
                  </a:lnTo>
                  <a:lnTo>
                    <a:pt x="4912578" y="1092199"/>
                  </a:lnTo>
                  <a:lnTo>
                    <a:pt x="4344119" y="1574799"/>
                  </a:lnTo>
                  <a:lnTo>
                    <a:pt x="4344119" y="2920999"/>
                  </a:lnTo>
                  <a:lnTo>
                    <a:pt x="4321565" y="2920999"/>
                  </a:lnTo>
                  <a:lnTo>
                    <a:pt x="4321452" y="1574799"/>
                  </a:lnTo>
                  <a:lnTo>
                    <a:pt x="4322687" y="1574799"/>
                  </a:lnTo>
                  <a:lnTo>
                    <a:pt x="4325492" y="1562099"/>
                  </a:lnTo>
                  <a:lnTo>
                    <a:pt x="4894624" y="1079499"/>
                  </a:lnTo>
                  <a:lnTo>
                    <a:pt x="4894624" y="126999"/>
                  </a:lnTo>
                  <a:close/>
                </a:path>
                <a:path w="4972050" h="4965700">
                  <a:moveTo>
                    <a:pt x="4000930" y="2730499"/>
                  </a:moveTo>
                  <a:lnTo>
                    <a:pt x="4050177" y="2730499"/>
                  </a:lnTo>
                  <a:lnTo>
                    <a:pt x="4060844" y="2743199"/>
                  </a:lnTo>
                  <a:lnTo>
                    <a:pt x="4067892" y="2755899"/>
                  </a:lnTo>
                  <a:lnTo>
                    <a:pt x="4070438" y="2768599"/>
                  </a:lnTo>
                  <a:lnTo>
                    <a:pt x="4066896" y="2781299"/>
                  </a:lnTo>
                  <a:lnTo>
                    <a:pt x="4057253" y="2793999"/>
                  </a:lnTo>
                  <a:lnTo>
                    <a:pt x="4042981" y="2806699"/>
                  </a:lnTo>
                  <a:lnTo>
                    <a:pt x="4025553" y="2819399"/>
                  </a:lnTo>
                  <a:lnTo>
                    <a:pt x="4008126" y="2806699"/>
                  </a:lnTo>
                  <a:lnTo>
                    <a:pt x="3993854" y="2793999"/>
                  </a:lnTo>
                  <a:lnTo>
                    <a:pt x="3984211" y="2781299"/>
                  </a:lnTo>
                  <a:lnTo>
                    <a:pt x="3980669" y="2768599"/>
                  </a:lnTo>
                  <a:lnTo>
                    <a:pt x="3983215" y="2755899"/>
                  </a:lnTo>
                  <a:lnTo>
                    <a:pt x="3990263" y="2743199"/>
                  </a:lnTo>
                  <a:lnTo>
                    <a:pt x="4000930" y="2730499"/>
                  </a:lnTo>
                  <a:close/>
                </a:path>
                <a:path w="4972050" h="4965700">
                  <a:moveTo>
                    <a:pt x="3979098" y="2247899"/>
                  </a:moveTo>
                  <a:lnTo>
                    <a:pt x="4035989" y="2247899"/>
                  </a:lnTo>
                  <a:lnTo>
                    <a:pt x="4037111" y="2260599"/>
                  </a:lnTo>
                  <a:lnTo>
                    <a:pt x="4036774" y="2260599"/>
                  </a:lnTo>
                  <a:lnTo>
                    <a:pt x="4036774" y="2730499"/>
                  </a:lnTo>
                  <a:lnTo>
                    <a:pt x="4014332" y="2730499"/>
                  </a:lnTo>
                  <a:lnTo>
                    <a:pt x="4014332" y="2260599"/>
                  </a:lnTo>
                  <a:lnTo>
                    <a:pt x="3979098" y="2247899"/>
                  </a:lnTo>
                  <a:close/>
                </a:path>
                <a:path w="4972050" h="4965700">
                  <a:moveTo>
                    <a:pt x="3783143" y="2641599"/>
                  </a:moveTo>
                  <a:lnTo>
                    <a:pt x="3817999" y="2641599"/>
                  </a:lnTo>
                  <a:lnTo>
                    <a:pt x="3800571" y="2654299"/>
                  </a:lnTo>
                  <a:lnTo>
                    <a:pt x="3783143" y="2641599"/>
                  </a:lnTo>
                  <a:close/>
                </a:path>
                <a:path w="4972050" h="4965700">
                  <a:moveTo>
                    <a:pt x="3775948" y="2565399"/>
                  </a:moveTo>
                  <a:lnTo>
                    <a:pt x="3825194" y="2565399"/>
                  </a:lnTo>
                  <a:lnTo>
                    <a:pt x="3835861" y="2578099"/>
                  </a:lnTo>
                  <a:lnTo>
                    <a:pt x="3842910" y="2590799"/>
                  </a:lnTo>
                  <a:lnTo>
                    <a:pt x="3845455" y="2603499"/>
                  </a:lnTo>
                  <a:lnTo>
                    <a:pt x="3841914" y="2616199"/>
                  </a:lnTo>
                  <a:lnTo>
                    <a:pt x="3832271" y="2641599"/>
                  </a:lnTo>
                  <a:lnTo>
                    <a:pt x="3768872" y="2641599"/>
                  </a:lnTo>
                  <a:lnTo>
                    <a:pt x="3759229" y="2616199"/>
                  </a:lnTo>
                  <a:lnTo>
                    <a:pt x="3755687" y="2603499"/>
                  </a:lnTo>
                  <a:lnTo>
                    <a:pt x="3758233" y="2590799"/>
                  </a:lnTo>
                  <a:lnTo>
                    <a:pt x="3765281" y="2578099"/>
                  </a:lnTo>
                  <a:lnTo>
                    <a:pt x="3775948" y="2565399"/>
                  </a:lnTo>
                  <a:close/>
                </a:path>
                <a:path w="4972050" h="4965700">
                  <a:moveTo>
                    <a:pt x="3588942" y="241299"/>
                  </a:moveTo>
                  <a:lnTo>
                    <a:pt x="4332786" y="241299"/>
                  </a:lnTo>
                  <a:lnTo>
                    <a:pt x="4528930" y="431799"/>
                  </a:lnTo>
                  <a:lnTo>
                    <a:pt x="4529379" y="431799"/>
                  </a:lnTo>
                  <a:lnTo>
                    <a:pt x="4529827" y="444499"/>
                  </a:lnTo>
                  <a:lnTo>
                    <a:pt x="4531623" y="444499"/>
                  </a:lnTo>
                  <a:lnTo>
                    <a:pt x="4531623" y="990599"/>
                  </a:lnTo>
                  <a:lnTo>
                    <a:pt x="4531398" y="1003299"/>
                  </a:lnTo>
                  <a:lnTo>
                    <a:pt x="4527247" y="1003299"/>
                  </a:lnTo>
                  <a:lnTo>
                    <a:pt x="3811792" y="1663699"/>
                  </a:lnTo>
                  <a:lnTo>
                    <a:pt x="3811792" y="2565399"/>
                  </a:lnTo>
                  <a:lnTo>
                    <a:pt x="3789350" y="2565399"/>
                  </a:lnTo>
                  <a:lnTo>
                    <a:pt x="3789350" y="1650999"/>
                  </a:lnTo>
                  <a:lnTo>
                    <a:pt x="3793053" y="1650999"/>
                  </a:lnTo>
                  <a:lnTo>
                    <a:pt x="4509181" y="990599"/>
                  </a:lnTo>
                  <a:lnTo>
                    <a:pt x="4509181" y="444499"/>
                  </a:lnTo>
                  <a:lnTo>
                    <a:pt x="4322238" y="266699"/>
                  </a:lnTo>
                  <a:lnTo>
                    <a:pt x="3563271" y="266699"/>
                  </a:lnTo>
                  <a:lnTo>
                    <a:pt x="3588942" y="241299"/>
                  </a:lnTo>
                  <a:close/>
                </a:path>
                <a:path w="4972050" h="4965700">
                  <a:moveTo>
                    <a:pt x="3911183" y="2133599"/>
                  </a:moveTo>
                  <a:lnTo>
                    <a:pt x="3936444" y="2133599"/>
                  </a:lnTo>
                  <a:lnTo>
                    <a:pt x="3961369" y="2146299"/>
                  </a:lnTo>
                  <a:lnTo>
                    <a:pt x="3979400" y="2158999"/>
                  </a:lnTo>
                  <a:lnTo>
                    <a:pt x="3990572" y="2184399"/>
                  </a:lnTo>
                  <a:lnTo>
                    <a:pt x="3994380" y="2197099"/>
                  </a:lnTo>
                  <a:lnTo>
                    <a:pt x="3990319" y="2222499"/>
                  </a:lnTo>
                  <a:lnTo>
                    <a:pt x="4031949" y="2247899"/>
                  </a:lnTo>
                  <a:lnTo>
                    <a:pt x="3979098" y="2247899"/>
                  </a:lnTo>
                  <a:lnTo>
                    <a:pt x="3961407" y="2260599"/>
                  </a:lnTo>
                  <a:lnTo>
                    <a:pt x="3940161" y="2273299"/>
                  </a:lnTo>
                  <a:lnTo>
                    <a:pt x="3917400" y="2273299"/>
                  </a:lnTo>
                  <a:lnTo>
                    <a:pt x="3895165" y="2260599"/>
                  </a:lnTo>
                  <a:lnTo>
                    <a:pt x="3875472" y="2247899"/>
                  </a:lnTo>
                  <a:lnTo>
                    <a:pt x="3864363" y="2222499"/>
                  </a:lnTo>
                  <a:lnTo>
                    <a:pt x="3862595" y="2197099"/>
                  </a:lnTo>
                  <a:lnTo>
                    <a:pt x="3870927" y="2171699"/>
                  </a:lnTo>
                  <a:lnTo>
                    <a:pt x="3888404" y="2146299"/>
                  </a:lnTo>
                  <a:lnTo>
                    <a:pt x="3911183" y="2133599"/>
                  </a:lnTo>
                  <a:close/>
                </a:path>
                <a:path w="4972050" h="4965700">
                  <a:moveTo>
                    <a:pt x="4258390" y="584199"/>
                  </a:moveTo>
                  <a:lnTo>
                    <a:pt x="4280945" y="584199"/>
                  </a:lnTo>
                  <a:lnTo>
                    <a:pt x="4280945" y="927099"/>
                  </a:lnTo>
                  <a:lnTo>
                    <a:pt x="4277017" y="927099"/>
                  </a:lnTo>
                  <a:lnTo>
                    <a:pt x="3540243" y="1663699"/>
                  </a:lnTo>
                  <a:lnTo>
                    <a:pt x="3540243" y="1943099"/>
                  </a:lnTo>
                  <a:lnTo>
                    <a:pt x="3553645" y="1955799"/>
                  </a:lnTo>
                  <a:lnTo>
                    <a:pt x="3564312" y="1968499"/>
                  </a:lnTo>
                  <a:lnTo>
                    <a:pt x="3571360" y="1981199"/>
                  </a:lnTo>
                  <a:lnTo>
                    <a:pt x="3573906" y="1993899"/>
                  </a:lnTo>
                  <a:lnTo>
                    <a:pt x="3570364" y="2006599"/>
                  </a:lnTo>
                  <a:lnTo>
                    <a:pt x="3560721" y="2019299"/>
                  </a:lnTo>
                  <a:lnTo>
                    <a:pt x="3546449" y="2031999"/>
                  </a:lnTo>
                  <a:lnTo>
                    <a:pt x="3511594" y="2031999"/>
                  </a:lnTo>
                  <a:lnTo>
                    <a:pt x="3497322" y="2019299"/>
                  </a:lnTo>
                  <a:lnTo>
                    <a:pt x="3487679" y="2006599"/>
                  </a:lnTo>
                  <a:lnTo>
                    <a:pt x="3484137" y="1993899"/>
                  </a:lnTo>
                  <a:lnTo>
                    <a:pt x="3486683" y="1981199"/>
                  </a:lnTo>
                  <a:lnTo>
                    <a:pt x="3493731" y="1968499"/>
                  </a:lnTo>
                  <a:lnTo>
                    <a:pt x="3504398" y="1955799"/>
                  </a:lnTo>
                  <a:lnTo>
                    <a:pt x="3517800" y="1943099"/>
                  </a:lnTo>
                  <a:lnTo>
                    <a:pt x="3517800" y="1663699"/>
                  </a:lnTo>
                  <a:lnTo>
                    <a:pt x="3517464" y="1663699"/>
                  </a:lnTo>
                  <a:lnTo>
                    <a:pt x="3518361" y="1650999"/>
                  </a:lnTo>
                  <a:lnTo>
                    <a:pt x="4258390" y="914399"/>
                  </a:lnTo>
                  <a:lnTo>
                    <a:pt x="4258390" y="584199"/>
                  </a:lnTo>
                  <a:close/>
                </a:path>
                <a:path w="4972050" h="4965700">
                  <a:moveTo>
                    <a:pt x="4593642" y="1600199"/>
                  </a:moveTo>
                  <a:lnTo>
                    <a:pt x="4645101" y="1600199"/>
                  </a:lnTo>
                  <a:lnTo>
                    <a:pt x="4666149" y="1612899"/>
                  </a:lnTo>
                  <a:lnTo>
                    <a:pt x="4680360" y="1638299"/>
                  </a:lnTo>
                  <a:lnTo>
                    <a:pt x="4685576" y="1663699"/>
                  </a:lnTo>
                  <a:lnTo>
                    <a:pt x="4681356" y="1689099"/>
                  </a:lnTo>
                  <a:lnTo>
                    <a:pt x="4669740" y="1714499"/>
                  </a:lnTo>
                  <a:lnTo>
                    <a:pt x="4652297" y="1727199"/>
                  </a:lnTo>
                  <a:lnTo>
                    <a:pt x="4586399" y="1727199"/>
                  </a:lnTo>
                  <a:lnTo>
                    <a:pt x="4568961" y="1714499"/>
                  </a:lnTo>
                  <a:lnTo>
                    <a:pt x="4557372" y="1689099"/>
                  </a:lnTo>
                  <a:lnTo>
                    <a:pt x="4553167" y="1663699"/>
                  </a:lnTo>
                  <a:lnTo>
                    <a:pt x="4558383" y="1638299"/>
                  </a:lnTo>
                  <a:lnTo>
                    <a:pt x="4572594" y="1612899"/>
                  </a:lnTo>
                  <a:lnTo>
                    <a:pt x="4593642" y="1600199"/>
                  </a:lnTo>
                  <a:close/>
                </a:path>
                <a:path w="4972050" h="4965700">
                  <a:moveTo>
                    <a:pt x="3630460" y="469899"/>
                  </a:moveTo>
                  <a:lnTo>
                    <a:pt x="3668499" y="469899"/>
                  </a:lnTo>
                  <a:lnTo>
                    <a:pt x="3268917" y="863599"/>
                  </a:lnTo>
                  <a:lnTo>
                    <a:pt x="3267683" y="863599"/>
                  </a:lnTo>
                  <a:lnTo>
                    <a:pt x="3265102" y="876299"/>
                  </a:lnTo>
                  <a:lnTo>
                    <a:pt x="2714148" y="876299"/>
                  </a:lnTo>
                  <a:lnTo>
                    <a:pt x="2593185" y="1079499"/>
                  </a:lnTo>
                  <a:lnTo>
                    <a:pt x="1709078" y="1079499"/>
                  </a:lnTo>
                  <a:lnTo>
                    <a:pt x="1705168" y="1104899"/>
                  </a:lnTo>
                  <a:lnTo>
                    <a:pt x="1698418" y="1117599"/>
                  </a:lnTo>
                  <a:lnTo>
                    <a:pt x="1688975" y="1117599"/>
                  </a:lnTo>
                  <a:lnTo>
                    <a:pt x="1676986" y="1130299"/>
                  </a:lnTo>
                  <a:lnTo>
                    <a:pt x="1652014" y="1142999"/>
                  </a:lnTo>
                  <a:lnTo>
                    <a:pt x="1626758" y="1142999"/>
                  </a:lnTo>
                  <a:lnTo>
                    <a:pt x="1604005" y="1130299"/>
                  </a:lnTo>
                  <a:lnTo>
                    <a:pt x="1586544" y="1104899"/>
                  </a:lnTo>
                  <a:lnTo>
                    <a:pt x="1578560" y="1079499"/>
                  </a:lnTo>
                  <a:lnTo>
                    <a:pt x="1578802" y="1066799"/>
                  </a:lnTo>
                  <a:lnTo>
                    <a:pt x="2577027" y="1066799"/>
                  </a:lnTo>
                  <a:lnTo>
                    <a:pt x="2697990" y="850899"/>
                  </a:lnTo>
                  <a:lnTo>
                    <a:pt x="3256799" y="850899"/>
                  </a:lnTo>
                  <a:lnTo>
                    <a:pt x="3630460" y="469899"/>
                  </a:lnTo>
                  <a:close/>
                </a:path>
                <a:path w="4972050" h="4965700">
                  <a:moveTo>
                    <a:pt x="795685" y="685799"/>
                  </a:moveTo>
                  <a:lnTo>
                    <a:pt x="810518" y="698499"/>
                  </a:lnTo>
                  <a:lnTo>
                    <a:pt x="823289" y="698499"/>
                  </a:lnTo>
                  <a:lnTo>
                    <a:pt x="833114" y="711199"/>
                  </a:lnTo>
                  <a:lnTo>
                    <a:pt x="839110" y="723899"/>
                  </a:lnTo>
                  <a:lnTo>
                    <a:pt x="1456829" y="723899"/>
                  </a:lnTo>
                  <a:lnTo>
                    <a:pt x="1458961" y="736599"/>
                  </a:lnTo>
                  <a:lnTo>
                    <a:pt x="1620993" y="1015999"/>
                  </a:lnTo>
                  <a:lnTo>
                    <a:pt x="1666032" y="1015999"/>
                  </a:lnTo>
                  <a:lnTo>
                    <a:pt x="1685863" y="1028699"/>
                  </a:lnTo>
                  <a:lnTo>
                    <a:pt x="1701224" y="1041399"/>
                  </a:lnTo>
                  <a:lnTo>
                    <a:pt x="1705263" y="1054099"/>
                  </a:lnTo>
                  <a:lnTo>
                    <a:pt x="1707957" y="1054099"/>
                  </a:lnTo>
                  <a:lnTo>
                    <a:pt x="1709191" y="1066799"/>
                  </a:lnTo>
                  <a:lnTo>
                    <a:pt x="1578802" y="1066799"/>
                  </a:lnTo>
                  <a:lnTo>
                    <a:pt x="1586702" y="1041399"/>
                  </a:lnTo>
                  <a:lnTo>
                    <a:pt x="1601693" y="1028699"/>
                  </a:lnTo>
                  <a:lnTo>
                    <a:pt x="1594471" y="1015999"/>
                  </a:lnTo>
                  <a:lnTo>
                    <a:pt x="1620993" y="1015999"/>
                  </a:lnTo>
                  <a:lnTo>
                    <a:pt x="1643739" y="1003299"/>
                  </a:lnTo>
                  <a:lnTo>
                    <a:pt x="1587249" y="1003299"/>
                  </a:lnTo>
                  <a:lnTo>
                    <a:pt x="1442803" y="749299"/>
                  </a:lnTo>
                  <a:lnTo>
                    <a:pt x="754342" y="749299"/>
                  </a:lnTo>
                  <a:lnTo>
                    <a:pt x="750801" y="736599"/>
                  </a:lnTo>
                  <a:lnTo>
                    <a:pt x="754342" y="723899"/>
                  </a:lnTo>
                  <a:lnTo>
                    <a:pt x="763985" y="711199"/>
                  </a:lnTo>
                  <a:lnTo>
                    <a:pt x="778257" y="698499"/>
                  </a:lnTo>
                  <a:lnTo>
                    <a:pt x="795685" y="685799"/>
                  </a:lnTo>
                  <a:close/>
                </a:path>
                <a:path w="4972050" h="4965700">
                  <a:moveTo>
                    <a:pt x="3655371" y="444499"/>
                  </a:moveTo>
                  <a:lnTo>
                    <a:pt x="4038682" y="444499"/>
                  </a:lnTo>
                  <a:lnTo>
                    <a:pt x="4038682" y="800099"/>
                  </a:lnTo>
                  <a:lnTo>
                    <a:pt x="4060433" y="812799"/>
                  </a:lnTo>
                  <a:lnTo>
                    <a:pt x="4077871" y="825499"/>
                  </a:lnTo>
                  <a:lnTo>
                    <a:pt x="4089461" y="838199"/>
                  </a:lnTo>
                  <a:lnTo>
                    <a:pt x="4093665" y="863599"/>
                  </a:lnTo>
                  <a:lnTo>
                    <a:pt x="4088449" y="888999"/>
                  </a:lnTo>
                  <a:lnTo>
                    <a:pt x="4074239" y="914399"/>
                  </a:lnTo>
                  <a:lnTo>
                    <a:pt x="4053190" y="927099"/>
                  </a:lnTo>
                  <a:lnTo>
                    <a:pt x="4027461" y="939799"/>
                  </a:lnTo>
                  <a:lnTo>
                    <a:pt x="4001731" y="927099"/>
                  </a:lnTo>
                  <a:lnTo>
                    <a:pt x="3980683" y="914399"/>
                  </a:lnTo>
                  <a:lnTo>
                    <a:pt x="3966473" y="888999"/>
                  </a:lnTo>
                  <a:lnTo>
                    <a:pt x="3961257" y="863599"/>
                  </a:lnTo>
                  <a:lnTo>
                    <a:pt x="3965461" y="838199"/>
                  </a:lnTo>
                  <a:lnTo>
                    <a:pt x="3977050" y="825499"/>
                  </a:lnTo>
                  <a:lnTo>
                    <a:pt x="3994488" y="812799"/>
                  </a:lnTo>
                  <a:lnTo>
                    <a:pt x="4016240" y="800099"/>
                  </a:lnTo>
                  <a:lnTo>
                    <a:pt x="4016240" y="469899"/>
                  </a:lnTo>
                  <a:lnTo>
                    <a:pt x="3630460" y="469899"/>
                  </a:lnTo>
                  <a:lnTo>
                    <a:pt x="3655371" y="444499"/>
                  </a:lnTo>
                  <a:close/>
                </a:path>
                <a:path w="4972050" h="4965700">
                  <a:moveTo>
                    <a:pt x="778257" y="774699"/>
                  </a:moveTo>
                  <a:lnTo>
                    <a:pt x="810581" y="774699"/>
                  </a:lnTo>
                  <a:lnTo>
                    <a:pt x="795685" y="787399"/>
                  </a:lnTo>
                  <a:lnTo>
                    <a:pt x="778257" y="774699"/>
                  </a:lnTo>
                  <a:close/>
                </a:path>
                <a:path w="4972050" h="4965700">
                  <a:moveTo>
                    <a:pt x="3146945" y="50799"/>
                  </a:moveTo>
                  <a:lnTo>
                    <a:pt x="4497062" y="50799"/>
                  </a:lnTo>
                  <a:lnTo>
                    <a:pt x="4738203" y="292099"/>
                  </a:lnTo>
                  <a:lnTo>
                    <a:pt x="4742018" y="292099"/>
                  </a:lnTo>
                  <a:lnTo>
                    <a:pt x="4742018" y="634999"/>
                  </a:lnTo>
                  <a:lnTo>
                    <a:pt x="4763769" y="647699"/>
                  </a:lnTo>
                  <a:lnTo>
                    <a:pt x="4781207" y="660399"/>
                  </a:lnTo>
                  <a:lnTo>
                    <a:pt x="4792797" y="685799"/>
                  </a:lnTo>
                  <a:lnTo>
                    <a:pt x="4797001" y="711199"/>
                  </a:lnTo>
                  <a:lnTo>
                    <a:pt x="4791785" y="736599"/>
                  </a:lnTo>
                  <a:lnTo>
                    <a:pt x="4777574" y="749299"/>
                  </a:lnTo>
                  <a:lnTo>
                    <a:pt x="4756526" y="761999"/>
                  </a:lnTo>
                  <a:lnTo>
                    <a:pt x="4730797" y="774699"/>
                  </a:lnTo>
                  <a:lnTo>
                    <a:pt x="4705067" y="761999"/>
                  </a:lnTo>
                  <a:lnTo>
                    <a:pt x="4684019" y="749299"/>
                  </a:lnTo>
                  <a:lnTo>
                    <a:pt x="4669808" y="736599"/>
                  </a:lnTo>
                  <a:lnTo>
                    <a:pt x="4664592" y="711199"/>
                  </a:lnTo>
                  <a:lnTo>
                    <a:pt x="4668797" y="685799"/>
                  </a:lnTo>
                  <a:lnTo>
                    <a:pt x="4680386" y="660399"/>
                  </a:lnTo>
                  <a:lnTo>
                    <a:pt x="4697824" y="647699"/>
                  </a:lnTo>
                  <a:lnTo>
                    <a:pt x="4719575" y="634999"/>
                  </a:lnTo>
                  <a:lnTo>
                    <a:pt x="4719575" y="304799"/>
                  </a:lnTo>
                  <a:lnTo>
                    <a:pt x="4487187" y="76199"/>
                  </a:lnTo>
                  <a:lnTo>
                    <a:pt x="3122184" y="76199"/>
                  </a:lnTo>
                  <a:lnTo>
                    <a:pt x="3146945" y="50799"/>
                  </a:lnTo>
                  <a:close/>
                </a:path>
                <a:path w="4972050" h="4965700">
                  <a:moveTo>
                    <a:pt x="754342" y="749299"/>
                  </a:moveTo>
                  <a:lnTo>
                    <a:pt x="839110" y="749299"/>
                  </a:lnTo>
                  <a:lnTo>
                    <a:pt x="833177" y="761999"/>
                  </a:lnTo>
                  <a:lnTo>
                    <a:pt x="823373" y="774699"/>
                  </a:lnTo>
                  <a:lnTo>
                    <a:pt x="763985" y="774699"/>
                  </a:lnTo>
                  <a:lnTo>
                    <a:pt x="754342" y="749299"/>
                  </a:lnTo>
                  <a:close/>
                </a:path>
                <a:path w="4972050" h="4965700">
                  <a:moveTo>
                    <a:pt x="3563271" y="266699"/>
                  </a:moveTo>
                  <a:lnTo>
                    <a:pt x="3601173" y="266699"/>
                  </a:lnTo>
                  <a:lnTo>
                    <a:pt x="3201815" y="660399"/>
                  </a:lnTo>
                  <a:lnTo>
                    <a:pt x="2305029" y="660399"/>
                  </a:lnTo>
                  <a:lnTo>
                    <a:pt x="2297144" y="685799"/>
                  </a:lnTo>
                  <a:lnTo>
                    <a:pt x="2282600" y="698499"/>
                  </a:lnTo>
                  <a:lnTo>
                    <a:pt x="2262944" y="711199"/>
                  </a:lnTo>
                  <a:lnTo>
                    <a:pt x="2239722" y="723899"/>
                  </a:lnTo>
                  <a:lnTo>
                    <a:pt x="2213993" y="711199"/>
                  </a:lnTo>
                  <a:lnTo>
                    <a:pt x="2192944" y="698499"/>
                  </a:lnTo>
                  <a:lnTo>
                    <a:pt x="2178734" y="673099"/>
                  </a:lnTo>
                  <a:lnTo>
                    <a:pt x="2173518" y="647699"/>
                  </a:lnTo>
                  <a:lnTo>
                    <a:pt x="2176126" y="634999"/>
                  </a:lnTo>
                  <a:lnTo>
                    <a:pt x="3191043" y="634999"/>
                  </a:lnTo>
                  <a:lnTo>
                    <a:pt x="3563271" y="266699"/>
                  </a:lnTo>
                  <a:close/>
                </a:path>
                <a:path w="4972050" h="4965700">
                  <a:moveTo>
                    <a:pt x="2239722" y="584199"/>
                  </a:moveTo>
                  <a:lnTo>
                    <a:pt x="2262943" y="584199"/>
                  </a:lnTo>
                  <a:lnTo>
                    <a:pt x="2282587" y="596899"/>
                  </a:lnTo>
                  <a:lnTo>
                    <a:pt x="2297097" y="622299"/>
                  </a:lnTo>
                  <a:lnTo>
                    <a:pt x="2304916" y="634999"/>
                  </a:lnTo>
                  <a:lnTo>
                    <a:pt x="2176126" y="634999"/>
                  </a:lnTo>
                  <a:lnTo>
                    <a:pt x="2178734" y="622299"/>
                  </a:lnTo>
                  <a:lnTo>
                    <a:pt x="2192944" y="609599"/>
                  </a:lnTo>
                  <a:lnTo>
                    <a:pt x="2213993" y="596899"/>
                  </a:lnTo>
                  <a:lnTo>
                    <a:pt x="2239722" y="584199"/>
                  </a:lnTo>
                  <a:close/>
                </a:path>
                <a:path w="4972050" h="4965700">
                  <a:moveTo>
                    <a:pt x="4243882" y="457199"/>
                  </a:moveTo>
                  <a:lnTo>
                    <a:pt x="4295341" y="457199"/>
                  </a:lnTo>
                  <a:lnTo>
                    <a:pt x="4316389" y="482599"/>
                  </a:lnTo>
                  <a:lnTo>
                    <a:pt x="4330599" y="495299"/>
                  </a:lnTo>
                  <a:lnTo>
                    <a:pt x="4335815" y="520699"/>
                  </a:lnTo>
                  <a:lnTo>
                    <a:pt x="4331613" y="546099"/>
                  </a:lnTo>
                  <a:lnTo>
                    <a:pt x="4320036" y="571499"/>
                  </a:lnTo>
                  <a:lnTo>
                    <a:pt x="4302631" y="584199"/>
                  </a:lnTo>
                  <a:lnTo>
                    <a:pt x="4236639" y="584199"/>
                  </a:lnTo>
                  <a:lnTo>
                    <a:pt x="4219201" y="571499"/>
                  </a:lnTo>
                  <a:lnTo>
                    <a:pt x="4207611" y="546099"/>
                  </a:lnTo>
                  <a:lnTo>
                    <a:pt x="4203407" y="520699"/>
                  </a:lnTo>
                  <a:lnTo>
                    <a:pt x="4208623" y="495299"/>
                  </a:lnTo>
                  <a:lnTo>
                    <a:pt x="4222833" y="482599"/>
                  </a:lnTo>
                  <a:lnTo>
                    <a:pt x="4243882" y="457199"/>
                  </a:lnTo>
                  <a:close/>
                </a:path>
                <a:path w="4972050" h="4965700">
                  <a:moveTo>
                    <a:pt x="3122184" y="76199"/>
                  </a:moveTo>
                  <a:lnTo>
                    <a:pt x="3160073" y="76199"/>
                  </a:lnTo>
                  <a:lnTo>
                    <a:pt x="2750392" y="482599"/>
                  </a:lnTo>
                  <a:lnTo>
                    <a:pt x="1569601" y="482599"/>
                  </a:lnTo>
                  <a:lnTo>
                    <a:pt x="1563668" y="495299"/>
                  </a:lnTo>
                  <a:lnTo>
                    <a:pt x="1553863" y="507999"/>
                  </a:lnTo>
                  <a:lnTo>
                    <a:pt x="1541071" y="520699"/>
                  </a:lnTo>
                  <a:lnTo>
                    <a:pt x="1508748" y="520699"/>
                  </a:lnTo>
                  <a:lnTo>
                    <a:pt x="1494476" y="507999"/>
                  </a:lnTo>
                  <a:lnTo>
                    <a:pt x="1484833" y="495299"/>
                  </a:lnTo>
                  <a:lnTo>
                    <a:pt x="1481291" y="469899"/>
                  </a:lnTo>
                  <a:lnTo>
                    <a:pt x="2738386" y="469899"/>
                  </a:lnTo>
                  <a:lnTo>
                    <a:pt x="3122184" y="76199"/>
                  </a:lnTo>
                  <a:close/>
                </a:path>
                <a:path w="4972050" h="4965700">
                  <a:moveTo>
                    <a:pt x="1508748" y="431799"/>
                  </a:moveTo>
                  <a:lnTo>
                    <a:pt x="1541008" y="431799"/>
                  </a:lnTo>
                  <a:lnTo>
                    <a:pt x="1553779" y="444499"/>
                  </a:lnTo>
                  <a:lnTo>
                    <a:pt x="1563605" y="444499"/>
                  </a:lnTo>
                  <a:lnTo>
                    <a:pt x="1569601" y="469899"/>
                  </a:lnTo>
                  <a:lnTo>
                    <a:pt x="1481291" y="469899"/>
                  </a:lnTo>
                  <a:lnTo>
                    <a:pt x="1484833" y="457199"/>
                  </a:lnTo>
                  <a:lnTo>
                    <a:pt x="1494476" y="444499"/>
                  </a:lnTo>
                  <a:lnTo>
                    <a:pt x="1508748" y="431799"/>
                  </a:lnTo>
                  <a:close/>
                </a:path>
                <a:path w="4972050" h="4965700">
                  <a:moveTo>
                    <a:pt x="2616306" y="203199"/>
                  </a:moveTo>
                  <a:lnTo>
                    <a:pt x="2665258" y="203199"/>
                  </a:lnTo>
                  <a:lnTo>
                    <a:pt x="2686306" y="228599"/>
                  </a:lnTo>
                  <a:lnTo>
                    <a:pt x="2700516" y="241299"/>
                  </a:lnTo>
                  <a:lnTo>
                    <a:pt x="2705733" y="266699"/>
                  </a:lnTo>
                  <a:lnTo>
                    <a:pt x="2700516" y="292099"/>
                  </a:lnTo>
                  <a:lnTo>
                    <a:pt x="2686306" y="317499"/>
                  </a:lnTo>
                  <a:lnTo>
                    <a:pt x="2665258" y="330199"/>
                  </a:lnTo>
                  <a:lnTo>
                    <a:pt x="2616259" y="330199"/>
                  </a:lnTo>
                  <a:lnTo>
                    <a:pt x="2596608" y="317499"/>
                  </a:lnTo>
                  <a:lnTo>
                    <a:pt x="2582091" y="304799"/>
                  </a:lnTo>
                  <a:lnTo>
                    <a:pt x="2574222" y="279399"/>
                  </a:lnTo>
                  <a:lnTo>
                    <a:pt x="1770" y="279399"/>
                  </a:lnTo>
                  <a:lnTo>
                    <a:pt x="0" y="266699"/>
                  </a:lnTo>
                  <a:lnTo>
                    <a:pt x="3541" y="253999"/>
                  </a:lnTo>
                  <a:lnTo>
                    <a:pt x="2574222" y="253999"/>
                  </a:lnTo>
                  <a:lnTo>
                    <a:pt x="2582106" y="241299"/>
                  </a:lnTo>
                  <a:lnTo>
                    <a:pt x="2596650" y="215899"/>
                  </a:lnTo>
                  <a:lnTo>
                    <a:pt x="2616306" y="203199"/>
                  </a:lnTo>
                  <a:close/>
                </a:path>
                <a:path w="4972050" h="4965700">
                  <a:moveTo>
                    <a:pt x="1770" y="279399"/>
                  </a:moveTo>
                  <a:lnTo>
                    <a:pt x="88309" y="279399"/>
                  </a:lnTo>
                  <a:lnTo>
                    <a:pt x="82376" y="292099"/>
                  </a:lnTo>
                  <a:lnTo>
                    <a:pt x="72572" y="304799"/>
                  </a:lnTo>
                  <a:lnTo>
                    <a:pt x="59780" y="317499"/>
                  </a:lnTo>
                  <a:lnTo>
                    <a:pt x="44884" y="317499"/>
                  </a:lnTo>
                  <a:lnTo>
                    <a:pt x="27456" y="304799"/>
                  </a:lnTo>
                  <a:lnTo>
                    <a:pt x="13184" y="304799"/>
                  </a:lnTo>
                  <a:lnTo>
                    <a:pt x="3541" y="292099"/>
                  </a:lnTo>
                  <a:lnTo>
                    <a:pt x="1770" y="279399"/>
                  </a:lnTo>
                  <a:close/>
                </a:path>
                <a:path w="4972050" h="4965700">
                  <a:moveTo>
                    <a:pt x="27456" y="228599"/>
                  </a:moveTo>
                  <a:lnTo>
                    <a:pt x="72488" y="228599"/>
                  </a:lnTo>
                  <a:lnTo>
                    <a:pt x="82313" y="241299"/>
                  </a:lnTo>
                  <a:lnTo>
                    <a:pt x="88309" y="253999"/>
                  </a:lnTo>
                  <a:lnTo>
                    <a:pt x="3541" y="253999"/>
                  </a:lnTo>
                  <a:lnTo>
                    <a:pt x="13184" y="241299"/>
                  </a:lnTo>
                  <a:lnTo>
                    <a:pt x="27456" y="228599"/>
                  </a:lnTo>
                  <a:close/>
                </a:path>
                <a:path w="4972050" h="4965700">
                  <a:moveTo>
                    <a:pt x="4880116" y="0"/>
                  </a:moveTo>
                  <a:lnTo>
                    <a:pt x="4931575" y="0"/>
                  </a:lnTo>
                  <a:lnTo>
                    <a:pt x="4952623" y="25399"/>
                  </a:lnTo>
                  <a:lnTo>
                    <a:pt x="4966833" y="38099"/>
                  </a:lnTo>
                  <a:lnTo>
                    <a:pt x="4972049" y="63499"/>
                  </a:lnTo>
                  <a:lnTo>
                    <a:pt x="4967847" y="88899"/>
                  </a:lnTo>
                  <a:lnTo>
                    <a:pt x="4956270" y="114299"/>
                  </a:lnTo>
                  <a:lnTo>
                    <a:pt x="4938865" y="126999"/>
                  </a:lnTo>
                  <a:lnTo>
                    <a:pt x="4872873" y="126999"/>
                  </a:lnTo>
                  <a:lnTo>
                    <a:pt x="4855434" y="114299"/>
                  </a:lnTo>
                  <a:lnTo>
                    <a:pt x="4843845" y="88899"/>
                  </a:lnTo>
                  <a:lnTo>
                    <a:pt x="4839641" y="63499"/>
                  </a:lnTo>
                  <a:lnTo>
                    <a:pt x="4844857" y="38099"/>
                  </a:lnTo>
                  <a:lnTo>
                    <a:pt x="4859067" y="25399"/>
                  </a:lnTo>
                  <a:lnTo>
                    <a:pt x="4880116" y="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4121" y="3870301"/>
              <a:ext cx="14573877" cy="96054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6000" y="1569660"/>
            <a:ext cx="4118610" cy="188658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 marR="5080">
              <a:lnSpc>
                <a:spcPts val="6980"/>
              </a:lnSpc>
              <a:spcBef>
                <a:spcPts val="895"/>
              </a:spcBef>
            </a:pPr>
            <a:r>
              <a:rPr spc="-10" dirty="0"/>
              <a:t>Project </a:t>
            </a:r>
            <a:r>
              <a:rPr spc="-75" dirty="0"/>
              <a:t>Overview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118706"/>
              <a:ext cx="18287998" cy="41682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69052" y="0"/>
              <a:ext cx="3018948" cy="32849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4121" y="5211844"/>
              <a:ext cx="14573877" cy="9605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4121" y="6524812"/>
              <a:ext cx="14573877" cy="96054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90"/>
              </a:spcBef>
              <a:buClr>
                <a:srgbClr val="2041E3"/>
              </a:buClr>
              <a:buSzPct val="122000"/>
              <a:buAutoNum type="arabicPeriod"/>
              <a:tabLst>
                <a:tab pos="431800" algn="l"/>
              </a:tabLst>
            </a:pPr>
            <a:r>
              <a:rPr sz="2500" spc="120" dirty="0"/>
              <a:t>Real-</a:t>
            </a:r>
            <a:r>
              <a:rPr sz="2500" spc="55" dirty="0"/>
              <a:t>world</a:t>
            </a:r>
            <a:r>
              <a:rPr sz="2500" spc="305" dirty="0"/>
              <a:t> </a:t>
            </a:r>
            <a:r>
              <a:rPr sz="2500" dirty="0"/>
              <a:t>data</a:t>
            </a:r>
            <a:r>
              <a:rPr sz="2500" spc="305" dirty="0"/>
              <a:t> </a:t>
            </a:r>
            <a:r>
              <a:rPr sz="2500" dirty="0"/>
              <a:t>analyst</a:t>
            </a:r>
            <a:r>
              <a:rPr sz="2500" spc="305" dirty="0"/>
              <a:t> </a:t>
            </a:r>
            <a:r>
              <a:rPr sz="2500" dirty="0"/>
              <a:t>portfolio</a:t>
            </a:r>
            <a:r>
              <a:rPr sz="2500" spc="305" dirty="0"/>
              <a:t> </a:t>
            </a:r>
            <a:r>
              <a:rPr sz="2500" dirty="0"/>
              <a:t>project</a:t>
            </a:r>
            <a:r>
              <a:rPr sz="2500" spc="305" dirty="0"/>
              <a:t> </a:t>
            </a:r>
            <a:r>
              <a:rPr sz="2500" spc="75" dirty="0"/>
              <a:t>using</a:t>
            </a:r>
            <a:r>
              <a:rPr sz="2500" spc="305" dirty="0"/>
              <a:t> </a:t>
            </a:r>
            <a:r>
              <a:rPr sz="2500" dirty="0"/>
              <a:t>Zepto’s</a:t>
            </a:r>
            <a:r>
              <a:rPr sz="2500" spc="305" dirty="0"/>
              <a:t> </a:t>
            </a:r>
            <a:r>
              <a:rPr sz="2500" dirty="0"/>
              <a:t>online</a:t>
            </a:r>
            <a:r>
              <a:rPr sz="2500" spc="305" dirty="0"/>
              <a:t> </a:t>
            </a:r>
            <a:r>
              <a:rPr sz="2500" spc="120" dirty="0"/>
              <a:t>grocery</a:t>
            </a:r>
            <a:r>
              <a:rPr sz="2500" spc="310" dirty="0"/>
              <a:t> </a:t>
            </a:r>
            <a:r>
              <a:rPr sz="2500" spc="-10" dirty="0"/>
              <a:t>catalog</a:t>
            </a:r>
            <a:endParaRPr sz="2500"/>
          </a:p>
          <a:p>
            <a:pPr>
              <a:lnSpc>
                <a:spcPct val="100000"/>
              </a:lnSpc>
              <a:buAutoNum type="arabicPeriod"/>
            </a:pPr>
            <a:endParaRPr sz="2500"/>
          </a:p>
          <a:p>
            <a:pPr>
              <a:lnSpc>
                <a:spcPct val="100000"/>
              </a:lnSpc>
              <a:spcBef>
                <a:spcPts val="1100"/>
              </a:spcBef>
              <a:buAutoNum type="arabicPeriod"/>
            </a:pPr>
            <a:endParaRPr sz="2500"/>
          </a:p>
          <a:p>
            <a:pPr marL="431165" indent="-400050">
              <a:lnSpc>
                <a:spcPct val="100000"/>
              </a:lnSpc>
              <a:buClr>
                <a:srgbClr val="2041E3"/>
              </a:buClr>
              <a:buSzPct val="122000"/>
              <a:buAutoNum type="arabicPeriod"/>
              <a:tabLst>
                <a:tab pos="431165" algn="l"/>
              </a:tabLst>
            </a:pPr>
            <a:r>
              <a:rPr sz="2500" dirty="0"/>
              <a:t>Built</a:t>
            </a:r>
            <a:r>
              <a:rPr sz="2500" spc="200" dirty="0"/>
              <a:t> </a:t>
            </a:r>
            <a:r>
              <a:rPr sz="2500" spc="75" dirty="0"/>
              <a:t>using</a:t>
            </a:r>
            <a:r>
              <a:rPr sz="2500" spc="200" dirty="0"/>
              <a:t> </a:t>
            </a:r>
            <a:r>
              <a:rPr sz="2500" dirty="0"/>
              <a:t>actual</a:t>
            </a:r>
            <a:r>
              <a:rPr sz="2500" spc="200" dirty="0"/>
              <a:t> </a:t>
            </a:r>
            <a:r>
              <a:rPr sz="2500" spc="70" dirty="0"/>
              <a:t>inventory</a:t>
            </a:r>
            <a:r>
              <a:rPr sz="2500" spc="200" dirty="0"/>
              <a:t> </a:t>
            </a:r>
            <a:r>
              <a:rPr sz="2500" dirty="0"/>
              <a:t>data</a:t>
            </a:r>
            <a:r>
              <a:rPr sz="2500" spc="200" dirty="0"/>
              <a:t> </a:t>
            </a:r>
            <a:r>
              <a:rPr sz="2500" dirty="0"/>
              <a:t>scraped</a:t>
            </a:r>
            <a:r>
              <a:rPr sz="2500" spc="204" dirty="0"/>
              <a:t> </a:t>
            </a:r>
            <a:r>
              <a:rPr sz="2500" dirty="0"/>
              <a:t>from</a:t>
            </a:r>
            <a:r>
              <a:rPr sz="2500" spc="200" dirty="0"/>
              <a:t> </a:t>
            </a:r>
            <a:r>
              <a:rPr sz="2500" dirty="0"/>
              <a:t>the</a:t>
            </a:r>
            <a:r>
              <a:rPr sz="2500" spc="200" dirty="0"/>
              <a:t> </a:t>
            </a:r>
            <a:r>
              <a:rPr sz="2500" spc="70" dirty="0"/>
              <a:t>Zepto</a:t>
            </a:r>
            <a:r>
              <a:rPr sz="2500" spc="200" dirty="0"/>
              <a:t> </a:t>
            </a:r>
            <a:r>
              <a:rPr sz="2500" spc="-10" dirty="0"/>
              <a:t>platform</a:t>
            </a:r>
            <a:endParaRPr sz="2500"/>
          </a:p>
          <a:p>
            <a:pPr>
              <a:lnSpc>
                <a:spcPct val="100000"/>
              </a:lnSpc>
              <a:buAutoNum type="arabicPeriod"/>
            </a:pPr>
            <a:endParaRPr sz="2500"/>
          </a:p>
          <a:p>
            <a:pPr>
              <a:lnSpc>
                <a:spcPct val="100000"/>
              </a:lnSpc>
              <a:spcBef>
                <a:spcPts val="869"/>
              </a:spcBef>
              <a:buAutoNum type="arabicPeriod"/>
            </a:pPr>
            <a:endParaRPr sz="2500"/>
          </a:p>
          <a:p>
            <a:pPr marL="431800" indent="-419100">
              <a:lnSpc>
                <a:spcPct val="100000"/>
              </a:lnSpc>
              <a:buClr>
                <a:srgbClr val="2041E3"/>
              </a:buClr>
              <a:buSzPct val="122000"/>
              <a:buAutoNum type="arabicPeriod"/>
              <a:tabLst>
                <a:tab pos="431800" algn="l"/>
              </a:tabLst>
            </a:pPr>
            <a:r>
              <a:rPr sz="2500" spc="45" dirty="0"/>
              <a:t>Structured</a:t>
            </a:r>
            <a:r>
              <a:rPr sz="2500" spc="280" dirty="0"/>
              <a:t> </a:t>
            </a:r>
            <a:r>
              <a:rPr sz="2500" dirty="0"/>
              <a:t>for</a:t>
            </a:r>
            <a:r>
              <a:rPr sz="2500" spc="285" dirty="0"/>
              <a:t> </a:t>
            </a:r>
            <a:r>
              <a:rPr sz="2500" dirty="0"/>
              <a:t>practical</a:t>
            </a:r>
            <a:r>
              <a:rPr sz="2500" spc="285" dirty="0"/>
              <a:t> </a:t>
            </a:r>
            <a:r>
              <a:rPr sz="2500" spc="180" dirty="0"/>
              <a:t>SQL</a:t>
            </a:r>
            <a:r>
              <a:rPr sz="2500" spc="285" dirty="0"/>
              <a:t> </a:t>
            </a:r>
            <a:r>
              <a:rPr sz="2500" dirty="0"/>
              <a:t>experience</a:t>
            </a:r>
            <a:r>
              <a:rPr sz="2500" spc="285" dirty="0"/>
              <a:t> </a:t>
            </a:r>
            <a:r>
              <a:rPr sz="2500" dirty="0"/>
              <a:t>with</a:t>
            </a:r>
            <a:r>
              <a:rPr sz="2500" spc="285" dirty="0"/>
              <a:t> </a:t>
            </a:r>
            <a:r>
              <a:rPr sz="2500" spc="60" dirty="0"/>
              <a:t>business</a:t>
            </a:r>
            <a:r>
              <a:rPr sz="2500" spc="285" dirty="0"/>
              <a:t> </a:t>
            </a:r>
            <a:r>
              <a:rPr sz="2500" spc="-10" dirty="0"/>
              <a:t>relevance</a:t>
            </a:r>
            <a:endParaRPr sz="2500"/>
          </a:p>
        </p:txBody>
      </p:sp>
      <p:sp>
        <p:nvSpPr>
          <p:cNvPr id="17" name="object 17"/>
          <p:cNvSpPr txBox="1"/>
          <p:nvPr/>
        </p:nvSpPr>
        <p:spPr>
          <a:xfrm>
            <a:off x="5811277" y="8138152"/>
            <a:ext cx="10946130" cy="4895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50" spc="-170" dirty="0">
                <a:solidFill>
                  <a:srgbClr val="2041E3"/>
                </a:solidFill>
                <a:latin typeface="Trebuchet MS"/>
                <a:cs typeface="Trebuchet MS"/>
              </a:rPr>
              <a:t>4.</a:t>
            </a:r>
            <a:r>
              <a:rPr sz="3050" spc="-9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3750" spc="112" baseline="1111" dirty="0">
                <a:solidFill>
                  <a:srgbClr val="240045"/>
                </a:solidFill>
                <a:latin typeface="Trebuchet MS"/>
                <a:cs typeface="Trebuchet MS"/>
              </a:rPr>
              <a:t>Designed</a:t>
            </a:r>
            <a:r>
              <a:rPr sz="3750" spc="562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for</a:t>
            </a:r>
            <a:r>
              <a:rPr sz="3750" spc="569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aspiring</a:t>
            </a:r>
            <a:r>
              <a:rPr sz="3750" spc="562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analysts</a:t>
            </a:r>
            <a:r>
              <a:rPr sz="3750" spc="562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3750" spc="569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spc="562" baseline="1111" dirty="0">
                <a:solidFill>
                  <a:srgbClr val="240045"/>
                </a:solidFill>
                <a:latin typeface="Trebuchet MS"/>
                <a:cs typeface="Trebuchet MS"/>
              </a:rPr>
              <a:t>e-</a:t>
            </a:r>
            <a:r>
              <a:rPr sz="3750" spc="82" baseline="1111" dirty="0">
                <a:solidFill>
                  <a:srgbClr val="240045"/>
                </a:solidFill>
                <a:latin typeface="Trebuchet MS"/>
                <a:cs typeface="Trebuchet MS"/>
              </a:rPr>
              <a:t>commerce</a:t>
            </a:r>
            <a:r>
              <a:rPr sz="3750" spc="562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interview</a:t>
            </a:r>
            <a:r>
              <a:rPr sz="3750" spc="562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spc="-15" baseline="1111" dirty="0">
                <a:solidFill>
                  <a:srgbClr val="240045"/>
                </a:solidFill>
                <a:latin typeface="Trebuchet MS"/>
                <a:cs typeface="Trebuchet MS"/>
              </a:rPr>
              <a:t>preparation</a:t>
            </a:r>
            <a:endParaRPr sz="3750" baseline="1111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700" y="443582"/>
            <a:ext cx="1762124" cy="581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6699" y="4182576"/>
            <a:ext cx="5499100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5080" indent="-64135">
              <a:lnSpc>
                <a:spcPct val="116900"/>
              </a:lnSpc>
              <a:spcBef>
                <a:spcPts val="95"/>
              </a:spcBef>
            </a:pP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Simulate</a:t>
            </a:r>
            <a:r>
              <a:rPr sz="2400" spc="26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114" dirty="0">
                <a:solidFill>
                  <a:srgbClr val="2041E3"/>
                </a:solidFill>
                <a:latin typeface="Trebuchet MS"/>
                <a:cs typeface="Trebuchet MS"/>
              </a:rPr>
              <a:t>how</a:t>
            </a:r>
            <a:r>
              <a:rPr sz="2400" spc="26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data</a:t>
            </a:r>
            <a:r>
              <a:rPr sz="2400" spc="26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analysts</a:t>
            </a:r>
            <a:r>
              <a:rPr sz="2400" spc="26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100" dirty="0">
                <a:solidFill>
                  <a:srgbClr val="2041E3"/>
                </a:solidFill>
                <a:latin typeface="Trebuchet MS"/>
                <a:cs typeface="Trebuchet MS"/>
              </a:rPr>
              <a:t>work</a:t>
            </a:r>
            <a:r>
              <a:rPr sz="2400" spc="26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041E3"/>
                </a:solidFill>
                <a:latin typeface="Trebuchet MS"/>
                <a:cs typeface="Trebuchet MS"/>
              </a:rPr>
              <a:t>with </a:t>
            </a:r>
            <a:r>
              <a:rPr sz="2400" spc="65" dirty="0">
                <a:solidFill>
                  <a:srgbClr val="2041E3"/>
                </a:solidFill>
                <a:latin typeface="Trebuchet MS"/>
                <a:cs typeface="Trebuchet MS"/>
              </a:rPr>
              <a:t>inventory</a:t>
            </a:r>
            <a:r>
              <a:rPr sz="2400" spc="16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data</a:t>
            </a:r>
            <a:r>
              <a:rPr sz="2400" spc="16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in</a:t>
            </a:r>
            <a:r>
              <a:rPr sz="2400" spc="16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85" dirty="0">
                <a:solidFill>
                  <a:srgbClr val="2041E3"/>
                </a:solidFill>
                <a:latin typeface="Trebuchet MS"/>
                <a:cs typeface="Trebuchet MS"/>
              </a:rPr>
              <a:t>retail/e-</a:t>
            </a:r>
            <a:r>
              <a:rPr sz="2400" spc="45" dirty="0">
                <a:solidFill>
                  <a:srgbClr val="2041E3"/>
                </a:solidFill>
                <a:latin typeface="Trebuchet MS"/>
                <a:cs typeface="Trebuchet MS"/>
              </a:rPr>
              <a:t>commerce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70927" y="7693758"/>
            <a:ext cx="4319905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2980" marR="5080" indent="-970915">
              <a:lnSpc>
                <a:spcPct val="116900"/>
              </a:lnSpc>
              <a:spcBef>
                <a:spcPts val="95"/>
              </a:spcBef>
            </a:pP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Extract</a:t>
            </a:r>
            <a:r>
              <a:rPr sz="2400" spc="204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pricing,</a:t>
            </a:r>
            <a:r>
              <a:rPr sz="2400" spc="204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inventory,</a:t>
            </a:r>
            <a:r>
              <a:rPr sz="2400" spc="204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041E3"/>
                </a:solidFill>
                <a:latin typeface="Trebuchet MS"/>
                <a:cs typeface="Trebuchet MS"/>
              </a:rPr>
              <a:t>and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revenue</a:t>
            </a:r>
            <a:r>
              <a:rPr sz="2400" spc="53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2041E3"/>
                </a:solidFill>
                <a:latin typeface="Trebuchet MS"/>
                <a:cs typeface="Trebuchet MS"/>
              </a:rPr>
              <a:t>insights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59072" y="7621819"/>
            <a:ext cx="3335020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885" marR="5080" indent="-337820">
              <a:lnSpc>
                <a:spcPct val="114599"/>
              </a:lnSpc>
              <a:spcBef>
                <a:spcPts val="95"/>
              </a:spcBef>
            </a:pP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Translate</a:t>
            </a:r>
            <a:r>
              <a:rPr sz="2400" spc="204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raw</a:t>
            </a:r>
            <a:r>
              <a:rPr sz="2400" spc="204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data</a:t>
            </a:r>
            <a:r>
              <a:rPr sz="2400" spc="21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041E3"/>
                </a:solidFill>
                <a:latin typeface="Trebuchet MS"/>
                <a:cs typeface="Trebuchet MS"/>
              </a:rPr>
              <a:t>into </a:t>
            </a:r>
            <a:r>
              <a:rPr sz="2400" spc="55" dirty="0">
                <a:solidFill>
                  <a:srgbClr val="2041E3"/>
                </a:solidFill>
                <a:latin typeface="Trebuchet MS"/>
                <a:cs typeface="Trebuchet MS"/>
              </a:rPr>
              <a:t>business</a:t>
            </a:r>
            <a:r>
              <a:rPr sz="2400" spc="24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50" dirty="0">
                <a:solidFill>
                  <a:srgbClr val="2041E3"/>
                </a:solidFill>
                <a:latin typeface="Trebuchet MS"/>
                <a:cs typeface="Trebuchet MS"/>
              </a:rPr>
              <a:t>decisions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97535" y="4182576"/>
            <a:ext cx="4860290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6794" marR="5080" indent="-1014730">
              <a:lnSpc>
                <a:spcPct val="116900"/>
              </a:lnSpc>
              <a:spcBef>
                <a:spcPts val="95"/>
              </a:spcBef>
            </a:pPr>
            <a:r>
              <a:rPr sz="2400" spc="-70" dirty="0">
                <a:solidFill>
                  <a:srgbClr val="2041E3"/>
                </a:solidFill>
                <a:latin typeface="Trebuchet MS"/>
                <a:cs typeface="Trebuchet MS"/>
              </a:rPr>
              <a:t>Build,</a:t>
            </a:r>
            <a:r>
              <a:rPr sz="2400" spc="7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041E3"/>
                </a:solidFill>
                <a:latin typeface="Trebuchet MS"/>
                <a:cs typeface="Trebuchet MS"/>
              </a:rPr>
              <a:t>clean,</a:t>
            </a:r>
            <a:r>
              <a:rPr sz="2400" spc="7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and</a:t>
            </a:r>
            <a:r>
              <a:rPr sz="2400" spc="8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70" dirty="0">
                <a:solidFill>
                  <a:srgbClr val="2041E3"/>
                </a:solidFill>
                <a:latin typeface="Trebuchet MS"/>
                <a:cs typeface="Trebuchet MS"/>
              </a:rPr>
              <a:t>query</a:t>
            </a:r>
            <a:r>
              <a:rPr sz="2400" spc="7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a</a:t>
            </a:r>
            <a:r>
              <a:rPr sz="2400" spc="7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2041E3"/>
                </a:solidFill>
                <a:latin typeface="Trebuchet MS"/>
                <a:cs typeface="Trebuchet MS"/>
              </a:rPr>
              <a:t>relational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database</a:t>
            </a:r>
            <a:r>
              <a:rPr sz="2400" spc="254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70" dirty="0">
                <a:solidFill>
                  <a:srgbClr val="2041E3"/>
                </a:solidFill>
                <a:latin typeface="Trebuchet MS"/>
                <a:cs typeface="Trebuchet MS"/>
              </a:rPr>
              <a:t>using</a:t>
            </a:r>
            <a:r>
              <a:rPr sz="2400" spc="254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150" dirty="0">
                <a:solidFill>
                  <a:srgbClr val="2041E3"/>
                </a:solidFill>
                <a:latin typeface="Trebuchet MS"/>
                <a:cs typeface="Trebuchet MS"/>
              </a:rPr>
              <a:t>SQL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1569660"/>
            <a:ext cx="576834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Project</a:t>
            </a:r>
            <a:r>
              <a:rPr spc="-595" dirty="0"/>
              <a:t> </a:t>
            </a:r>
            <a:r>
              <a:rPr spc="-160" dirty="0"/>
              <a:t>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209B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0720"/>
            <a:ext cx="18288000" cy="10276840"/>
            <a:chOff x="0" y="10720"/>
            <a:chExt cx="18288000" cy="10276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36674"/>
              <a:ext cx="18287999" cy="77503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8215" y="4965207"/>
              <a:ext cx="4292600" cy="4279900"/>
            </a:xfrm>
            <a:custGeom>
              <a:avLst/>
              <a:gdLst/>
              <a:ahLst/>
              <a:cxnLst/>
              <a:rect l="l" t="t" r="r" b="b"/>
              <a:pathLst>
                <a:path w="4292600" h="4279900">
                  <a:moveTo>
                    <a:pt x="341027" y="50800"/>
                  </a:moveTo>
                  <a:lnTo>
                    <a:pt x="267924" y="50800"/>
                  </a:lnTo>
                  <a:lnTo>
                    <a:pt x="265726" y="38100"/>
                  </a:lnTo>
                  <a:lnTo>
                    <a:pt x="268783" y="12700"/>
                  </a:lnTo>
                  <a:lnTo>
                    <a:pt x="277108" y="0"/>
                  </a:lnTo>
                  <a:lnTo>
                    <a:pt x="331842" y="0"/>
                  </a:lnTo>
                  <a:lnTo>
                    <a:pt x="340168" y="12700"/>
                  </a:lnTo>
                  <a:lnTo>
                    <a:pt x="343225" y="38100"/>
                  </a:lnTo>
                  <a:lnTo>
                    <a:pt x="341027" y="50800"/>
                  </a:lnTo>
                  <a:close/>
                </a:path>
                <a:path w="4292600" h="4279900">
                  <a:moveTo>
                    <a:pt x="314163" y="2794000"/>
                  </a:moveTo>
                  <a:lnTo>
                    <a:pt x="294788" y="2794000"/>
                  </a:lnTo>
                  <a:lnTo>
                    <a:pt x="294788" y="76200"/>
                  </a:lnTo>
                  <a:lnTo>
                    <a:pt x="283218" y="63500"/>
                  </a:lnTo>
                  <a:lnTo>
                    <a:pt x="274008" y="50800"/>
                  </a:lnTo>
                  <a:lnTo>
                    <a:pt x="334942" y="50800"/>
                  </a:lnTo>
                  <a:lnTo>
                    <a:pt x="325733" y="63500"/>
                  </a:lnTo>
                  <a:lnTo>
                    <a:pt x="314163" y="76200"/>
                  </a:lnTo>
                  <a:lnTo>
                    <a:pt x="314163" y="2794000"/>
                  </a:lnTo>
                  <a:close/>
                </a:path>
                <a:path w="4292600" h="4279900">
                  <a:moveTo>
                    <a:pt x="910376" y="876300"/>
                  </a:moveTo>
                  <a:lnTo>
                    <a:pt x="849442" y="876300"/>
                  </a:lnTo>
                  <a:lnTo>
                    <a:pt x="843357" y="863600"/>
                  </a:lnTo>
                  <a:lnTo>
                    <a:pt x="841159" y="850900"/>
                  </a:lnTo>
                  <a:lnTo>
                    <a:pt x="844217" y="838200"/>
                  </a:lnTo>
                  <a:lnTo>
                    <a:pt x="852542" y="825500"/>
                  </a:lnTo>
                  <a:lnTo>
                    <a:pt x="864863" y="812800"/>
                  </a:lnTo>
                  <a:lnTo>
                    <a:pt x="894955" y="812800"/>
                  </a:lnTo>
                  <a:lnTo>
                    <a:pt x="907276" y="825500"/>
                  </a:lnTo>
                  <a:lnTo>
                    <a:pt x="915601" y="838200"/>
                  </a:lnTo>
                  <a:lnTo>
                    <a:pt x="918659" y="850900"/>
                  </a:lnTo>
                  <a:lnTo>
                    <a:pt x="916461" y="863600"/>
                  </a:lnTo>
                  <a:lnTo>
                    <a:pt x="910376" y="876300"/>
                  </a:lnTo>
                  <a:close/>
                </a:path>
                <a:path w="4292600" h="4279900">
                  <a:moveTo>
                    <a:pt x="611125" y="1663700"/>
                  </a:moveTo>
                  <a:lnTo>
                    <a:pt x="584733" y="1663700"/>
                  </a:lnTo>
                  <a:lnTo>
                    <a:pt x="870221" y="1384300"/>
                  </a:lnTo>
                  <a:lnTo>
                    <a:pt x="870221" y="889000"/>
                  </a:lnTo>
                  <a:lnTo>
                    <a:pt x="858651" y="876300"/>
                  </a:lnTo>
                  <a:lnTo>
                    <a:pt x="901167" y="876300"/>
                  </a:lnTo>
                  <a:lnTo>
                    <a:pt x="889596" y="889000"/>
                  </a:lnTo>
                  <a:lnTo>
                    <a:pt x="889596" y="1384300"/>
                  </a:lnTo>
                  <a:lnTo>
                    <a:pt x="889112" y="1384300"/>
                  </a:lnTo>
                  <a:lnTo>
                    <a:pt x="611125" y="1663700"/>
                  </a:lnTo>
                  <a:close/>
                </a:path>
                <a:path w="4292600" h="4279900">
                  <a:moveTo>
                    <a:pt x="592289" y="1752600"/>
                  </a:moveTo>
                  <a:lnTo>
                    <a:pt x="511399" y="1752600"/>
                  </a:lnTo>
                  <a:lnTo>
                    <a:pt x="498866" y="1739900"/>
                  </a:lnTo>
                  <a:lnTo>
                    <a:pt x="494688" y="1714500"/>
                  </a:lnTo>
                  <a:lnTo>
                    <a:pt x="498866" y="1689100"/>
                  </a:lnTo>
                  <a:lnTo>
                    <a:pt x="511399" y="1676400"/>
                  </a:lnTo>
                  <a:lnTo>
                    <a:pt x="528279" y="1663700"/>
                  </a:lnTo>
                  <a:lnTo>
                    <a:pt x="547267" y="1651000"/>
                  </a:lnTo>
                  <a:lnTo>
                    <a:pt x="566654" y="1651000"/>
                  </a:lnTo>
                  <a:lnTo>
                    <a:pt x="584733" y="1663700"/>
                  </a:lnTo>
                  <a:lnTo>
                    <a:pt x="611125" y="1663700"/>
                  </a:lnTo>
                  <a:lnTo>
                    <a:pt x="598489" y="1676400"/>
                  </a:lnTo>
                  <a:lnTo>
                    <a:pt x="607043" y="1701800"/>
                  </a:lnTo>
                  <a:lnTo>
                    <a:pt x="608867" y="1714500"/>
                  </a:lnTo>
                  <a:lnTo>
                    <a:pt x="603952" y="1739900"/>
                  </a:lnTo>
                  <a:lnTo>
                    <a:pt x="592289" y="1752600"/>
                  </a:lnTo>
                  <a:close/>
                </a:path>
                <a:path w="4292600" h="4279900">
                  <a:moveTo>
                    <a:pt x="577806" y="1765300"/>
                  </a:moveTo>
                  <a:lnTo>
                    <a:pt x="525882" y="1765300"/>
                  </a:lnTo>
                  <a:lnTo>
                    <a:pt x="518350" y="1752600"/>
                  </a:lnTo>
                  <a:lnTo>
                    <a:pt x="585338" y="1752600"/>
                  </a:lnTo>
                  <a:lnTo>
                    <a:pt x="577806" y="1765300"/>
                  </a:lnTo>
                  <a:close/>
                </a:path>
                <a:path w="4292600" h="4279900">
                  <a:moveTo>
                    <a:pt x="66843" y="4178300"/>
                  </a:moveTo>
                  <a:lnTo>
                    <a:pt x="47371" y="4178300"/>
                  </a:lnTo>
                  <a:lnTo>
                    <a:pt x="47371" y="3352800"/>
                  </a:lnTo>
                  <a:lnTo>
                    <a:pt x="47855" y="3352800"/>
                  </a:lnTo>
                  <a:lnTo>
                    <a:pt x="48630" y="3340100"/>
                  </a:lnTo>
                  <a:lnTo>
                    <a:pt x="51343" y="3340100"/>
                  </a:lnTo>
                  <a:lnTo>
                    <a:pt x="542108" y="2921000"/>
                  </a:lnTo>
                  <a:lnTo>
                    <a:pt x="542108" y="1765300"/>
                  </a:lnTo>
                  <a:lnTo>
                    <a:pt x="561580" y="1765300"/>
                  </a:lnTo>
                  <a:lnTo>
                    <a:pt x="561677" y="2933700"/>
                  </a:lnTo>
                  <a:lnTo>
                    <a:pt x="558189" y="2933700"/>
                  </a:lnTo>
                  <a:lnTo>
                    <a:pt x="66843" y="3352800"/>
                  </a:lnTo>
                  <a:lnTo>
                    <a:pt x="66843" y="4178300"/>
                  </a:lnTo>
                  <a:close/>
                </a:path>
                <a:path w="4292600" h="4279900">
                  <a:moveTo>
                    <a:pt x="838392" y="1930400"/>
                  </a:moveTo>
                  <a:lnTo>
                    <a:pt x="795876" y="1930400"/>
                  </a:lnTo>
                  <a:lnTo>
                    <a:pt x="786667" y="1917700"/>
                  </a:lnTo>
                  <a:lnTo>
                    <a:pt x="780582" y="1905000"/>
                  </a:lnTo>
                  <a:lnTo>
                    <a:pt x="778384" y="1892300"/>
                  </a:lnTo>
                  <a:lnTo>
                    <a:pt x="781442" y="1879600"/>
                  </a:lnTo>
                  <a:lnTo>
                    <a:pt x="789767" y="1866900"/>
                  </a:lnTo>
                  <a:lnTo>
                    <a:pt x="802088" y="1854200"/>
                  </a:lnTo>
                  <a:lnTo>
                    <a:pt x="832180" y="1854200"/>
                  </a:lnTo>
                  <a:lnTo>
                    <a:pt x="844501" y="1866900"/>
                  </a:lnTo>
                  <a:lnTo>
                    <a:pt x="852826" y="1879600"/>
                  </a:lnTo>
                  <a:lnTo>
                    <a:pt x="855884" y="1892300"/>
                  </a:lnTo>
                  <a:lnTo>
                    <a:pt x="853686" y="1905000"/>
                  </a:lnTo>
                  <a:lnTo>
                    <a:pt x="847601" y="1917700"/>
                  </a:lnTo>
                  <a:lnTo>
                    <a:pt x="838392" y="1930400"/>
                  </a:lnTo>
                  <a:close/>
                </a:path>
                <a:path w="4292600" h="4279900">
                  <a:moveTo>
                    <a:pt x="857240" y="2349500"/>
                  </a:moveTo>
                  <a:lnTo>
                    <a:pt x="811031" y="2349500"/>
                  </a:lnTo>
                  <a:lnTo>
                    <a:pt x="808125" y="2336800"/>
                  </a:lnTo>
                  <a:lnTo>
                    <a:pt x="807447" y="2336800"/>
                  </a:lnTo>
                  <a:lnTo>
                    <a:pt x="807447" y="1930400"/>
                  </a:lnTo>
                  <a:lnTo>
                    <a:pt x="826822" y="1930400"/>
                  </a:lnTo>
                  <a:lnTo>
                    <a:pt x="826822" y="2336800"/>
                  </a:lnTo>
                  <a:lnTo>
                    <a:pt x="857240" y="2349500"/>
                  </a:lnTo>
                  <a:close/>
                </a:path>
                <a:path w="4292600" h="4279900">
                  <a:moveTo>
                    <a:pt x="1026413" y="2006600"/>
                  </a:moveTo>
                  <a:lnTo>
                    <a:pt x="996321" y="2006600"/>
                  </a:lnTo>
                  <a:lnTo>
                    <a:pt x="1011367" y="1993900"/>
                  </a:lnTo>
                  <a:lnTo>
                    <a:pt x="1026413" y="2006600"/>
                  </a:lnTo>
                  <a:close/>
                </a:path>
                <a:path w="4292600" h="4279900">
                  <a:moveTo>
                    <a:pt x="1032625" y="2070100"/>
                  </a:moveTo>
                  <a:lnTo>
                    <a:pt x="990109" y="2070100"/>
                  </a:lnTo>
                  <a:lnTo>
                    <a:pt x="980900" y="2057400"/>
                  </a:lnTo>
                  <a:lnTo>
                    <a:pt x="974815" y="2044700"/>
                  </a:lnTo>
                  <a:lnTo>
                    <a:pt x="972617" y="2032000"/>
                  </a:lnTo>
                  <a:lnTo>
                    <a:pt x="975675" y="2019300"/>
                  </a:lnTo>
                  <a:lnTo>
                    <a:pt x="984000" y="2006600"/>
                  </a:lnTo>
                  <a:lnTo>
                    <a:pt x="1038734" y="2006600"/>
                  </a:lnTo>
                  <a:lnTo>
                    <a:pt x="1047059" y="2019300"/>
                  </a:lnTo>
                  <a:lnTo>
                    <a:pt x="1050117" y="2032000"/>
                  </a:lnTo>
                  <a:lnTo>
                    <a:pt x="1047919" y="2044700"/>
                  </a:lnTo>
                  <a:lnTo>
                    <a:pt x="1041834" y="2057400"/>
                  </a:lnTo>
                  <a:lnTo>
                    <a:pt x="1032625" y="2070100"/>
                  </a:lnTo>
                  <a:close/>
                </a:path>
                <a:path w="4292600" h="4279900">
                  <a:moveTo>
                    <a:pt x="1194072" y="4076700"/>
                  </a:moveTo>
                  <a:lnTo>
                    <a:pt x="551892" y="4076700"/>
                  </a:lnTo>
                  <a:lnTo>
                    <a:pt x="382556" y="3911600"/>
                  </a:lnTo>
                  <a:lnTo>
                    <a:pt x="381781" y="3911600"/>
                  </a:lnTo>
                  <a:lnTo>
                    <a:pt x="380425" y="3898900"/>
                  </a:lnTo>
                  <a:lnTo>
                    <a:pt x="380231" y="3898900"/>
                  </a:lnTo>
                  <a:lnTo>
                    <a:pt x="380231" y="3429000"/>
                  </a:lnTo>
                  <a:lnTo>
                    <a:pt x="380716" y="3429000"/>
                  </a:lnTo>
                  <a:lnTo>
                    <a:pt x="381490" y="3416300"/>
                  </a:lnTo>
                  <a:lnTo>
                    <a:pt x="384009" y="3416300"/>
                  </a:lnTo>
                  <a:lnTo>
                    <a:pt x="1001680" y="2857500"/>
                  </a:lnTo>
                  <a:lnTo>
                    <a:pt x="1001680" y="2070100"/>
                  </a:lnTo>
                  <a:lnTo>
                    <a:pt x="1021055" y="2070100"/>
                  </a:lnTo>
                  <a:lnTo>
                    <a:pt x="1021055" y="2857500"/>
                  </a:lnTo>
                  <a:lnTo>
                    <a:pt x="1020280" y="2857500"/>
                  </a:lnTo>
                  <a:lnTo>
                    <a:pt x="1017858" y="2870200"/>
                  </a:lnTo>
                  <a:lnTo>
                    <a:pt x="399606" y="3429000"/>
                  </a:lnTo>
                  <a:lnTo>
                    <a:pt x="399606" y="3898900"/>
                  </a:lnTo>
                  <a:lnTo>
                    <a:pt x="560999" y="4064000"/>
                  </a:lnTo>
                  <a:lnTo>
                    <a:pt x="1206795" y="4064000"/>
                  </a:lnTo>
                  <a:lnTo>
                    <a:pt x="1194072" y="4076700"/>
                  </a:lnTo>
                  <a:close/>
                </a:path>
                <a:path w="4292600" h="4279900">
                  <a:moveTo>
                    <a:pt x="915873" y="2438400"/>
                  </a:moveTo>
                  <a:lnTo>
                    <a:pt x="872546" y="2438400"/>
                  </a:lnTo>
                  <a:lnTo>
                    <a:pt x="856980" y="2425700"/>
                  </a:lnTo>
                  <a:lnTo>
                    <a:pt x="847335" y="2400300"/>
                  </a:lnTo>
                  <a:lnTo>
                    <a:pt x="844047" y="2387600"/>
                  </a:lnTo>
                  <a:lnTo>
                    <a:pt x="847553" y="2362200"/>
                  </a:lnTo>
                  <a:lnTo>
                    <a:pt x="811612" y="2349500"/>
                  </a:lnTo>
                  <a:lnTo>
                    <a:pt x="857240" y="2349500"/>
                  </a:lnTo>
                  <a:lnTo>
                    <a:pt x="872513" y="2336800"/>
                  </a:lnTo>
                  <a:lnTo>
                    <a:pt x="890856" y="2324100"/>
                  </a:lnTo>
                  <a:lnTo>
                    <a:pt x="910506" y="2324100"/>
                  </a:lnTo>
                  <a:lnTo>
                    <a:pt x="929702" y="2336800"/>
                  </a:lnTo>
                  <a:lnTo>
                    <a:pt x="946704" y="2349500"/>
                  </a:lnTo>
                  <a:lnTo>
                    <a:pt x="956294" y="2374900"/>
                  </a:lnTo>
                  <a:lnTo>
                    <a:pt x="957820" y="2387600"/>
                  </a:lnTo>
                  <a:lnTo>
                    <a:pt x="950627" y="2413000"/>
                  </a:lnTo>
                  <a:lnTo>
                    <a:pt x="935539" y="2425700"/>
                  </a:lnTo>
                  <a:lnTo>
                    <a:pt x="915873" y="2438400"/>
                  </a:lnTo>
                  <a:close/>
                </a:path>
                <a:path w="4292600" h="4279900">
                  <a:moveTo>
                    <a:pt x="1267061" y="2603500"/>
                  </a:moveTo>
                  <a:lnTo>
                    <a:pt x="1224545" y="2603500"/>
                  </a:lnTo>
                  <a:lnTo>
                    <a:pt x="1215336" y="2590800"/>
                  </a:lnTo>
                  <a:lnTo>
                    <a:pt x="1209251" y="2578100"/>
                  </a:lnTo>
                  <a:lnTo>
                    <a:pt x="1207053" y="2565400"/>
                  </a:lnTo>
                  <a:lnTo>
                    <a:pt x="1210111" y="2552700"/>
                  </a:lnTo>
                  <a:lnTo>
                    <a:pt x="1218436" y="2540000"/>
                  </a:lnTo>
                  <a:lnTo>
                    <a:pt x="1230757" y="2527300"/>
                  </a:lnTo>
                  <a:lnTo>
                    <a:pt x="1260849" y="2527300"/>
                  </a:lnTo>
                  <a:lnTo>
                    <a:pt x="1273170" y="2540000"/>
                  </a:lnTo>
                  <a:lnTo>
                    <a:pt x="1281495" y="2552700"/>
                  </a:lnTo>
                  <a:lnTo>
                    <a:pt x="1284553" y="2565400"/>
                  </a:lnTo>
                  <a:lnTo>
                    <a:pt x="1282355" y="2578100"/>
                  </a:lnTo>
                  <a:lnTo>
                    <a:pt x="1276270" y="2590800"/>
                  </a:lnTo>
                  <a:lnTo>
                    <a:pt x="1267061" y="2603500"/>
                  </a:lnTo>
                  <a:close/>
                </a:path>
                <a:path w="4292600" h="4279900">
                  <a:moveTo>
                    <a:pt x="628646" y="3886200"/>
                  </a:moveTo>
                  <a:lnTo>
                    <a:pt x="584220" y="3886200"/>
                  </a:lnTo>
                  <a:lnTo>
                    <a:pt x="566048" y="3873500"/>
                  </a:lnTo>
                  <a:lnTo>
                    <a:pt x="553780" y="3860800"/>
                  </a:lnTo>
                  <a:lnTo>
                    <a:pt x="549277" y="3835400"/>
                  </a:lnTo>
                  <a:lnTo>
                    <a:pt x="552905" y="3810000"/>
                  </a:lnTo>
                  <a:lnTo>
                    <a:pt x="562900" y="3797300"/>
                  </a:lnTo>
                  <a:lnTo>
                    <a:pt x="577926" y="3784600"/>
                  </a:lnTo>
                  <a:lnTo>
                    <a:pt x="596648" y="3771900"/>
                  </a:lnTo>
                  <a:lnTo>
                    <a:pt x="596648" y="3492500"/>
                  </a:lnTo>
                  <a:lnTo>
                    <a:pt x="597133" y="3492500"/>
                  </a:lnTo>
                  <a:lnTo>
                    <a:pt x="597811" y="3479800"/>
                  </a:lnTo>
                  <a:lnTo>
                    <a:pt x="600039" y="3479800"/>
                  </a:lnTo>
                  <a:lnTo>
                    <a:pt x="1236116" y="2844800"/>
                  </a:lnTo>
                  <a:lnTo>
                    <a:pt x="1236116" y="2603500"/>
                  </a:lnTo>
                  <a:lnTo>
                    <a:pt x="1255491" y="2603500"/>
                  </a:lnTo>
                  <a:lnTo>
                    <a:pt x="1255491" y="2844800"/>
                  </a:lnTo>
                  <a:lnTo>
                    <a:pt x="1255781" y="2857500"/>
                  </a:lnTo>
                  <a:lnTo>
                    <a:pt x="1255006" y="2857500"/>
                  </a:lnTo>
                  <a:lnTo>
                    <a:pt x="616120" y="3492500"/>
                  </a:lnTo>
                  <a:lnTo>
                    <a:pt x="616120" y="3771900"/>
                  </a:lnTo>
                  <a:lnTo>
                    <a:pt x="634899" y="3784600"/>
                  </a:lnTo>
                  <a:lnTo>
                    <a:pt x="649954" y="3797300"/>
                  </a:lnTo>
                  <a:lnTo>
                    <a:pt x="659959" y="3810000"/>
                  </a:lnTo>
                  <a:lnTo>
                    <a:pt x="663589" y="3835400"/>
                  </a:lnTo>
                  <a:lnTo>
                    <a:pt x="659085" y="3860800"/>
                  </a:lnTo>
                  <a:lnTo>
                    <a:pt x="646817" y="3873500"/>
                  </a:lnTo>
                  <a:lnTo>
                    <a:pt x="628646" y="3886200"/>
                  </a:lnTo>
                  <a:close/>
                </a:path>
                <a:path w="4292600" h="4279900">
                  <a:moveTo>
                    <a:pt x="304475" y="2908300"/>
                  </a:moveTo>
                  <a:lnTo>
                    <a:pt x="282262" y="2895600"/>
                  </a:lnTo>
                  <a:lnTo>
                    <a:pt x="264091" y="2882900"/>
                  </a:lnTo>
                  <a:lnTo>
                    <a:pt x="251823" y="2870200"/>
                  </a:lnTo>
                  <a:lnTo>
                    <a:pt x="247320" y="2844800"/>
                  </a:lnTo>
                  <a:lnTo>
                    <a:pt x="250963" y="2832100"/>
                  </a:lnTo>
                  <a:lnTo>
                    <a:pt x="260991" y="2806700"/>
                  </a:lnTo>
                  <a:lnTo>
                    <a:pt x="276050" y="2794000"/>
                  </a:lnTo>
                  <a:lnTo>
                    <a:pt x="332941" y="2794000"/>
                  </a:lnTo>
                  <a:lnTo>
                    <a:pt x="347996" y="2806700"/>
                  </a:lnTo>
                  <a:lnTo>
                    <a:pt x="358002" y="2832100"/>
                  </a:lnTo>
                  <a:lnTo>
                    <a:pt x="361631" y="2844800"/>
                  </a:lnTo>
                  <a:lnTo>
                    <a:pt x="357128" y="2870200"/>
                  </a:lnTo>
                  <a:lnTo>
                    <a:pt x="344860" y="2882900"/>
                  </a:lnTo>
                  <a:lnTo>
                    <a:pt x="326688" y="2895600"/>
                  </a:lnTo>
                  <a:lnTo>
                    <a:pt x="304475" y="2908300"/>
                  </a:lnTo>
                  <a:close/>
                </a:path>
                <a:path w="4292600" h="4279900">
                  <a:moveTo>
                    <a:pt x="1149467" y="3886200"/>
                  </a:moveTo>
                  <a:lnTo>
                    <a:pt x="1125388" y="3886200"/>
                  </a:lnTo>
                  <a:lnTo>
                    <a:pt x="1470358" y="3543300"/>
                  </a:lnTo>
                  <a:lnTo>
                    <a:pt x="1470842" y="3530600"/>
                  </a:lnTo>
                  <a:lnTo>
                    <a:pt x="1949304" y="3530600"/>
                  </a:lnTo>
                  <a:lnTo>
                    <a:pt x="2053735" y="3352800"/>
                  </a:lnTo>
                  <a:lnTo>
                    <a:pt x="2817008" y="3352800"/>
                  </a:lnTo>
                  <a:lnTo>
                    <a:pt x="2820383" y="3340100"/>
                  </a:lnTo>
                  <a:lnTo>
                    <a:pt x="2826211" y="3327400"/>
                  </a:lnTo>
                  <a:lnTo>
                    <a:pt x="2834363" y="3314700"/>
                  </a:lnTo>
                  <a:lnTo>
                    <a:pt x="2844714" y="3314700"/>
                  </a:lnTo>
                  <a:lnTo>
                    <a:pt x="2866273" y="3302000"/>
                  </a:lnTo>
                  <a:lnTo>
                    <a:pt x="2888077" y="3302000"/>
                  </a:lnTo>
                  <a:lnTo>
                    <a:pt x="2907720" y="3314700"/>
                  </a:lnTo>
                  <a:lnTo>
                    <a:pt x="2922794" y="3327400"/>
                  </a:lnTo>
                  <a:lnTo>
                    <a:pt x="2929688" y="3352800"/>
                  </a:lnTo>
                  <a:lnTo>
                    <a:pt x="2929479" y="3365500"/>
                  </a:lnTo>
                  <a:lnTo>
                    <a:pt x="2067685" y="3365500"/>
                  </a:lnTo>
                  <a:lnTo>
                    <a:pt x="1963254" y="3543300"/>
                  </a:lnTo>
                  <a:lnTo>
                    <a:pt x="1961704" y="3556000"/>
                  </a:lnTo>
                  <a:lnTo>
                    <a:pt x="1480820" y="3556000"/>
                  </a:lnTo>
                  <a:lnTo>
                    <a:pt x="1149467" y="3886200"/>
                  </a:lnTo>
                  <a:close/>
                </a:path>
                <a:path w="4292600" h="4279900">
                  <a:moveTo>
                    <a:pt x="3632931" y="3683000"/>
                  </a:moveTo>
                  <a:lnTo>
                    <a:pt x="3581733" y="3683000"/>
                  </a:lnTo>
                  <a:lnTo>
                    <a:pt x="3573251" y="3670300"/>
                  </a:lnTo>
                  <a:lnTo>
                    <a:pt x="3568074" y="3657600"/>
                  </a:lnTo>
                  <a:lnTo>
                    <a:pt x="3032940" y="3657600"/>
                  </a:lnTo>
                  <a:lnTo>
                    <a:pt x="2893054" y="3416300"/>
                  </a:lnTo>
                  <a:lnTo>
                    <a:pt x="2854171" y="3416300"/>
                  </a:lnTo>
                  <a:lnTo>
                    <a:pt x="2837050" y="3403600"/>
                  </a:lnTo>
                  <a:lnTo>
                    <a:pt x="2823789" y="3390900"/>
                  </a:lnTo>
                  <a:lnTo>
                    <a:pt x="2820301" y="3378200"/>
                  </a:lnTo>
                  <a:lnTo>
                    <a:pt x="2817976" y="3378200"/>
                  </a:lnTo>
                  <a:lnTo>
                    <a:pt x="2816911" y="3365500"/>
                  </a:lnTo>
                  <a:lnTo>
                    <a:pt x="2929479" y="3365500"/>
                  </a:lnTo>
                  <a:lnTo>
                    <a:pt x="2922658" y="3390900"/>
                  </a:lnTo>
                  <a:lnTo>
                    <a:pt x="2909716" y="3403600"/>
                  </a:lnTo>
                  <a:lnTo>
                    <a:pt x="3046890" y="3644900"/>
                  </a:lnTo>
                  <a:lnTo>
                    <a:pt x="3644314" y="3644900"/>
                  </a:lnTo>
                  <a:lnTo>
                    <a:pt x="3641256" y="3670300"/>
                  </a:lnTo>
                  <a:lnTo>
                    <a:pt x="3632931" y="3683000"/>
                  </a:lnTo>
                  <a:close/>
                </a:path>
                <a:path w="4292600" h="4279900">
                  <a:moveTo>
                    <a:pt x="1136723" y="3898900"/>
                  </a:moveTo>
                  <a:lnTo>
                    <a:pt x="805800" y="3898900"/>
                  </a:lnTo>
                  <a:lnTo>
                    <a:pt x="805800" y="3594100"/>
                  </a:lnTo>
                  <a:lnTo>
                    <a:pt x="787022" y="3581400"/>
                  </a:lnTo>
                  <a:lnTo>
                    <a:pt x="771967" y="3568700"/>
                  </a:lnTo>
                  <a:lnTo>
                    <a:pt x="761961" y="3556000"/>
                  </a:lnTo>
                  <a:lnTo>
                    <a:pt x="758332" y="3543300"/>
                  </a:lnTo>
                  <a:lnTo>
                    <a:pt x="762835" y="3517900"/>
                  </a:lnTo>
                  <a:lnTo>
                    <a:pt x="775103" y="3492500"/>
                  </a:lnTo>
                  <a:lnTo>
                    <a:pt x="793274" y="3479800"/>
                  </a:lnTo>
                  <a:lnTo>
                    <a:pt x="837700" y="3479800"/>
                  </a:lnTo>
                  <a:lnTo>
                    <a:pt x="855872" y="3492500"/>
                  </a:lnTo>
                  <a:lnTo>
                    <a:pt x="868140" y="3517900"/>
                  </a:lnTo>
                  <a:lnTo>
                    <a:pt x="872643" y="3543300"/>
                  </a:lnTo>
                  <a:lnTo>
                    <a:pt x="869014" y="3556000"/>
                  </a:lnTo>
                  <a:lnTo>
                    <a:pt x="859008" y="3568700"/>
                  </a:lnTo>
                  <a:lnTo>
                    <a:pt x="843953" y="3581400"/>
                  </a:lnTo>
                  <a:lnTo>
                    <a:pt x="825175" y="3594100"/>
                  </a:lnTo>
                  <a:lnTo>
                    <a:pt x="825175" y="3886200"/>
                  </a:lnTo>
                  <a:lnTo>
                    <a:pt x="1149467" y="3886200"/>
                  </a:lnTo>
                  <a:lnTo>
                    <a:pt x="1136723" y="3898900"/>
                  </a:lnTo>
                  <a:close/>
                </a:path>
                <a:path w="4292600" h="4279900">
                  <a:moveTo>
                    <a:pt x="3620610" y="3619500"/>
                  </a:moveTo>
                  <a:lnTo>
                    <a:pt x="3592704" y="3619500"/>
                  </a:lnTo>
                  <a:lnTo>
                    <a:pt x="3605564" y="3606800"/>
                  </a:lnTo>
                  <a:lnTo>
                    <a:pt x="3620610" y="3619500"/>
                  </a:lnTo>
                  <a:close/>
                </a:path>
                <a:path w="4292600" h="4279900">
                  <a:moveTo>
                    <a:pt x="1575660" y="4241800"/>
                  </a:moveTo>
                  <a:lnTo>
                    <a:pt x="410068" y="4241800"/>
                  </a:lnTo>
                  <a:lnTo>
                    <a:pt x="201886" y="4038600"/>
                  </a:lnTo>
                  <a:lnTo>
                    <a:pt x="199948" y="4025900"/>
                  </a:lnTo>
                  <a:lnTo>
                    <a:pt x="198592" y="4025900"/>
                  </a:lnTo>
                  <a:lnTo>
                    <a:pt x="198592" y="3733800"/>
                  </a:lnTo>
                  <a:lnTo>
                    <a:pt x="179813" y="3721100"/>
                  </a:lnTo>
                  <a:lnTo>
                    <a:pt x="164758" y="3708400"/>
                  </a:lnTo>
                  <a:lnTo>
                    <a:pt x="154753" y="3695700"/>
                  </a:lnTo>
                  <a:lnTo>
                    <a:pt x="151123" y="3683000"/>
                  </a:lnTo>
                  <a:lnTo>
                    <a:pt x="155627" y="3657600"/>
                  </a:lnTo>
                  <a:lnTo>
                    <a:pt x="167895" y="3632200"/>
                  </a:lnTo>
                  <a:lnTo>
                    <a:pt x="186066" y="3619500"/>
                  </a:lnTo>
                  <a:lnTo>
                    <a:pt x="230492" y="3619500"/>
                  </a:lnTo>
                  <a:lnTo>
                    <a:pt x="248664" y="3632200"/>
                  </a:lnTo>
                  <a:lnTo>
                    <a:pt x="260932" y="3657600"/>
                  </a:lnTo>
                  <a:lnTo>
                    <a:pt x="265435" y="3683000"/>
                  </a:lnTo>
                  <a:lnTo>
                    <a:pt x="261805" y="3695700"/>
                  </a:lnTo>
                  <a:lnTo>
                    <a:pt x="251800" y="3708400"/>
                  </a:lnTo>
                  <a:lnTo>
                    <a:pt x="236745" y="3721100"/>
                  </a:lnTo>
                  <a:lnTo>
                    <a:pt x="217967" y="3733800"/>
                  </a:lnTo>
                  <a:lnTo>
                    <a:pt x="217967" y="4025900"/>
                  </a:lnTo>
                  <a:lnTo>
                    <a:pt x="418593" y="4216400"/>
                  </a:lnTo>
                  <a:lnTo>
                    <a:pt x="1600854" y="4216400"/>
                  </a:lnTo>
                  <a:lnTo>
                    <a:pt x="1575660" y="4241800"/>
                  </a:lnTo>
                  <a:close/>
                </a:path>
                <a:path w="4292600" h="4279900">
                  <a:moveTo>
                    <a:pt x="3644314" y="3644900"/>
                  </a:moveTo>
                  <a:lnTo>
                    <a:pt x="3568074" y="3644900"/>
                  </a:lnTo>
                  <a:lnTo>
                    <a:pt x="3573196" y="3632200"/>
                  </a:lnTo>
                  <a:lnTo>
                    <a:pt x="3581660" y="3619500"/>
                  </a:lnTo>
                  <a:lnTo>
                    <a:pt x="3632931" y="3619500"/>
                  </a:lnTo>
                  <a:lnTo>
                    <a:pt x="3641256" y="3632200"/>
                  </a:lnTo>
                  <a:lnTo>
                    <a:pt x="3644314" y="3644900"/>
                  </a:lnTo>
                  <a:close/>
                </a:path>
                <a:path w="4292600" h="4279900">
                  <a:moveTo>
                    <a:pt x="1206795" y="4064000"/>
                  </a:moveTo>
                  <a:lnTo>
                    <a:pt x="1183513" y="4064000"/>
                  </a:lnTo>
                  <a:lnTo>
                    <a:pt x="1528289" y="3708400"/>
                  </a:lnTo>
                  <a:lnTo>
                    <a:pt x="2302508" y="3708400"/>
                  </a:lnTo>
                  <a:lnTo>
                    <a:pt x="2309315" y="3695700"/>
                  </a:lnTo>
                  <a:lnTo>
                    <a:pt x="2321871" y="3683000"/>
                  </a:lnTo>
                  <a:lnTo>
                    <a:pt x="2338841" y="3670300"/>
                  </a:lnTo>
                  <a:lnTo>
                    <a:pt x="2381102" y="3670300"/>
                  </a:lnTo>
                  <a:lnTo>
                    <a:pt x="2399274" y="3683000"/>
                  </a:lnTo>
                  <a:lnTo>
                    <a:pt x="2411542" y="3695700"/>
                  </a:lnTo>
                  <a:lnTo>
                    <a:pt x="2416045" y="3721100"/>
                  </a:lnTo>
                  <a:lnTo>
                    <a:pt x="2413793" y="3733800"/>
                  </a:lnTo>
                  <a:lnTo>
                    <a:pt x="1537589" y="3733800"/>
                  </a:lnTo>
                  <a:lnTo>
                    <a:pt x="1206795" y="4064000"/>
                  </a:lnTo>
                  <a:close/>
                </a:path>
                <a:path w="4292600" h="4279900">
                  <a:moveTo>
                    <a:pt x="2358889" y="3784600"/>
                  </a:moveTo>
                  <a:lnTo>
                    <a:pt x="2338842" y="3771900"/>
                  </a:lnTo>
                  <a:lnTo>
                    <a:pt x="2321883" y="3771900"/>
                  </a:lnTo>
                  <a:lnTo>
                    <a:pt x="2309356" y="3746500"/>
                  </a:lnTo>
                  <a:lnTo>
                    <a:pt x="2302605" y="3733800"/>
                  </a:lnTo>
                  <a:lnTo>
                    <a:pt x="2413793" y="3733800"/>
                  </a:lnTo>
                  <a:lnTo>
                    <a:pt x="2411542" y="3746500"/>
                  </a:lnTo>
                  <a:lnTo>
                    <a:pt x="2399274" y="3759200"/>
                  </a:lnTo>
                  <a:lnTo>
                    <a:pt x="2381102" y="3771900"/>
                  </a:lnTo>
                  <a:lnTo>
                    <a:pt x="2358889" y="3784600"/>
                  </a:lnTo>
                  <a:close/>
                </a:path>
                <a:path w="4292600" h="4279900">
                  <a:moveTo>
                    <a:pt x="1600854" y="4216400"/>
                  </a:moveTo>
                  <a:lnTo>
                    <a:pt x="1564326" y="4216400"/>
                  </a:lnTo>
                  <a:lnTo>
                    <a:pt x="1918014" y="3873500"/>
                  </a:lnTo>
                  <a:lnTo>
                    <a:pt x="1918498" y="3873500"/>
                  </a:lnTo>
                  <a:lnTo>
                    <a:pt x="1921211" y="3860800"/>
                  </a:lnTo>
                  <a:lnTo>
                    <a:pt x="2942544" y="3860800"/>
                  </a:lnTo>
                  <a:lnTo>
                    <a:pt x="2951009" y="3848100"/>
                  </a:lnTo>
                  <a:lnTo>
                    <a:pt x="2962053" y="3835400"/>
                  </a:lnTo>
                  <a:lnTo>
                    <a:pt x="2989958" y="3835400"/>
                  </a:lnTo>
                  <a:lnTo>
                    <a:pt x="3002280" y="3848100"/>
                  </a:lnTo>
                  <a:lnTo>
                    <a:pt x="3010605" y="3860800"/>
                  </a:lnTo>
                  <a:lnTo>
                    <a:pt x="3013662" y="3873500"/>
                  </a:lnTo>
                  <a:lnTo>
                    <a:pt x="3010605" y="3886200"/>
                  </a:lnTo>
                  <a:lnTo>
                    <a:pt x="1928379" y="3886200"/>
                  </a:lnTo>
                  <a:lnTo>
                    <a:pt x="1600854" y="4216400"/>
                  </a:lnTo>
                  <a:close/>
                </a:path>
                <a:path w="4292600" h="4279900">
                  <a:moveTo>
                    <a:pt x="2989958" y="3911600"/>
                  </a:moveTo>
                  <a:lnTo>
                    <a:pt x="2951082" y="3911600"/>
                  </a:lnTo>
                  <a:lnTo>
                    <a:pt x="2942599" y="3898900"/>
                  </a:lnTo>
                  <a:lnTo>
                    <a:pt x="2937422" y="3886200"/>
                  </a:lnTo>
                  <a:lnTo>
                    <a:pt x="3010605" y="3886200"/>
                  </a:lnTo>
                  <a:lnTo>
                    <a:pt x="3002280" y="3898900"/>
                  </a:lnTo>
                  <a:lnTo>
                    <a:pt x="2989958" y="3911600"/>
                  </a:lnTo>
                  <a:close/>
                </a:path>
                <a:path w="4292600" h="4279900">
                  <a:moveTo>
                    <a:pt x="2013726" y="4114800"/>
                  </a:moveTo>
                  <a:lnTo>
                    <a:pt x="1991513" y="4102100"/>
                  </a:lnTo>
                  <a:lnTo>
                    <a:pt x="1973341" y="4089400"/>
                  </a:lnTo>
                  <a:lnTo>
                    <a:pt x="1961073" y="4076700"/>
                  </a:lnTo>
                  <a:lnTo>
                    <a:pt x="1956570" y="4051300"/>
                  </a:lnTo>
                  <a:lnTo>
                    <a:pt x="1961073" y="4025900"/>
                  </a:lnTo>
                  <a:lnTo>
                    <a:pt x="1973341" y="4013200"/>
                  </a:lnTo>
                  <a:lnTo>
                    <a:pt x="1991513" y="4000500"/>
                  </a:lnTo>
                  <a:lnTo>
                    <a:pt x="2033815" y="4000500"/>
                  </a:lnTo>
                  <a:lnTo>
                    <a:pt x="2050780" y="4013200"/>
                  </a:lnTo>
                  <a:lnTo>
                    <a:pt x="2063313" y="4025900"/>
                  </a:lnTo>
                  <a:lnTo>
                    <a:pt x="2070107" y="4038600"/>
                  </a:lnTo>
                  <a:lnTo>
                    <a:pt x="4289443" y="4038600"/>
                  </a:lnTo>
                  <a:lnTo>
                    <a:pt x="4292500" y="4051300"/>
                  </a:lnTo>
                  <a:lnTo>
                    <a:pt x="4289443" y="4064000"/>
                  </a:lnTo>
                  <a:lnTo>
                    <a:pt x="2070107" y="4064000"/>
                  </a:lnTo>
                  <a:lnTo>
                    <a:pt x="2063300" y="4076700"/>
                  </a:lnTo>
                  <a:lnTo>
                    <a:pt x="2050744" y="4102100"/>
                  </a:lnTo>
                  <a:lnTo>
                    <a:pt x="2033774" y="4102100"/>
                  </a:lnTo>
                  <a:lnTo>
                    <a:pt x="2013726" y="4114800"/>
                  </a:lnTo>
                  <a:close/>
                </a:path>
                <a:path w="4292600" h="4279900">
                  <a:moveTo>
                    <a:pt x="4289443" y="4038600"/>
                  </a:moveTo>
                  <a:lnTo>
                    <a:pt x="4221382" y="4038600"/>
                  </a:lnTo>
                  <a:lnTo>
                    <a:pt x="4229847" y="4025900"/>
                  </a:lnTo>
                  <a:lnTo>
                    <a:pt x="4240890" y="4013200"/>
                  </a:lnTo>
                  <a:lnTo>
                    <a:pt x="4268796" y="4013200"/>
                  </a:lnTo>
                  <a:lnTo>
                    <a:pt x="4281117" y="4025900"/>
                  </a:lnTo>
                  <a:lnTo>
                    <a:pt x="4289443" y="4038600"/>
                  </a:lnTo>
                  <a:close/>
                </a:path>
                <a:path w="4292600" h="4279900">
                  <a:moveTo>
                    <a:pt x="4268796" y="4089400"/>
                  </a:moveTo>
                  <a:lnTo>
                    <a:pt x="4229919" y="4089400"/>
                  </a:lnTo>
                  <a:lnTo>
                    <a:pt x="4221437" y="4076700"/>
                  </a:lnTo>
                  <a:lnTo>
                    <a:pt x="4216260" y="4064000"/>
                  </a:lnTo>
                  <a:lnTo>
                    <a:pt x="4289443" y="4064000"/>
                  </a:lnTo>
                  <a:lnTo>
                    <a:pt x="4281117" y="4076700"/>
                  </a:lnTo>
                  <a:lnTo>
                    <a:pt x="4268796" y="4089400"/>
                  </a:lnTo>
                  <a:close/>
                </a:path>
                <a:path w="4292600" h="4279900">
                  <a:moveTo>
                    <a:pt x="79368" y="4279900"/>
                  </a:moveTo>
                  <a:lnTo>
                    <a:pt x="34942" y="4279900"/>
                  </a:lnTo>
                  <a:lnTo>
                    <a:pt x="16771" y="4267200"/>
                  </a:lnTo>
                  <a:lnTo>
                    <a:pt x="4503" y="4254500"/>
                  </a:lnTo>
                  <a:lnTo>
                    <a:pt x="0" y="4229100"/>
                  </a:lnTo>
                  <a:lnTo>
                    <a:pt x="3628" y="4203700"/>
                  </a:lnTo>
                  <a:lnTo>
                    <a:pt x="13622" y="4191000"/>
                  </a:lnTo>
                  <a:lnTo>
                    <a:pt x="28649" y="4178300"/>
                  </a:lnTo>
                  <a:lnTo>
                    <a:pt x="85621" y="4178300"/>
                  </a:lnTo>
                  <a:lnTo>
                    <a:pt x="100676" y="4191000"/>
                  </a:lnTo>
                  <a:lnTo>
                    <a:pt x="110681" y="4203700"/>
                  </a:lnTo>
                  <a:lnTo>
                    <a:pt x="114311" y="4229100"/>
                  </a:lnTo>
                  <a:lnTo>
                    <a:pt x="109808" y="4254500"/>
                  </a:lnTo>
                  <a:lnTo>
                    <a:pt x="97540" y="4267200"/>
                  </a:lnTo>
                  <a:lnTo>
                    <a:pt x="79368" y="427990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4911" y="9593111"/>
              <a:ext cx="1290822" cy="6938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18706"/>
              <a:ext cx="3767333" cy="416829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956294" y="10720"/>
              <a:ext cx="7310755" cy="7158355"/>
            </a:xfrm>
            <a:custGeom>
              <a:avLst/>
              <a:gdLst/>
              <a:ahLst/>
              <a:cxnLst/>
              <a:rect l="l" t="t" r="r" b="b"/>
              <a:pathLst>
                <a:path w="7310754" h="7158355">
                  <a:moveTo>
                    <a:pt x="1688" y="2615364"/>
                  </a:moveTo>
                  <a:lnTo>
                    <a:pt x="1134" y="2617408"/>
                  </a:lnTo>
                  <a:lnTo>
                    <a:pt x="0" y="2617101"/>
                  </a:lnTo>
                  <a:lnTo>
                    <a:pt x="553" y="2615057"/>
                  </a:lnTo>
                  <a:lnTo>
                    <a:pt x="1688" y="2615364"/>
                  </a:lnTo>
                  <a:close/>
                </a:path>
                <a:path w="7310754" h="7158355">
                  <a:moveTo>
                    <a:pt x="171746" y="3451362"/>
                  </a:moveTo>
                  <a:lnTo>
                    <a:pt x="171135" y="3453616"/>
                  </a:lnTo>
                  <a:lnTo>
                    <a:pt x="169972" y="3454283"/>
                  </a:lnTo>
                  <a:lnTo>
                    <a:pt x="167723" y="3453673"/>
                  </a:lnTo>
                  <a:lnTo>
                    <a:pt x="167056" y="3452511"/>
                  </a:lnTo>
                  <a:lnTo>
                    <a:pt x="167666" y="3450262"/>
                  </a:lnTo>
                  <a:lnTo>
                    <a:pt x="168829" y="3449595"/>
                  </a:lnTo>
                  <a:lnTo>
                    <a:pt x="171077" y="3450204"/>
                  </a:lnTo>
                  <a:lnTo>
                    <a:pt x="171746" y="3451362"/>
                  </a:lnTo>
                  <a:close/>
                </a:path>
                <a:path w="7310754" h="7158355">
                  <a:moveTo>
                    <a:pt x="273810" y="3082798"/>
                  </a:moveTo>
                  <a:lnTo>
                    <a:pt x="272589" y="3087306"/>
                  </a:lnTo>
                  <a:lnTo>
                    <a:pt x="270263" y="3088640"/>
                  </a:lnTo>
                  <a:lnTo>
                    <a:pt x="265755" y="3087418"/>
                  </a:lnTo>
                  <a:lnTo>
                    <a:pt x="264421" y="3085092"/>
                  </a:lnTo>
                  <a:lnTo>
                    <a:pt x="265643" y="3080585"/>
                  </a:lnTo>
                  <a:lnTo>
                    <a:pt x="267968" y="3079251"/>
                  </a:lnTo>
                  <a:lnTo>
                    <a:pt x="272476" y="3080472"/>
                  </a:lnTo>
                  <a:lnTo>
                    <a:pt x="273810" y="3082798"/>
                  </a:lnTo>
                  <a:close/>
                </a:path>
                <a:path w="7310754" h="7158355">
                  <a:moveTo>
                    <a:pt x="377051" y="2713943"/>
                  </a:moveTo>
                  <a:lnTo>
                    <a:pt x="374912" y="2721835"/>
                  </a:lnTo>
                  <a:lnTo>
                    <a:pt x="370846" y="2724167"/>
                  </a:lnTo>
                  <a:lnTo>
                    <a:pt x="362954" y="2722029"/>
                  </a:lnTo>
                  <a:lnTo>
                    <a:pt x="360622" y="2717962"/>
                  </a:lnTo>
                  <a:lnTo>
                    <a:pt x="362760" y="2710071"/>
                  </a:lnTo>
                  <a:lnTo>
                    <a:pt x="366827" y="2707739"/>
                  </a:lnTo>
                  <a:lnTo>
                    <a:pt x="374718" y="2709877"/>
                  </a:lnTo>
                  <a:lnTo>
                    <a:pt x="377051" y="2713943"/>
                  </a:lnTo>
                  <a:close/>
                </a:path>
                <a:path w="7310754" h="7158355">
                  <a:moveTo>
                    <a:pt x="477946" y="2345666"/>
                  </a:moveTo>
                  <a:lnTo>
                    <a:pt x="475502" y="2354682"/>
                  </a:lnTo>
                  <a:lnTo>
                    <a:pt x="470858" y="2357346"/>
                  </a:lnTo>
                  <a:lnTo>
                    <a:pt x="461842" y="2354903"/>
                  </a:lnTo>
                  <a:lnTo>
                    <a:pt x="459178" y="2350258"/>
                  </a:lnTo>
                  <a:lnTo>
                    <a:pt x="461621" y="2341242"/>
                  </a:lnTo>
                  <a:lnTo>
                    <a:pt x="466266" y="2338578"/>
                  </a:lnTo>
                  <a:lnTo>
                    <a:pt x="475282" y="2341021"/>
                  </a:lnTo>
                  <a:lnTo>
                    <a:pt x="477946" y="2345666"/>
                  </a:lnTo>
                  <a:close/>
                </a:path>
                <a:path w="7310754" h="7158355">
                  <a:moveTo>
                    <a:pt x="576492" y="1977959"/>
                  </a:moveTo>
                  <a:lnTo>
                    <a:pt x="574353" y="1985850"/>
                  </a:lnTo>
                  <a:lnTo>
                    <a:pt x="570287" y="1988183"/>
                  </a:lnTo>
                  <a:lnTo>
                    <a:pt x="562395" y="1986044"/>
                  </a:lnTo>
                  <a:lnTo>
                    <a:pt x="560063" y="1981978"/>
                  </a:lnTo>
                  <a:lnTo>
                    <a:pt x="562201" y="1974086"/>
                  </a:lnTo>
                  <a:lnTo>
                    <a:pt x="566268" y="1971754"/>
                  </a:lnTo>
                  <a:lnTo>
                    <a:pt x="574159" y="1973892"/>
                  </a:lnTo>
                  <a:lnTo>
                    <a:pt x="576492" y="1977959"/>
                  </a:lnTo>
                  <a:close/>
                </a:path>
                <a:path w="7310754" h="7158355">
                  <a:moveTo>
                    <a:pt x="673867" y="1610543"/>
                  </a:moveTo>
                  <a:lnTo>
                    <a:pt x="672340" y="1616176"/>
                  </a:lnTo>
                  <a:lnTo>
                    <a:pt x="669437" y="1617841"/>
                  </a:lnTo>
                  <a:lnTo>
                    <a:pt x="663804" y="1616315"/>
                  </a:lnTo>
                  <a:lnTo>
                    <a:pt x="662139" y="1613411"/>
                  </a:lnTo>
                  <a:lnTo>
                    <a:pt x="663665" y="1607779"/>
                  </a:lnTo>
                  <a:lnTo>
                    <a:pt x="666569" y="1606113"/>
                  </a:lnTo>
                  <a:lnTo>
                    <a:pt x="672201" y="1607640"/>
                  </a:lnTo>
                  <a:lnTo>
                    <a:pt x="673867" y="1610543"/>
                  </a:lnTo>
                  <a:close/>
                </a:path>
                <a:path w="7310754" h="7158355">
                  <a:moveTo>
                    <a:pt x="768562" y="1243115"/>
                  </a:moveTo>
                  <a:lnTo>
                    <a:pt x="768008" y="1245159"/>
                  </a:lnTo>
                  <a:lnTo>
                    <a:pt x="766874" y="1244852"/>
                  </a:lnTo>
                  <a:lnTo>
                    <a:pt x="767428" y="1242808"/>
                  </a:lnTo>
                  <a:lnTo>
                    <a:pt x="768562" y="1243115"/>
                  </a:lnTo>
                  <a:close/>
                </a:path>
                <a:path w="7310754" h="7158355">
                  <a:moveTo>
                    <a:pt x="737673" y="2814805"/>
                  </a:moveTo>
                  <a:lnTo>
                    <a:pt x="737119" y="2816849"/>
                  </a:lnTo>
                  <a:lnTo>
                    <a:pt x="735984" y="2816542"/>
                  </a:lnTo>
                  <a:lnTo>
                    <a:pt x="736538" y="2814498"/>
                  </a:lnTo>
                  <a:lnTo>
                    <a:pt x="737673" y="2814805"/>
                  </a:lnTo>
                  <a:close/>
                </a:path>
                <a:path w="7310754" h="7158355">
                  <a:moveTo>
                    <a:pt x="845938" y="2445386"/>
                  </a:moveTo>
                  <a:lnTo>
                    <a:pt x="843495" y="2454402"/>
                  </a:lnTo>
                  <a:lnTo>
                    <a:pt x="838850" y="2457066"/>
                  </a:lnTo>
                  <a:lnTo>
                    <a:pt x="829834" y="2454623"/>
                  </a:lnTo>
                  <a:lnTo>
                    <a:pt x="827170" y="2449978"/>
                  </a:lnTo>
                  <a:lnTo>
                    <a:pt x="829613" y="2440963"/>
                  </a:lnTo>
                  <a:lnTo>
                    <a:pt x="834258" y="2438298"/>
                  </a:lnTo>
                  <a:lnTo>
                    <a:pt x="843274" y="2440742"/>
                  </a:lnTo>
                  <a:lnTo>
                    <a:pt x="845938" y="2445386"/>
                  </a:lnTo>
                  <a:close/>
                </a:path>
                <a:path w="7310754" h="7158355">
                  <a:moveTo>
                    <a:pt x="951522" y="2075960"/>
                  </a:moveTo>
                  <a:lnTo>
                    <a:pt x="947553" y="2090608"/>
                  </a:lnTo>
                  <a:lnTo>
                    <a:pt x="940005" y="2094938"/>
                  </a:lnTo>
                  <a:lnTo>
                    <a:pt x="925356" y="2090968"/>
                  </a:lnTo>
                  <a:lnTo>
                    <a:pt x="921027" y="2083420"/>
                  </a:lnTo>
                  <a:lnTo>
                    <a:pt x="924996" y="2068772"/>
                  </a:lnTo>
                  <a:lnTo>
                    <a:pt x="932545" y="2064442"/>
                  </a:lnTo>
                  <a:lnTo>
                    <a:pt x="947193" y="2068412"/>
                  </a:lnTo>
                  <a:lnTo>
                    <a:pt x="951522" y="2075960"/>
                  </a:lnTo>
                  <a:close/>
                </a:path>
                <a:path w="7310754" h="7158355">
                  <a:moveTo>
                    <a:pt x="1052419" y="1707678"/>
                  </a:moveTo>
                  <a:lnTo>
                    <a:pt x="1048142" y="1723460"/>
                  </a:lnTo>
                  <a:lnTo>
                    <a:pt x="1040015" y="1728122"/>
                  </a:lnTo>
                  <a:lnTo>
                    <a:pt x="1024233" y="1723845"/>
                  </a:lnTo>
                  <a:lnTo>
                    <a:pt x="1019571" y="1715718"/>
                  </a:lnTo>
                  <a:lnTo>
                    <a:pt x="1023848" y="1699935"/>
                  </a:lnTo>
                  <a:lnTo>
                    <a:pt x="1031975" y="1695274"/>
                  </a:lnTo>
                  <a:lnTo>
                    <a:pt x="1047758" y="1699551"/>
                  </a:lnTo>
                  <a:lnTo>
                    <a:pt x="1052419" y="1707678"/>
                  </a:lnTo>
                  <a:close/>
                </a:path>
                <a:path w="7310754" h="7158355">
                  <a:moveTo>
                    <a:pt x="1152139" y="1339685"/>
                  </a:moveTo>
                  <a:lnTo>
                    <a:pt x="1147862" y="1355468"/>
                  </a:lnTo>
                  <a:lnTo>
                    <a:pt x="1139736" y="1360129"/>
                  </a:lnTo>
                  <a:lnTo>
                    <a:pt x="1123953" y="1355852"/>
                  </a:lnTo>
                  <a:lnTo>
                    <a:pt x="1119292" y="1347726"/>
                  </a:lnTo>
                  <a:lnTo>
                    <a:pt x="1123569" y="1331943"/>
                  </a:lnTo>
                  <a:lnTo>
                    <a:pt x="1131695" y="1327282"/>
                  </a:lnTo>
                  <a:lnTo>
                    <a:pt x="1147478" y="1331558"/>
                  </a:lnTo>
                  <a:lnTo>
                    <a:pt x="1152139" y="1339685"/>
                  </a:lnTo>
                  <a:close/>
                </a:path>
                <a:path w="7310754" h="7158355">
                  <a:moveTo>
                    <a:pt x="1241300" y="974279"/>
                  </a:moveTo>
                  <a:lnTo>
                    <a:pt x="1239774" y="979911"/>
                  </a:lnTo>
                  <a:lnTo>
                    <a:pt x="1236870" y="981577"/>
                  </a:lnTo>
                  <a:lnTo>
                    <a:pt x="1231238" y="980051"/>
                  </a:lnTo>
                  <a:lnTo>
                    <a:pt x="1229572" y="977147"/>
                  </a:lnTo>
                  <a:lnTo>
                    <a:pt x="1231098" y="971515"/>
                  </a:lnTo>
                  <a:lnTo>
                    <a:pt x="1234002" y="969849"/>
                  </a:lnTo>
                  <a:lnTo>
                    <a:pt x="1239634" y="971375"/>
                  </a:lnTo>
                  <a:lnTo>
                    <a:pt x="1241300" y="974279"/>
                  </a:lnTo>
                  <a:close/>
                </a:path>
                <a:path w="7310754" h="7158355">
                  <a:moveTo>
                    <a:pt x="1314825" y="2176829"/>
                  </a:moveTo>
                  <a:lnTo>
                    <a:pt x="1312076" y="2186975"/>
                  </a:lnTo>
                  <a:lnTo>
                    <a:pt x="1306853" y="2189970"/>
                  </a:lnTo>
                  <a:lnTo>
                    <a:pt x="1296703" y="2187220"/>
                  </a:lnTo>
                  <a:lnTo>
                    <a:pt x="1293707" y="2181997"/>
                  </a:lnTo>
                  <a:lnTo>
                    <a:pt x="1296458" y="2171846"/>
                  </a:lnTo>
                  <a:lnTo>
                    <a:pt x="1301681" y="2168851"/>
                  </a:lnTo>
                  <a:lnTo>
                    <a:pt x="1311831" y="2171601"/>
                  </a:lnTo>
                  <a:lnTo>
                    <a:pt x="1314825" y="2176829"/>
                  </a:lnTo>
                  <a:close/>
                </a:path>
                <a:path w="7310754" h="7158355">
                  <a:moveTo>
                    <a:pt x="1422356" y="1816396"/>
                  </a:moveTo>
                  <a:lnTo>
                    <a:pt x="1418975" y="1823155"/>
                  </a:lnTo>
                  <a:lnTo>
                    <a:pt x="1413457" y="1827927"/>
                  </a:lnTo>
                  <a:lnTo>
                    <a:pt x="1406551" y="1830281"/>
                  </a:lnTo>
                  <a:lnTo>
                    <a:pt x="1399010" y="1829787"/>
                  </a:lnTo>
                  <a:lnTo>
                    <a:pt x="1392251" y="1826406"/>
                  </a:lnTo>
                  <a:lnTo>
                    <a:pt x="1387479" y="1820887"/>
                  </a:lnTo>
                  <a:lnTo>
                    <a:pt x="1385124" y="1813982"/>
                  </a:lnTo>
                  <a:lnTo>
                    <a:pt x="1385618" y="1806440"/>
                  </a:lnTo>
                  <a:lnTo>
                    <a:pt x="1389000" y="1799681"/>
                  </a:lnTo>
                  <a:lnTo>
                    <a:pt x="1394518" y="1794909"/>
                  </a:lnTo>
                  <a:lnTo>
                    <a:pt x="1401424" y="1792555"/>
                  </a:lnTo>
                  <a:lnTo>
                    <a:pt x="1408965" y="1793049"/>
                  </a:lnTo>
                  <a:lnTo>
                    <a:pt x="1415724" y="1796430"/>
                  </a:lnTo>
                  <a:lnTo>
                    <a:pt x="1420496" y="1801949"/>
                  </a:lnTo>
                  <a:lnTo>
                    <a:pt x="1422851" y="1808854"/>
                  </a:lnTo>
                  <a:lnTo>
                    <a:pt x="1422356" y="1816396"/>
                  </a:lnTo>
                  <a:close/>
                </a:path>
                <a:path w="7310754" h="7158355">
                  <a:moveTo>
                    <a:pt x="1524116" y="1448956"/>
                  </a:moveTo>
                  <a:lnTo>
                    <a:pt x="1520360" y="1456465"/>
                  </a:lnTo>
                  <a:lnTo>
                    <a:pt x="1514228" y="1461767"/>
                  </a:lnTo>
                  <a:lnTo>
                    <a:pt x="1506555" y="1464383"/>
                  </a:lnTo>
                  <a:lnTo>
                    <a:pt x="1498178" y="1463834"/>
                  </a:lnTo>
                  <a:lnTo>
                    <a:pt x="1490669" y="1460078"/>
                  </a:lnTo>
                  <a:lnTo>
                    <a:pt x="1485367" y="1453946"/>
                  </a:lnTo>
                  <a:lnTo>
                    <a:pt x="1482751" y="1446273"/>
                  </a:lnTo>
                  <a:lnTo>
                    <a:pt x="1483300" y="1437895"/>
                  </a:lnTo>
                  <a:lnTo>
                    <a:pt x="1487056" y="1430387"/>
                  </a:lnTo>
                  <a:lnTo>
                    <a:pt x="1493188" y="1425085"/>
                  </a:lnTo>
                  <a:lnTo>
                    <a:pt x="1500860" y="1422469"/>
                  </a:lnTo>
                  <a:lnTo>
                    <a:pt x="1509238" y="1423018"/>
                  </a:lnTo>
                  <a:lnTo>
                    <a:pt x="1516747" y="1426774"/>
                  </a:lnTo>
                  <a:lnTo>
                    <a:pt x="1522049" y="1432906"/>
                  </a:lnTo>
                  <a:lnTo>
                    <a:pt x="1524665" y="1440578"/>
                  </a:lnTo>
                  <a:lnTo>
                    <a:pt x="1524116" y="1448956"/>
                  </a:lnTo>
                  <a:close/>
                </a:path>
                <a:path w="7310754" h="7158355">
                  <a:moveTo>
                    <a:pt x="1623837" y="1080964"/>
                  </a:moveTo>
                  <a:lnTo>
                    <a:pt x="1620080" y="1088472"/>
                  </a:lnTo>
                  <a:lnTo>
                    <a:pt x="1613948" y="1093774"/>
                  </a:lnTo>
                  <a:lnTo>
                    <a:pt x="1606276" y="1096390"/>
                  </a:lnTo>
                  <a:lnTo>
                    <a:pt x="1597898" y="1095842"/>
                  </a:lnTo>
                  <a:lnTo>
                    <a:pt x="1590390" y="1092085"/>
                  </a:lnTo>
                  <a:lnTo>
                    <a:pt x="1585088" y="1085953"/>
                  </a:lnTo>
                  <a:lnTo>
                    <a:pt x="1582472" y="1078281"/>
                  </a:lnTo>
                  <a:lnTo>
                    <a:pt x="1583020" y="1069903"/>
                  </a:lnTo>
                  <a:lnTo>
                    <a:pt x="1586777" y="1062395"/>
                  </a:lnTo>
                  <a:lnTo>
                    <a:pt x="1592909" y="1057093"/>
                  </a:lnTo>
                  <a:lnTo>
                    <a:pt x="1600581" y="1054477"/>
                  </a:lnTo>
                  <a:lnTo>
                    <a:pt x="1608959" y="1055025"/>
                  </a:lnTo>
                  <a:lnTo>
                    <a:pt x="1616467" y="1058782"/>
                  </a:lnTo>
                  <a:lnTo>
                    <a:pt x="1621769" y="1064914"/>
                  </a:lnTo>
                  <a:lnTo>
                    <a:pt x="1624385" y="1072586"/>
                  </a:lnTo>
                  <a:lnTo>
                    <a:pt x="1623837" y="1080964"/>
                  </a:lnTo>
                  <a:close/>
                </a:path>
                <a:path w="7310754" h="7158355">
                  <a:moveTo>
                    <a:pt x="1714874" y="704584"/>
                  </a:moveTo>
                  <a:lnTo>
                    <a:pt x="1711827" y="715828"/>
                  </a:lnTo>
                  <a:lnTo>
                    <a:pt x="1706011" y="719189"/>
                  </a:lnTo>
                  <a:lnTo>
                    <a:pt x="1694736" y="716134"/>
                  </a:lnTo>
                  <a:lnTo>
                    <a:pt x="1691414" y="710296"/>
                  </a:lnTo>
                  <a:lnTo>
                    <a:pt x="1694461" y="699052"/>
                  </a:lnTo>
                  <a:lnTo>
                    <a:pt x="1700276" y="695690"/>
                  </a:lnTo>
                  <a:lnTo>
                    <a:pt x="1711551" y="698745"/>
                  </a:lnTo>
                  <a:lnTo>
                    <a:pt x="1714874" y="704584"/>
                  </a:lnTo>
                  <a:close/>
                </a:path>
                <a:path w="7310754" h="7158355">
                  <a:moveTo>
                    <a:pt x="1789573" y="1906832"/>
                  </a:moveTo>
                  <a:lnTo>
                    <a:pt x="1784991" y="1923739"/>
                  </a:lnTo>
                  <a:lnTo>
                    <a:pt x="1776280" y="1928735"/>
                  </a:lnTo>
                  <a:lnTo>
                    <a:pt x="1759373" y="1924154"/>
                  </a:lnTo>
                  <a:lnTo>
                    <a:pt x="1754376" y="1915443"/>
                  </a:lnTo>
                  <a:lnTo>
                    <a:pt x="1758958" y="1898535"/>
                  </a:lnTo>
                  <a:lnTo>
                    <a:pt x="1767669" y="1893539"/>
                  </a:lnTo>
                  <a:lnTo>
                    <a:pt x="1784576" y="1898121"/>
                  </a:lnTo>
                  <a:lnTo>
                    <a:pt x="1789573" y="1906832"/>
                  </a:lnTo>
                  <a:close/>
                </a:path>
                <a:path w="7310754" h="7158355">
                  <a:moveTo>
                    <a:pt x="1897209" y="1550059"/>
                  </a:moveTo>
                  <a:lnTo>
                    <a:pt x="1892514" y="1559444"/>
                  </a:lnTo>
                  <a:lnTo>
                    <a:pt x="1884849" y="1566071"/>
                  </a:lnTo>
                  <a:lnTo>
                    <a:pt x="1875259" y="1569341"/>
                  </a:lnTo>
                  <a:lnTo>
                    <a:pt x="1864788" y="1568655"/>
                  </a:lnTo>
                  <a:lnTo>
                    <a:pt x="1855403" y="1563960"/>
                  </a:lnTo>
                  <a:lnTo>
                    <a:pt x="1848776" y="1556295"/>
                  </a:lnTo>
                  <a:lnTo>
                    <a:pt x="1845506" y="1546705"/>
                  </a:lnTo>
                  <a:lnTo>
                    <a:pt x="1846191" y="1536234"/>
                  </a:lnTo>
                  <a:lnTo>
                    <a:pt x="1850887" y="1526849"/>
                  </a:lnTo>
                  <a:lnTo>
                    <a:pt x="1858551" y="1520222"/>
                  </a:lnTo>
                  <a:lnTo>
                    <a:pt x="1868141" y="1516952"/>
                  </a:lnTo>
                  <a:lnTo>
                    <a:pt x="1878613" y="1517637"/>
                  </a:lnTo>
                  <a:lnTo>
                    <a:pt x="1887998" y="1522332"/>
                  </a:lnTo>
                  <a:lnTo>
                    <a:pt x="1894625" y="1529995"/>
                  </a:lnTo>
                  <a:lnTo>
                    <a:pt x="1897895" y="1539585"/>
                  </a:lnTo>
                  <a:lnTo>
                    <a:pt x="1897209" y="1550059"/>
                  </a:lnTo>
                  <a:close/>
                </a:path>
                <a:path w="7310754" h="7158355">
                  <a:moveTo>
                    <a:pt x="1997952" y="1182343"/>
                  </a:moveTo>
                  <a:lnTo>
                    <a:pt x="1993069" y="1192106"/>
                  </a:lnTo>
                  <a:lnTo>
                    <a:pt x="1985097" y="1198998"/>
                  </a:lnTo>
                  <a:lnTo>
                    <a:pt x="1975123" y="1202399"/>
                  </a:lnTo>
                  <a:lnTo>
                    <a:pt x="1964231" y="1201685"/>
                  </a:lnTo>
                  <a:lnTo>
                    <a:pt x="1954469" y="1196802"/>
                  </a:lnTo>
                  <a:lnTo>
                    <a:pt x="1947576" y="1188831"/>
                  </a:lnTo>
                  <a:lnTo>
                    <a:pt x="1944176" y="1178857"/>
                  </a:lnTo>
                  <a:lnTo>
                    <a:pt x="1944890" y="1167964"/>
                  </a:lnTo>
                  <a:lnTo>
                    <a:pt x="1949773" y="1158202"/>
                  </a:lnTo>
                  <a:lnTo>
                    <a:pt x="1957744" y="1151310"/>
                  </a:lnTo>
                  <a:lnTo>
                    <a:pt x="1967718" y="1147909"/>
                  </a:lnTo>
                  <a:lnTo>
                    <a:pt x="1978610" y="1148623"/>
                  </a:lnTo>
                  <a:lnTo>
                    <a:pt x="1988373" y="1153506"/>
                  </a:lnTo>
                  <a:lnTo>
                    <a:pt x="1995265" y="1161477"/>
                  </a:lnTo>
                  <a:lnTo>
                    <a:pt x="1998666" y="1171451"/>
                  </a:lnTo>
                  <a:lnTo>
                    <a:pt x="1997952" y="1182343"/>
                  </a:lnTo>
                  <a:close/>
                </a:path>
                <a:path w="7310754" h="7158355">
                  <a:moveTo>
                    <a:pt x="2097673" y="814351"/>
                  </a:moveTo>
                  <a:lnTo>
                    <a:pt x="2092788" y="824119"/>
                  </a:lnTo>
                  <a:lnTo>
                    <a:pt x="2084817" y="831009"/>
                  </a:lnTo>
                  <a:lnTo>
                    <a:pt x="2074845" y="834404"/>
                  </a:lnTo>
                  <a:lnTo>
                    <a:pt x="2063953" y="833688"/>
                  </a:lnTo>
                  <a:lnTo>
                    <a:pt x="2054190" y="828807"/>
                  </a:lnTo>
                  <a:lnTo>
                    <a:pt x="2047296" y="820841"/>
                  </a:lnTo>
                  <a:lnTo>
                    <a:pt x="2043895" y="810870"/>
                  </a:lnTo>
                  <a:lnTo>
                    <a:pt x="2044610" y="799972"/>
                  </a:lnTo>
                  <a:lnTo>
                    <a:pt x="2049495" y="790204"/>
                  </a:lnTo>
                  <a:lnTo>
                    <a:pt x="2057465" y="783314"/>
                  </a:lnTo>
                  <a:lnTo>
                    <a:pt x="2067438" y="779919"/>
                  </a:lnTo>
                  <a:lnTo>
                    <a:pt x="2078329" y="780635"/>
                  </a:lnTo>
                  <a:lnTo>
                    <a:pt x="2088093" y="785516"/>
                  </a:lnTo>
                  <a:lnTo>
                    <a:pt x="2094987" y="793482"/>
                  </a:lnTo>
                  <a:lnTo>
                    <a:pt x="2098388" y="803453"/>
                  </a:lnTo>
                  <a:lnTo>
                    <a:pt x="2097673" y="814351"/>
                  </a:lnTo>
                  <a:close/>
                </a:path>
                <a:path w="7310754" h="7158355">
                  <a:moveTo>
                    <a:pt x="2182592" y="436313"/>
                  </a:moveTo>
                  <a:lnTo>
                    <a:pt x="2179545" y="447557"/>
                  </a:lnTo>
                  <a:lnTo>
                    <a:pt x="2173729" y="450919"/>
                  </a:lnTo>
                  <a:lnTo>
                    <a:pt x="2162454" y="447864"/>
                  </a:lnTo>
                  <a:lnTo>
                    <a:pt x="2159132" y="442025"/>
                  </a:lnTo>
                  <a:lnTo>
                    <a:pt x="2162179" y="430781"/>
                  </a:lnTo>
                  <a:lnTo>
                    <a:pt x="2167994" y="427420"/>
                  </a:lnTo>
                  <a:lnTo>
                    <a:pt x="2179269" y="430475"/>
                  </a:lnTo>
                  <a:lnTo>
                    <a:pt x="2182592" y="436313"/>
                  </a:lnTo>
                  <a:close/>
                </a:path>
                <a:path w="7310754" h="7158355">
                  <a:moveTo>
                    <a:pt x="2142323" y="2010284"/>
                  </a:moveTo>
                  <a:lnTo>
                    <a:pt x="2141712" y="2012538"/>
                  </a:lnTo>
                  <a:lnTo>
                    <a:pt x="2140549" y="2013205"/>
                  </a:lnTo>
                  <a:lnTo>
                    <a:pt x="2138300" y="2012595"/>
                  </a:lnTo>
                  <a:lnTo>
                    <a:pt x="2137633" y="2011432"/>
                  </a:lnTo>
                  <a:lnTo>
                    <a:pt x="2138243" y="2009184"/>
                  </a:lnTo>
                  <a:lnTo>
                    <a:pt x="2139405" y="2008517"/>
                  </a:lnTo>
                  <a:lnTo>
                    <a:pt x="2141654" y="2009126"/>
                  </a:lnTo>
                  <a:lnTo>
                    <a:pt x="2142323" y="2010284"/>
                  </a:lnTo>
                  <a:close/>
                </a:path>
                <a:path w="7310754" h="7158355">
                  <a:moveTo>
                    <a:pt x="2268268" y="1650610"/>
                  </a:moveTo>
                  <a:lnTo>
                    <a:pt x="2263009" y="1661122"/>
                  </a:lnTo>
                  <a:lnTo>
                    <a:pt x="2254425" y="1668545"/>
                  </a:lnTo>
                  <a:lnTo>
                    <a:pt x="2243684" y="1672207"/>
                  </a:lnTo>
                  <a:lnTo>
                    <a:pt x="2231956" y="1671439"/>
                  </a:lnTo>
                  <a:lnTo>
                    <a:pt x="2221444" y="1666180"/>
                  </a:lnTo>
                  <a:lnTo>
                    <a:pt x="2214021" y="1657596"/>
                  </a:lnTo>
                  <a:lnTo>
                    <a:pt x="2210359" y="1646855"/>
                  </a:lnTo>
                  <a:lnTo>
                    <a:pt x="2211127" y="1635126"/>
                  </a:lnTo>
                  <a:lnTo>
                    <a:pt x="2216386" y="1624614"/>
                  </a:lnTo>
                  <a:lnTo>
                    <a:pt x="2224970" y="1617192"/>
                  </a:lnTo>
                  <a:lnTo>
                    <a:pt x="2235711" y="1613530"/>
                  </a:lnTo>
                  <a:lnTo>
                    <a:pt x="2247440" y="1614298"/>
                  </a:lnTo>
                  <a:lnTo>
                    <a:pt x="2257952" y="1619557"/>
                  </a:lnTo>
                  <a:lnTo>
                    <a:pt x="2265374" y="1628141"/>
                  </a:lnTo>
                  <a:lnTo>
                    <a:pt x="2269036" y="1638882"/>
                  </a:lnTo>
                  <a:lnTo>
                    <a:pt x="2268268" y="1650610"/>
                  </a:lnTo>
                  <a:close/>
                </a:path>
                <a:path w="7310754" h="7158355">
                  <a:moveTo>
                    <a:pt x="2372072" y="1283725"/>
                  </a:moveTo>
                  <a:lnTo>
                    <a:pt x="2366062" y="1295741"/>
                  </a:lnTo>
                  <a:lnTo>
                    <a:pt x="2356252" y="1304224"/>
                  </a:lnTo>
                  <a:lnTo>
                    <a:pt x="2343976" y="1308409"/>
                  </a:lnTo>
                  <a:lnTo>
                    <a:pt x="2330569" y="1307530"/>
                  </a:lnTo>
                  <a:lnTo>
                    <a:pt x="2318553" y="1301520"/>
                  </a:lnTo>
                  <a:lnTo>
                    <a:pt x="2310070" y="1291710"/>
                  </a:lnTo>
                  <a:lnTo>
                    <a:pt x="2305885" y="1279434"/>
                  </a:lnTo>
                  <a:lnTo>
                    <a:pt x="2306764" y="1266027"/>
                  </a:lnTo>
                  <a:lnTo>
                    <a:pt x="2312774" y="1254011"/>
                  </a:lnTo>
                  <a:lnTo>
                    <a:pt x="2322585" y="1245528"/>
                  </a:lnTo>
                  <a:lnTo>
                    <a:pt x="2334860" y="1241343"/>
                  </a:lnTo>
                  <a:lnTo>
                    <a:pt x="2348267" y="1242222"/>
                  </a:lnTo>
                  <a:lnTo>
                    <a:pt x="2360283" y="1248232"/>
                  </a:lnTo>
                  <a:lnTo>
                    <a:pt x="2368766" y="1258042"/>
                  </a:lnTo>
                  <a:lnTo>
                    <a:pt x="2372951" y="1270318"/>
                  </a:lnTo>
                  <a:lnTo>
                    <a:pt x="2372072" y="1283725"/>
                  </a:lnTo>
                  <a:close/>
                </a:path>
                <a:path w="7310754" h="7158355">
                  <a:moveTo>
                    <a:pt x="2471793" y="915732"/>
                  </a:moveTo>
                  <a:lnTo>
                    <a:pt x="2465782" y="927751"/>
                  </a:lnTo>
                  <a:lnTo>
                    <a:pt x="2455971" y="936236"/>
                  </a:lnTo>
                  <a:lnTo>
                    <a:pt x="2443695" y="940422"/>
                  </a:lnTo>
                  <a:lnTo>
                    <a:pt x="2430289" y="939543"/>
                  </a:lnTo>
                  <a:lnTo>
                    <a:pt x="2418272" y="933532"/>
                  </a:lnTo>
                  <a:lnTo>
                    <a:pt x="2409789" y="923722"/>
                  </a:lnTo>
                  <a:lnTo>
                    <a:pt x="2405605" y="911444"/>
                  </a:lnTo>
                  <a:lnTo>
                    <a:pt x="2406485" y="898035"/>
                  </a:lnTo>
                  <a:lnTo>
                    <a:pt x="2412496" y="886016"/>
                  </a:lnTo>
                  <a:lnTo>
                    <a:pt x="2422306" y="877531"/>
                  </a:lnTo>
                  <a:lnTo>
                    <a:pt x="2434582" y="873346"/>
                  </a:lnTo>
                  <a:lnTo>
                    <a:pt x="2447989" y="874224"/>
                  </a:lnTo>
                  <a:lnTo>
                    <a:pt x="2460005" y="880235"/>
                  </a:lnTo>
                  <a:lnTo>
                    <a:pt x="2468488" y="890046"/>
                  </a:lnTo>
                  <a:lnTo>
                    <a:pt x="2472673" y="902323"/>
                  </a:lnTo>
                  <a:lnTo>
                    <a:pt x="2471793" y="915732"/>
                  </a:lnTo>
                  <a:close/>
                </a:path>
                <a:path w="7310754" h="7158355">
                  <a:moveTo>
                    <a:pt x="2569474" y="547187"/>
                  </a:moveTo>
                  <a:lnTo>
                    <a:pt x="2563838" y="558456"/>
                  </a:lnTo>
                  <a:lnTo>
                    <a:pt x="2554640" y="566409"/>
                  </a:lnTo>
                  <a:lnTo>
                    <a:pt x="2543131" y="570331"/>
                  </a:lnTo>
                  <a:lnTo>
                    <a:pt x="2530563" y="569506"/>
                  </a:lnTo>
                  <a:lnTo>
                    <a:pt x="2519298" y="563872"/>
                  </a:lnTo>
                  <a:lnTo>
                    <a:pt x="2511344" y="554676"/>
                  </a:lnTo>
                  <a:lnTo>
                    <a:pt x="2507420" y="543168"/>
                  </a:lnTo>
                  <a:lnTo>
                    <a:pt x="2508244" y="530595"/>
                  </a:lnTo>
                  <a:lnTo>
                    <a:pt x="2513881" y="519326"/>
                  </a:lnTo>
                  <a:lnTo>
                    <a:pt x="2523079" y="511374"/>
                  </a:lnTo>
                  <a:lnTo>
                    <a:pt x="2534588" y="507452"/>
                  </a:lnTo>
                  <a:lnTo>
                    <a:pt x="2547155" y="508276"/>
                  </a:lnTo>
                  <a:lnTo>
                    <a:pt x="2558420" y="513910"/>
                  </a:lnTo>
                  <a:lnTo>
                    <a:pt x="2566374" y="523106"/>
                  </a:lnTo>
                  <a:lnTo>
                    <a:pt x="2570298" y="534615"/>
                  </a:lnTo>
                  <a:lnTo>
                    <a:pt x="2569474" y="547187"/>
                  </a:lnTo>
                  <a:close/>
                </a:path>
                <a:path w="7310754" h="7158355">
                  <a:moveTo>
                    <a:pt x="2643273" y="169757"/>
                  </a:moveTo>
                  <a:lnTo>
                    <a:pt x="2642054" y="174255"/>
                  </a:lnTo>
                  <a:lnTo>
                    <a:pt x="2639726" y="175599"/>
                  </a:lnTo>
                  <a:lnTo>
                    <a:pt x="2635218" y="174377"/>
                  </a:lnTo>
                  <a:lnTo>
                    <a:pt x="2633887" y="172041"/>
                  </a:lnTo>
                  <a:lnTo>
                    <a:pt x="2635105" y="167544"/>
                  </a:lnTo>
                  <a:lnTo>
                    <a:pt x="2637434" y="166199"/>
                  </a:lnTo>
                  <a:lnTo>
                    <a:pt x="2641942" y="167421"/>
                  </a:lnTo>
                  <a:lnTo>
                    <a:pt x="2643273" y="169757"/>
                  </a:lnTo>
                  <a:close/>
                </a:path>
                <a:path w="7310754" h="7158355">
                  <a:moveTo>
                    <a:pt x="2628098" y="1748119"/>
                  </a:moveTo>
                  <a:lnTo>
                    <a:pt x="2624342" y="1755628"/>
                  </a:lnTo>
                  <a:lnTo>
                    <a:pt x="2618210" y="1760929"/>
                  </a:lnTo>
                  <a:lnTo>
                    <a:pt x="2610538" y="1763546"/>
                  </a:lnTo>
                  <a:lnTo>
                    <a:pt x="2602160" y="1762997"/>
                  </a:lnTo>
                  <a:lnTo>
                    <a:pt x="2594651" y="1759241"/>
                  </a:lnTo>
                  <a:lnTo>
                    <a:pt x="2589349" y="1753109"/>
                  </a:lnTo>
                  <a:lnTo>
                    <a:pt x="2586733" y="1745436"/>
                  </a:lnTo>
                  <a:lnTo>
                    <a:pt x="2587282" y="1737058"/>
                  </a:lnTo>
                  <a:lnTo>
                    <a:pt x="2591038" y="1729550"/>
                  </a:lnTo>
                  <a:lnTo>
                    <a:pt x="2597170" y="1724248"/>
                  </a:lnTo>
                  <a:lnTo>
                    <a:pt x="2604843" y="1721632"/>
                  </a:lnTo>
                  <a:lnTo>
                    <a:pt x="2613220" y="1722180"/>
                  </a:lnTo>
                  <a:lnTo>
                    <a:pt x="2620729" y="1725937"/>
                  </a:lnTo>
                  <a:lnTo>
                    <a:pt x="2626031" y="1732069"/>
                  </a:lnTo>
                  <a:lnTo>
                    <a:pt x="2628647" y="1739741"/>
                  </a:lnTo>
                  <a:lnTo>
                    <a:pt x="2628098" y="1748119"/>
                  </a:lnTo>
                  <a:close/>
                </a:path>
                <a:path w="7310754" h="7158355">
                  <a:moveTo>
                    <a:pt x="2746188" y="1385104"/>
                  </a:moveTo>
                  <a:lnTo>
                    <a:pt x="2739050" y="1399372"/>
                  </a:lnTo>
                  <a:lnTo>
                    <a:pt x="2727400" y="1409446"/>
                  </a:lnTo>
                  <a:lnTo>
                    <a:pt x="2712822" y="1414416"/>
                  </a:lnTo>
                  <a:lnTo>
                    <a:pt x="2696903" y="1413374"/>
                  </a:lnTo>
                  <a:lnTo>
                    <a:pt x="2682635" y="1406236"/>
                  </a:lnTo>
                  <a:lnTo>
                    <a:pt x="2672561" y="1394585"/>
                  </a:lnTo>
                  <a:lnTo>
                    <a:pt x="2667591" y="1380007"/>
                  </a:lnTo>
                  <a:lnTo>
                    <a:pt x="2668633" y="1364088"/>
                  </a:lnTo>
                  <a:lnTo>
                    <a:pt x="2675771" y="1349821"/>
                  </a:lnTo>
                  <a:lnTo>
                    <a:pt x="2687422" y="1339747"/>
                  </a:lnTo>
                  <a:lnTo>
                    <a:pt x="2701999" y="1334776"/>
                  </a:lnTo>
                  <a:lnTo>
                    <a:pt x="2717919" y="1335819"/>
                  </a:lnTo>
                  <a:lnTo>
                    <a:pt x="2732186" y="1342957"/>
                  </a:lnTo>
                  <a:lnTo>
                    <a:pt x="2742260" y="1354607"/>
                  </a:lnTo>
                  <a:lnTo>
                    <a:pt x="2747230" y="1369185"/>
                  </a:lnTo>
                  <a:lnTo>
                    <a:pt x="2746188" y="1385104"/>
                  </a:lnTo>
                  <a:close/>
                </a:path>
                <a:path w="7310754" h="7158355">
                  <a:moveTo>
                    <a:pt x="2846931" y="1017389"/>
                  </a:moveTo>
                  <a:lnTo>
                    <a:pt x="2839605" y="1032034"/>
                  </a:lnTo>
                  <a:lnTo>
                    <a:pt x="2827647" y="1042379"/>
                  </a:lnTo>
                  <a:lnTo>
                    <a:pt x="2812685" y="1047487"/>
                  </a:lnTo>
                  <a:lnTo>
                    <a:pt x="2796347" y="1046420"/>
                  </a:lnTo>
                  <a:lnTo>
                    <a:pt x="2781706" y="1039092"/>
                  </a:lnTo>
                  <a:lnTo>
                    <a:pt x="2771370" y="1027129"/>
                  </a:lnTo>
                  <a:lnTo>
                    <a:pt x="2766271" y="1012162"/>
                  </a:lnTo>
                  <a:lnTo>
                    <a:pt x="2767342" y="995822"/>
                  </a:lnTo>
                  <a:lnTo>
                    <a:pt x="2774667" y="981176"/>
                  </a:lnTo>
                  <a:lnTo>
                    <a:pt x="2786626" y="970831"/>
                  </a:lnTo>
                  <a:lnTo>
                    <a:pt x="2801588" y="965724"/>
                  </a:lnTo>
                  <a:lnTo>
                    <a:pt x="2817925" y="966791"/>
                  </a:lnTo>
                  <a:lnTo>
                    <a:pt x="2832567" y="974119"/>
                  </a:lnTo>
                  <a:lnTo>
                    <a:pt x="2842903" y="986082"/>
                  </a:lnTo>
                  <a:lnTo>
                    <a:pt x="2848002" y="1001049"/>
                  </a:lnTo>
                  <a:lnTo>
                    <a:pt x="2846931" y="1017389"/>
                  </a:lnTo>
                  <a:close/>
                </a:path>
                <a:path w="7310754" h="7158355">
                  <a:moveTo>
                    <a:pt x="2945629" y="649120"/>
                  </a:moveTo>
                  <a:lnTo>
                    <a:pt x="2938491" y="663390"/>
                  </a:lnTo>
                  <a:lnTo>
                    <a:pt x="2926839" y="673469"/>
                  </a:lnTo>
                  <a:lnTo>
                    <a:pt x="2912259" y="678444"/>
                  </a:lnTo>
                  <a:lnTo>
                    <a:pt x="2896339" y="677404"/>
                  </a:lnTo>
                  <a:lnTo>
                    <a:pt x="2882072" y="670264"/>
                  </a:lnTo>
                  <a:lnTo>
                    <a:pt x="2872000" y="658608"/>
                  </a:lnTo>
                  <a:lnTo>
                    <a:pt x="2867031" y="644025"/>
                  </a:lnTo>
                  <a:lnTo>
                    <a:pt x="2868074" y="628104"/>
                  </a:lnTo>
                  <a:lnTo>
                    <a:pt x="2875213" y="613834"/>
                  </a:lnTo>
                  <a:lnTo>
                    <a:pt x="2886865" y="603755"/>
                  </a:lnTo>
                  <a:lnTo>
                    <a:pt x="2901444" y="598779"/>
                  </a:lnTo>
                  <a:lnTo>
                    <a:pt x="2917364" y="599819"/>
                  </a:lnTo>
                  <a:lnTo>
                    <a:pt x="2931631" y="606959"/>
                  </a:lnTo>
                  <a:lnTo>
                    <a:pt x="2941703" y="618615"/>
                  </a:lnTo>
                  <a:lnTo>
                    <a:pt x="2946672" y="633198"/>
                  </a:lnTo>
                  <a:lnTo>
                    <a:pt x="2945629" y="649120"/>
                  </a:lnTo>
                  <a:close/>
                </a:path>
                <a:path w="7310754" h="7158355">
                  <a:moveTo>
                    <a:pt x="3029025" y="276704"/>
                  </a:moveTo>
                  <a:lnTo>
                    <a:pt x="3024896" y="284949"/>
                  </a:lnTo>
                  <a:lnTo>
                    <a:pt x="3018152" y="290779"/>
                  </a:lnTo>
                  <a:lnTo>
                    <a:pt x="3009712" y="293659"/>
                  </a:lnTo>
                  <a:lnTo>
                    <a:pt x="3000497" y="293058"/>
                  </a:lnTo>
                  <a:lnTo>
                    <a:pt x="2992240" y="288924"/>
                  </a:lnTo>
                  <a:lnTo>
                    <a:pt x="2986409" y="282177"/>
                  </a:lnTo>
                  <a:lnTo>
                    <a:pt x="2983530" y="273740"/>
                  </a:lnTo>
                  <a:lnTo>
                    <a:pt x="2984130" y="264538"/>
                  </a:lnTo>
                  <a:lnTo>
                    <a:pt x="2988264" y="256271"/>
                  </a:lnTo>
                  <a:lnTo>
                    <a:pt x="2995008" y="250444"/>
                  </a:lnTo>
                  <a:lnTo>
                    <a:pt x="3003444" y="247575"/>
                  </a:lnTo>
                  <a:lnTo>
                    <a:pt x="3012657" y="248183"/>
                  </a:lnTo>
                  <a:lnTo>
                    <a:pt x="3020917" y="252310"/>
                  </a:lnTo>
                  <a:lnTo>
                    <a:pt x="3026751" y="259046"/>
                  </a:lnTo>
                  <a:lnTo>
                    <a:pt x="3029630" y="267480"/>
                  </a:lnTo>
                  <a:lnTo>
                    <a:pt x="3029025" y="276704"/>
                  </a:lnTo>
                  <a:close/>
                </a:path>
                <a:path w="7310754" h="7158355">
                  <a:moveTo>
                    <a:pt x="2987417" y="1839438"/>
                  </a:moveTo>
                  <a:lnTo>
                    <a:pt x="2984362" y="1850713"/>
                  </a:lnTo>
                  <a:lnTo>
                    <a:pt x="2978554" y="1854043"/>
                  </a:lnTo>
                  <a:lnTo>
                    <a:pt x="2967279" y="1850988"/>
                  </a:lnTo>
                  <a:lnTo>
                    <a:pt x="2963948" y="1845181"/>
                  </a:lnTo>
                  <a:lnTo>
                    <a:pt x="2967003" y="1833906"/>
                  </a:lnTo>
                  <a:lnTo>
                    <a:pt x="2972811" y="1830575"/>
                  </a:lnTo>
                  <a:lnTo>
                    <a:pt x="2984086" y="1833630"/>
                  </a:lnTo>
                  <a:lnTo>
                    <a:pt x="2987417" y="1839438"/>
                  </a:lnTo>
                  <a:close/>
                </a:path>
                <a:path w="7310754" h="7158355">
                  <a:moveTo>
                    <a:pt x="3121325" y="1486761"/>
                  </a:moveTo>
                  <a:lnTo>
                    <a:pt x="3112874" y="1503657"/>
                  </a:lnTo>
                  <a:lnTo>
                    <a:pt x="3099078" y="1515586"/>
                  </a:lnTo>
                  <a:lnTo>
                    <a:pt x="3081817" y="1521471"/>
                  </a:lnTo>
                  <a:lnTo>
                    <a:pt x="3062965" y="1520235"/>
                  </a:lnTo>
                  <a:lnTo>
                    <a:pt x="3046069" y="1511784"/>
                  </a:lnTo>
                  <a:lnTo>
                    <a:pt x="3034140" y="1497989"/>
                  </a:lnTo>
                  <a:lnTo>
                    <a:pt x="3028255" y="1480727"/>
                  </a:lnTo>
                  <a:lnTo>
                    <a:pt x="3029491" y="1461875"/>
                  </a:lnTo>
                  <a:lnTo>
                    <a:pt x="3037942" y="1444979"/>
                  </a:lnTo>
                  <a:lnTo>
                    <a:pt x="3051738" y="1433051"/>
                  </a:lnTo>
                  <a:lnTo>
                    <a:pt x="3068999" y="1427166"/>
                  </a:lnTo>
                  <a:lnTo>
                    <a:pt x="3087851" y="1428401"/>
                  </a:lnTo>
                  <a:lnTo>
                    <a:pt x="3104747" y="1436853"/>
                  </a:lnTo>
                  <a:lnTo>
                    <a:pt x="3116676" y="1450648"/>
                  </a:lnTo>
                  <a:lnTo>
                    <a:pt x="3122561" y="1467910"/>
                  </a:lnTo>
                  <a:lnTo>
                    <a:pt x="3121325" y="1486761"/>
                  </a:lnTo>
                  <a:close/>
                </a:path>
                <a:path w="7310754" h="7158355">
                  <a:moveTo>
                    <a:pt x="3222068" y="1119046"/>
                  </a:moveTo>
                  <a:lnTo>
                    <a:pt x="3213429" y="1136312"/>
                  </a:lnTo>
                  <a:lnTo>
                    <a:pt x="3199326" y="1148507"/>
                  </a:lnTo>
                  <a:lnTo>
                    <a:pt x="3181679" y="1154526"/>
                  </a:lnTo>
                  <a:lnTo>
                    <a:pt x="3162409" y="1153265"/>
                  </a:lnTo>
                  <a:lnTo>
                    <a:pt x="3145138" y="1144624"/>
                  </a:lnTo>
                  <a:lnTo>
                    <a:pt x="3132945" y="1130519"/>
                  </a:lnTo>
                  <a:lnTo>
                    <a:pt x="3126928" y="1112872"/>
                  </a:lnTo>
                  <a:lnTo>
                    <a:pt x="3128189" y="1093606"/>
                  </a:lnTo>
                  <a:lnTo>
                    <a:pt x="3136827" y="1076343"/>
                  </a:lnTo>
                  <a:lnTo>
                    <a:pt x="3150928" y="1064155"/>
                  </a:lnTo>
                  <a:lnTo>
                    <a:pt x="3168573" y="1058143"/>
                  </a:lnTo>
                  <a:lnTo>
                    <a:pt x="3187843" y="1059407"/>
                  </a:lnTo>
                  <a:lnTo>
                    <a:pt x="3205114" y="1068045"/>
                  </a:lnTo>
                  <a:lnTo>
                    <a:pt x="3217310" y="1082143"/>
                  </a:lnTo>
                  <a:lnTo>
                    <a:pt x="3223328" y="1099783"/>
                  </a:lnTo>
                  <a:lnTo>
                    <a:pt x="3222068" y="1119046"/>
                  </a:lnTo>
                  <a:close/>
                </a:path>
                <a:path w="7310754" h="7158355">
                  <a:moveTo>
                    <a:pt x="3320766" y="750776"/>
                  </a:moveTo>
                  <a:lnTo>
                    <a:pt x="3312317" y="767665"/>
                  </a:lnTo>
                  <a:lnTo>
                    <a:pt x="3298523" y="779587"/>
                  </a:lnTo>
                  <a:lnTo>
                    <a:pt x="3281263" y="785467"/>
                  </a:lnTo>
                  <a:lnTo>
                    <a:pt x="3262412" y="784230"/>
                  </a:lnTo>
                  <a:lnTo>
                    <a:pt x="3245515" y="775780"/>
                  </a:lnTo>
                  <a:lnTo>
                    <a:pt x="3233585" y="761990"/>
                  </a:lnTo>
                  <a:lnTo>
                    <a:pt x="3227698" y="744735"/>
                  </a:lnTo>
                  <a:lnTo>
                    <a:pt x="3228932" y="725891"/>
                  </a:lnTo>
                  <a:lnTo>
                    <a:pt x="3237381" y="709002"/>
                  </a:lnTo>
                  <a:lnTo>
                    <a:pt x="3251175" y="697080"/>
                  </a:lnTo>
                  <a:lnTo>
                    <a:pt x="3268435" y="691200"/>
                  </a:lnTo>
                  <a:lnTo>
                    <a:pt x="3287286" y="692437"/>
                  </a:lnTo>
                  <a:lnTo>
                    <a:pt x="3304183" y="700887"/>
                  </a:lnTo>
                  <a:lnTo>
                    <a:pt x="3316113" y="714677"/>
                  </a:lnTo>
                  <a:lnTo>
                    <a:pt x="3322000" y="731933"/>
                  </a:lnTo>
                  <a:lnTo>
                    <a:pt x="3320766" y="750776"/>
                  </a:lnTo>
                  <a:close/>
                </a:path>
                <a:path w="7310754" h="7158355">
                  <a:moveTo>
                    <a:pt x="3416403" y="381677"/>
                  </a:moveTo>
                  <a:lnTo>
                    <a:pt x="3408702" y="397073"/>
                  </a:lnTo>
                  <a:lnTo>
                    <a:pt x="3396130" y="407950"/>
                  </a:lnTo>
                  <a:lnTo>
                    <a:pt x="3380399" y="413320"/>
                  </a:lnTo>
                  <a:lnTo>
                    <a:pt x="3363221" y="412199"/>
                  </a:lnTo>
                  <a:lnTo>
                    <a:pt x="3347828" y="404494"/>
                  </a:lnTo>
                  <a:lnTo>
                    <a:pt x="3336961" y="391916"/>
                  </a:lnTo>
                  <a:lnTo>
                    <a:pt x="3331600" y="376180"/>
                  </a:lnTo>
                  <a:lnTo>
                    <a:pt x="3332726" y="359002"/>
                  </a:lnTo>
                  <a:lnTo>
                    <a:pt x="3340427" y="343606"/>
                  </a:lnTo>
                  <a:lnTo>
                    <a:pt x="3352999" y="332730"/>
                  </a:lnTo>
                  <a:lnTo>
                    <a:pt x="3368730" y="327359"/>
                  </a:lnTo>
                  <a:lnTo>
                    <a:pt x="3385908" y="328481"/>
                  </a:lnTo>
                  <a:lnTo>
                    <a:pt x="3401301" y="336186"/>
                  </a:lnTo>
                  <a:lnTo>
                    <a:pt x="3412168" y="348764"/>
                  </a:lnTo>
                  <a:lnTo>
                    <a:pt x="3417529" y="364500"/>
                  </a:lnTo>
                  <a:lnTo>
                    <a:pt x="3416403" y="381677"/>
                  </a:lnTo>
                  <a:close/>
                </a:path>
                <a:path w="7310754" h="7158355">
                  <a:moveTo>
                    <a:pt x="3476634" y="1777"/>
                  </a:moveTo>
                  <a:lnTo>
                    <a:pt x="3476025" y="4026"/>
                  </a:lnTo>
                  <a:lnTo>
                    <a:pt x="3474860" y="4698"/>
                  </a:lnTo>
                  <a:lnTo>
                    <a:pt x="3472612" y="4089"/>
                  </a:lnTo>
                  <a:lnTo>
                    <a:pt x="3471946" y="2920"/>
                  </a:lnTo>
                  <a:lnTo>
                    <a:pt x="3472555" y="672"/>
                  </a:lnTo>
                  <a:lnTo>
                    <a:pt x="3473720" y="0"/>
                  </a:lnTo>
                  <a:lnTo>
                    <a:pt x="3475969" y="609"/>
                  </a:lnTo>
                  <a:lnTo>
                    <a:pt x="3476634" y="1777"/>
                  </a:lnTo>
                  <a:close/>
                </a:path>
                <a:path w="7310754" h="7158355">
                  <a:moveTo>
                    <a:pt x="3349544" y="1940597"/>
                  </a:moveTo>
                  <a:lnTo>
                    <a:pt x="3348017" y="1946229"/>
                  </a:lnTo>
                  <a:lnTo>
                    <a:pt x="3345114" y="1947895"/>
                  </a:lnTo>
                  <a:lnTo>
                    <a:pt x="3339481" y="1946369"/>
                  </a:lnTo>
                  <a:lnTo>
                    <a:pt x="3337816" y="1943465"/>
                  </a:lnTo>
                  <a:lnTo>
                    <a:pt x="3339342" y="1937833"/>
                  </a:lnTo>
                  <a:lnTo>
                    <a:pt x="3342246" y="1936167"/>
                  </a:lnTo>
                  <a:lnTo>
                    <a:pt x="3347878" y="1937693"/>
                  </a:lnTo>
                  <a:lnTo>
                    <a:pt x="3349544" y="1940597"/>
                  </a:lnTo>
                  <a:close/>
                </a:path>
                <a:path w="7310754" h="7158355">
                  <a:moveTo>
                    <a:pt x="3495441" y="1588141"/>
                  </a:moveTo>
                  <a:lnTo>
                    <a:pt x="3485862" y="1607288"/>
                  </a:lnTo>
                  <a:lnTo>
                    <a:pt x="3470226" y="1620808"/>
                  </a:lnTo>
                  <a:lnTo>
                    <a:pt x="3450662" y="1627478"/>
                  </a:lnTo>
                  <a:lnTo>
                    <a:pt x="3429298" y="1626079"/>
                  </a:lnTo>
                  <a:lnTo>
                    <a:pt x="3410151" y="1616500"/>
                  </a:lnTo>
                  <a:lnTo>
                    <a:pt x="3396632" y="1600865"/>
                  </a:lnTo>
                  <a:lnTo>
                    <a:pt x="3389961" y="1581301"/>
                  </a:lnTo>
                  <a:lnTo>
                    <a:pt x="3391360" y="1559937"/>
                  </a:lnTo>
                  <a:lnTo>
                    <a:pt x="3400939" y="1540789"/>
                  </a:lnTo>
                  <a:lnTo>
                    <a:pt x="3416575" y="1527270"/>
                  </a:lnTo>
                  <a:lnTo>
                    <a:pt x="3436139" y="1520599"/>
                  </a:lnTo>
                  <a:lnTo>
                    <a:pt x="3457502" y="1521999"/>
                  </a:lnTo>
                  <a:lnTo>
                    <a:pt x="3476650" y="1531577"/>
                  </a:lnTo>
                  <a:lnTo>
                    <a:pt x="3490170" y="1547211"/>
                  </a:lnTo>
                  <a:lnTo>
                    <a:pt x="3496840" y="1566775"/>
                  </a:lnTo>
                  <a:lnTo>
                    <a:pt x="3495441" y="1588141"/>
                  </a:lnTo>
                  <a:close/>
                </a:path>
                <a:path w="7310754" h="7158355">
                  <a:moveTo>
                    <a:pt x="3598223" y="1220978"/>
                  </a:moveTo>
                  <a:lnTo>
                    <a:pt x="3588083" y="1241244"/>
                  </a:lnTo>
                  <a:lnTo>
                    <a:pt x="3571527" y="1255559"/>
                  </a:lnTo>
                  <a:lnTo>
                    <a:pt x="3550811" y="1262627"/>
                  </a:lnTo>
                  <a:lnTo>
                    <a:pt x="3528189" y="1261148"/>
                  </a:lnTo>
                  <a:lnTo>
                    <a:pt x="3507916" y="1251003"/>
                  </a:lnTo>
                  <a:lnTo>
                    <a:pt x="3493602" y="1234443"/>
                  </a:lnTo>
                  <a:lnTo>
                    <a:pt x="3486540" y="1213727"/>
                  </a:lnTo>
                  <a:lnTo>
                    <a:pt x="3488019" y="1191115"/>
                  </a:lnTo>
                  <a:lnTo>
                    <a:pt x="3498159" y="1170850"/>
                  </a:lnTo>
                  <a:lnTo>
                    <a:pt x="3514714" y="1156536"/>
                  </a:lnTo>
                  <a:lnTo>
                    <a:pt x="3535430" y="1149470"/>
                  </a:lnTo>
                  <a:lnTo>
                    <a:pt x="3558051" y="1150950"/>
                  </a:lnTo>
                  <a:lnTo>
                    <a:pt x="3578325" y="1161094"/>
                  </a:lnTo>
                  <a:lnTo>
                    <a:pt x="3592639" y="1177652"/>
                  </a:lnTo>
                  <a:lnTo>
                    <a:pt x="3599702" y="1198366"/>
                  </a:lnTo>
                  <a:lnTo>
                    <a:pt x="3598223" y="1220978"/>
                  </a:lnTo>
                  <a:close/>
                </a:path>
                <a:path w="7310754" h="7158355">
                  <a:moveTo>
                    <a:pt x="3696921" y="852709"/>
                  </a:moveTo>
                  <a:lnTo>
                    <a:pt x="3686969" y="872598"/>
                  </a:lnTo>
                  <a:lnTo>
                    <a:pt x="3670720" y="886646"/>
                  </a:lnTo>
                  <a:lnTo>
                    <a:pt x="3650387" y="893580"/>
                  </a:lnTo>
                  <a:lnTo>
                    <a:pt x="3628183" y="892127"/>
                  </a:lnTo>
                  <a:lnTo>
                    <a:pt x="3608283" y="882171"/>
                  </a:lnTo>
                  <a:lnTo>
                    <a:pt x="3594233" y="865920"/>
                  </a:lnTo>
                  <a:lnTo>
                    <a:pt x="3587300" y="845590"/>
                  </a:lnTo>
                  <a:lnTo>
                    <a:pt x="3588752" y="823396"/>
                  </a:lnTo>
                  <a:lnTo>
                    <a:pt x="3598704" y="803507"/>
                  </a:lnTo>
                  <a:lnTo>
                    <a:pt x="3614953" y="789459"/>
                  </a:lnTo>
                  <a:lnTo>
                    <a:pt x="3635286" y="782525"/>
                  </a:lnTo>
                  <a:lnTo>
                    <a:pt x="3657490" y="783978"/>
                  </a:lnTo>
                  <a:lnTo>
                    <a:pt x="3677389" y="793935"/>
                  </a:lnTo>
                  <a:lnTo>
                    <a:pt x="3691439" y="810186"/>
                  </a:lnTo>
                  <a:lnTo>
                    <a:pt x="3698372" y="830516"/>
                  </a:lnTo>
                  <a:lnTo>
                    <a:pt x="3696921" y="852709"/>
                  </a:lnTo>
                  <a:close/>
                </a:path>
                <a:path w="7310754" h="7158355">
                  <a:moveTo>
                    <a:pt x="3794602" y="484164"/>
                  </a:moveTo>
                  <a:lnTo>
                    <a:pt x="3785026" y="503303"/>
                  </a:lnTo>
                  <a:lnTo>
                    <a:pt x="3769391" y="516820"/>
                  </a:lnTo>
                  <a:lnTo>
                    <a:pt x="3749827" y="523490"/>
                  </a:lnTo>
                  <a:lnTo>
                    <a:pt x="3728462" y="522092"/>
                  </a:lnTo>
                  <a:lnTo>
                    <a:pt x="3709315" y="512512"/>
                  </a:lnTo>
                  <a:lnTo>
                    <a:pt x="3695796" y="496877"/>
                  </a:lnTo>
                  <a:lnTo>
                    <a:pt x="3689125" y="477315"/>
                  </a:lnTo>
                  <a:lnTo>
                    <a:pt x="3690522" y="455959"/>
                  </a:lnTo>
                  <a:lnTo>
                    <a:pt x="3700098" y="436820"/>
                  </a:lnTo>
                  <a:lnTo>
                    <a:pt x="3715733" y="423304"/>
                  </a:lnTo>
                  <a:lnTo>
                    <a:pt x="3735297" y="416633"/>
                  </a:lnTo>
                  <a:lnTo>
                    <a:pt x="3756661" y="418032"/>
                  </a:lnTo>
                  <a:lnTo>
                    <a:pt x="3775808" y="427611"/>
                  </a:lnTo>
                  <a:lnTo>
                    <a:pt x="3789328" y="443247"/>
                  </a:lnTo>
                  <a:lnTo>
                    <a:pt x="3795999" y="462808"/>
                  </a:lnTo>
                  <a:lnTo>
                    <a:pt x="3794602" y="484164"/>
                  </a:lnTo>
                  <a:close/>
                </a:path>
                <a:path w="7310754" h="7158355">
                  <a:moveTo>
                    <a:pt x="3856357" y="98641"/>
                  </a:moveTo>
                  <a:lnTo>
                    <a:pt x="3852700" y="112135"/>
                  </a:lnTo>
                  <a:lnTo>
                    <a:pt x="3845720" y="116168"/>
                  </a:lnTo>
                  <a:lnTo>
                    <a:pt x="3832196" y="112503"/>
                  </a:lnTo>
                  <a:lnTo>
                    <a:pt x="3828208" y="105498"/>
                  </a:lnTo>
                  <a:lnTo>
                    <a:pt x="3831865" y="92005"/>
                  </a:lnTo>
                  <a:lnTo>
                    <a:pt x="3838845" y="87970"/>
                  </a:lnTo>
                  <a:lnTo>
                    <a:pt x="3852368" y="91635"/>
                  </a:lnTo>
                  <a:lnTo>
                    <a:pt x="3856357" y="98641"/>
                  </a:lnTo>
                  <a:close/>
                </a:path>
                <a:path w="7310754" h="7158355">
                  <a:moveTo>
                    <a:pt x="3716367" y="2040604"/>
                  </a:moveTo>
                  <a:lnTo>
                    <a:pt x="3715145" y="2045112"/>
                  </a:lnTo>
                  <a:lnTo>
                    <a:pt x="3712819" y="2046446"/>
                  </a:lnTo>
                  <a:lnTo>
                    <a:pt x="3708312" y="2045224"/>
                  </a:lnTo>
                  <a:lnTo>
                    <a:pt x="3706978" y="2042899"/>
                  </a:lnTo>
                  <a:lnTo>
                    <a:pt x="3708199" y="2038391"/>
                  </a:lnTo>
                  <a:lnTo>
                    <a:pt x="3710525" y="2037057"/>
                  </a:lnTo>
                  <a:lnTo>
                    <a:pt x="3715033" y="2038279"/>
                  </a:lnTo>
                  <a:lnTo>
                    <a:pt x="3716367" y="2040604"/>
                  </a:lnTo>
                  <a:close/>
                </a:path>
                <a:path w="7310754" h="7158355">
                  <a:moveTo>
                    <a:pt x="3871600" y="1690074"/>
                  </a:moveTo>
                  <a:lnTo>
                    <a:pt x="3860518" y="1712228"/>
                  </a:lnTo>
                  <a:lnTo>
                    <a:pt x="3842429" y="1727869"/>
                  </a:lnTo>
                  <a:lnTo>
                    <a:pt x="3819795" y="1735586"/>
                  </a:lnTo>
                  <a:lnTo>
                    <a:pt x="3795077" y="1733967"/>
                  </a:lnTo>
                  <a:lnTo>
                    <a:pt x="3772924" y="1722885"/>
                  </a:lnTo>
                  <a:lnTo>
                    <a:pt x="3757283" y="1704796"/>
                  </a:lnTo>
                  <a:lnTo>
                    <a:pt x="3749566" y="1682162"/>
                  </a:lnTo>
                  <a:lnTo>
                    <a:pt x="3751185" y="1657444"/>
                  </a:lnTo>
                  <a:lnTo>
                    <a:pt x="3762267" y="1635290"/>
                  </a:lnTo>
                  <a:lnTo>
                    <a:pt x="3780356" y="1619649"/>
                  </a:lnTo>
                  <a:lnTo>
                    <a:pt x="3802990" y="1611932"/>
                  </a:lnTo>
                  <a:lnTo>
                    <a:pt x="3827708" y="1613552"/>
                  </a:lnTo>
                  <a:lnTo>
                    <a:pt x="3849862" y="1624634"/>
                  </a:lnTo>
                  <a:lnTo>
                    <a:pt x="3865503" y="1642723"/>
                  </a:lnTo>
                  <a:lnTo>
                    <a:pt x="3873220" y="1665357"/>
                  </a:lnTo>
                  <a:lnTo>
                    <a:pt x="3871600" y="1690074"/>
                  </a:lnTo>
                  <a:close/>
                </a:path>
                <a:path w="7310754" h="7158355">
                  <a:moveTo>
                    <a:pt x="3975404" y="1323189"/>
                  </a:moveTo>
                  <a:lnTo>
                    <a:pt x="3963570" y="1346850"/>
                  </a:lnTo>
                  <a:lnTo>
                    <a:pt x="3944256" y="1363550"/>
                  </a:lnTo>
                  <a:lnTo>
                    <a:pt x="3920090" y="1371786"/>
                  </a:lnTo>
                  <a:lnTo>
                    <a:pt x="3893698" y="1370054"/>
                  </a:lnTo>
                  <a:lnTo>
                    <a:pt x="3870042" y="1358224"/>
                  </a:lnTo>
                  <a:lnTo>
                    <a:pt x="3853340" y="1338913"/>
                  </a:lnTo>
                  <a:lnTo>
                    <a:pt x="3845101" y="1314747"/>
                  </a:lnTo>
                  <a:lnTo>
                    <a:pt x="3846832" y="1288348"/>
                  </a:lnTo>
                  <a:lnTo>
                    <a:pt x="3858667" y="1264685"/>
                  </a:lnTo>
                  <a:lnTo>
                    <a:pt x="3877982" y="1247981"/>
                  </a:lnTo>
                  <a:lnTo>
                    <a:pt x="3902149" y="1239742"/>
                  </a:lnTo>
                  <a:lnTo>
                    <a:pt x="3928542" y="1241472"/>
                  </a:lnTo>
                  <a:lnTo>
                    <a:pt x="3952197" y="1253304"/>
                  </a:lnTo>
                  <a:lnTo>
                    <a:pt x="3968898" y="1272618"/>
                  </a:lnTo>
                  <a:lnTo>
                    <a:pt x="3977136" y="1296788"/>
                  </a:lnTo>
                  <a:lnTo>
                    <a:pt x="3975404" y="1323189"/>
                  </a:lnTo>
                  <a:close/>
                </a:path>
                <a:path w="7310754" h="7158355">
                  <a:moveTo>
                    <a:pt x="4074103" y="954919"/>
                  </a:moveTo>
                  <a:lnTo>
                    <a:pt x="4062455" y="978207"/>
                  </a:lnTo>
                  <a:lnTo>
                    <a:pt x="4043446" y="994645"/>
                  </a:lnTo>
                  <a:lnTo>
                    <a:pt x="4019662" y="1002752"/>
                  </a:lnTo>
                  <a:lnTo>
                    <a:pt x="3993687" y="1001049"/>
                  </a:lnTo>
                  <a:lnTo>
                    <a:pt x="3970407" y="989404"/>
                  </a:lnTo>
                  <a:lnTo>
                    <a:pt x="3953969" y="970398"/>
                  </a:lnTo>
                  <a:lnTo>
                    <a:pt x="3945861" y="946612"/>
                  </a:lnTo>
                  <a:lnTo>
                    <a:pt x="3947564" y="920629"/>
                  </a:lnTo>
                  <a:lnTo>
                    <a:pt x="3959212" y="897342"/>
                  </a:lnTo>
                  <a:lnTo>
                    <a:pt x="3978221" y="880904"/>
                  </a:lnTo>
                  <a:lnTo>
                    <a:pt x="4002005" y="872797"/>
                  </a:lnTo>
                  <a:lnTo>
                    <a:pt x="4027980" y="874500"/>
                  </a:lnTo>
                  <a:lnTo>
                    <a:pt x="4051261" y="886144"/>
                  </a:lnTo>
                  <a:lnTo>
                    <a:pt x="4067698" y="905151"/>
                  </a:lnTo>
                  <a:lnTo>
                    <a:pt x="4075807" y="928937"/>
                  </a:lnTo>
                  <a:lnTo>
                    <a:pt x="4074103" y="954919"/>
                  </a:lnTo>
                  <a:close/>
                </a:path>
                <a:path w="7310754" h="7158355">
                  <a:moveTo>
                    <a:pt x="4169740" y="585821"/>
                  </a:moveTo>
                  <a:lnTo>
                    <a:pt x="4158849" y="607586"/>
                  </a:lnTo>
                  <a:lnTo>
                    <a:pt x="4141066" y="622963"/>
                  </a:lnTo>
                  <a:lnTo>
                    <a:pt x="4118814" y="630555"/>
                  </a:lnTo>
                  <a:lnTo>
                    <a:pt x="4094516" y="628968"/>
                  </a:lnTo>
                  <a:lnTo>
                    <a:pt x="4072741" y="618070"/>
                  </a:lnTo>
                  <a:lnTo>
                    <a:pt x="4057367" y="600282"/>
                  </a:lnTo>
                  <a:lnTo>
                    <a:pt x="4049780" y="578030"/>
                  </a:lnTo>
                  <a:lnTo>
                    <a:pt x="4051369" y="553744"/>
                  </a:lnTo>
                  <a:lnTo>
                    <a:pt x="4062266" y="531957"/>
                  </a:lnTo>
                  <a:lnTo>
                    <a:pt x="4080048" y="516582"/>
                  </a:lnTo>
                  <a:lnTo>
                    <a:pt x="4102296" y="509002"/>
                  </a:lnTo>
                  <a:lnTo>
                    <a:pt x="4126593" y="510597"/>
                  </a:lnTo>
                  <a:lnTo>
                    <a:pt x="4148370" y="521487"/>
                  </a:lnTo>
                  <a:lnTo>
                    <a:pt x="4163747" y="539264"/>
                  </a:lnTo>
                  <a:lnTo>
                    <a:pt x="4171334" y="561513"/>
                  </a:lnTo>
                  <a:lnTo>
                    <a:pt x="4169740" y="585821"/>
                  </a:lnTo>
                  <a:close/>
                </a:path>
                <a:path w="7310754" h="7158355">
                  <a:moveTo>
                    <a:pt x="4232722" y="207873"/>
                  </a:moveTo>
                  <a:lnTo>
                    <a:pt x="4228594" y="216118"/>
                  </a:lnTo>
                  <a:lnTo>
                    <a:pt x="4221849" y="221948"/>
                  </a:lnTo>
                  <a:lnTo>
                    <a:pt x="4213409" y="224828"/>
                  </a:lnTo>
                  <a:lnTo>
                    <a:pt x="4204195" y="224227"/>
                  </a:lnTo>
                  <a:lnTo>
                    <a:pt x="4195937" y="220093"/>
                  </a:lnTo>
                  <a:lnTo>
                    <a:pt x="4190106" y="213346"/>
                  </a:lnTo>
                  <a:lnTo>
                    <a:pt x="4187228" y="204909"/>
                  </a:lnTo>
                  <a:lnTo>
                    <a:pt x="4187827" y="195707"/>
                  </a:lnTo>
                  <a:lnTo>
                    <a:pt x="4191961" y="187440"/>
                  </a:lnTo>
                  <a:lnTo>
                    <a:pt x="4198705" y="181613"/>
                  </a:lnTo>
                  <a:lnTo>
                    <a:pt x="4207142" y="178744"/>
                  </a:lnTo>
                  <a:lnTo>
                    <a:pt x="4216355" y="179352"/>
                  </a:lnTo>
                  <a:lnTo>
                    <a:pt x="4224614" y="183479"/>
                  </a:lnTo>
                  <a:lnTo>
                    <a:pt x="4230448" y="190215"/>
                  </a:lnTo>
                  <a:lnTo>
                    <a:pt x="4233327" y="198649"/>
                  </a:lnTo>
                  <a:lnTo>
                    <a:pt x="4232722" y="207873"/>
                  </a:lnTo>
                  <a:close/>
                </a:path>
                <a:path w="7310754" h="7158355">
                  <a:moveTo>
                    <a:pt x="4089048" y="2139176"/>
                  </a:moveTo>
                  <a:lnTo>
                    <a:pt x="4086605" y="2148192"/>
                  </a:lnTo>
                  <a:lnTo>
                    <a:pt x="4081961" y="2150856"/>
                  </a:lnTo>
                  <a:lnTo>
                    <a:pt x="4072945" y="2148413"/>
                  </a:lnTo>
                  <a:lnTo>
                    <a:pt x="4070281" y="2143768"/>
                  </a:lnTo>
                  <a:lnTo>
                    <a:pt x="4072724" y="2134752"/>
                  </a:lnTo>
                  <a:lnTo>
                    <a:pt x="4077368" y="2132088"/>
                  </a:lnTo>
                  <a:lnTo>
                    <a:pt x="4086384" y="2134531"/>
                  </a:lnTo>
                  <a:lnTo>
                    <a:pt x="4089048" y="2139176"/>
                  </a:lnTo>
                  <a:close/>
                </a:path>
                <a:path w="7310754" h="7158355">
                  <a:moveTo>
                    <a:pt x="4249794" y="1792559"/>
                  </a:moveTo>
                  <a:lnTo>
                    <a:pt x="4236834" y="1818466"/>
                  </a:lnTo>
                  <a:lnTo>
                    <a:pt x="4215680" y="1836757"/>
                  </a:lnTo>
                  <a:lnTo>
                    <a:pt x="4189210" y="1845782"/>
                  </a:lnTo>
                  <a:lnTo>
                    <a:pt x="4160305" y="1843889"/>
                  </a:lnTo>
                  <a:lnTo>
                    <a:pt x="4134399" y="1830929"/>
                  </a:lnTo>
                  <a:lnTo>
                    <a:pt x="4116107" y="1809775"/>
                  </a:lnTo>
                  <a:lnTo>
                    <a:pt x="4107083" y="1783305"/>
                  </a:lnTo>
                  <a:lnTo>
                    <a:pt x="4108976" y="1754400"/>
                  </a:lnTo>
                  <a:lnTo>
                    <a:pt x="4121936" y="1728493"/>
                  </a:lnTo>
                  <a:lnTo>
                    <a:pt x="4143090" y="1710202"/>
                  </a:lnTo>
                  <a:lnTo>
                    <a:pt x="4169560" y="1701177"/>
                  </a:lnTo>
                  <a:lnTo>
                    <a:pt x="4198465" y="1703070"/>
                  </a:lnTo>
                  <a:lnTo>
                    <a:pt x="4224371" y="1716030"/>
                  </a:lnTo>
                  <a:lnTo>
                    <a:pt x="4242663" y="1737185"/>
                  </a:lnTo>
                  <a:lnTo>
                    <a:pt x="4251688" y="1763654"/>
                  </a:lnTo>
                  <a:lnTo>
                    <a:pt x="4249794" y="1792559"/>
                  </a:lnTo>
                  <a:close/>
                </a:path>
                <a:path w="7310754" h="7158355">
                  <a:moveTo>
                    <a:pt x="4352576" y="1425397"/>
                  </a:moveTo>
                  <a:lnTo>
                    <a:pt x="4339052" y="1452432"/>
                  </a:lnTo>
                  <a:lnTo>
                    <a:pt x="4316979" y="1471519"/>
                  </a:lnTo>
                  <a:lnTo>
                    <a:pt x="4289359" y="1480935"/>
                  </a:lnTo>
                  <a:lnTo>
                    <a:pt x="4259196" y="1478958"/>
                  </a:lnTo>
                  <a:lnTo>
                    <a:pt x="4232163" y="1465435"/>
                  </a:lnTo>
                  <a:lnTo>
                    <a:pt x="4213076" y="1443363"/>
                  </a:lnTo>
                  <a:lnTo>
                    <a:pt x="4203658" y="1415742"/>
                  </a:lnTo>
                  <a:lnTo>
                    <a:pt x="4205635" y="1385578"/>
                  </a:lnTo>
                  <a:lnTo>
                    <a:pt x="4219160" y="1358538"/>
                  </a:lnTo>
                  <a:lnTo>
                    <a:pt x="4241236" y="1339443"/>
                  </a:lnTo>
                  <a:lnTo>
                    <a:pt x="4268859" y="1330018"/>
                  </a:lnTo>
                  <a:lnTo>
                    <a:pt x="4299022" y="1331991"/>
                  </a:lnTo>
                  <a:lnTo>
                    <a:pt x="4326055" y="1345518"/>
                  </a:lnTo>
                  <a:lnTo>
                    <a:pt x="4345139" y="1367599"/>
                  </a:lnTo>
                  <a:lnTo>
                    <a:pt x="4354554" y="1395228"/>
                  </a:lnTo>
                  <a:lnTo>
                    <a:pt x="4352576" y="1425397"/>
                  </a:lnTo>
                  <a:close/>
                </a:path>
                <a:path w="7310754" h="7158355">
                  <a:moveTo>
                    <a:pt x="4450258" y="1056852"/>
                  </a:moveTo>
                  <a:lnTo>
                    <a:pt x="4437108" y="1083141"/>
                  </a:lnTo>
                  <a:lnTo>
                    <a:pt x="4415646" y="1101705"/>
                  </a:lnTo>
                  <a:lnTo>
                    <a:pt x="4388790" y="1110866"/>
                  </a:lnTo>
                  <a:lnTo>
                    <a:pt x="4359464" y="1108947"/>
                  </a:lnTo>
                  <a:lnTo>
                    <a:pt x="4333181" y="1095796"/>
                  </a:lnTo>
                  <a:lnTo>
                    <a:pt x="4314625" y="1074330"/>
                  </a:lnTo>
                  <a:lnTo>
                    <a:pt x="4305472" y="1047469"/>
                  </a:lnTo>
                  <a:lnTo>
                    <a:pt x="4307395" y="1018138"/>
                  </a:lnTo>
                  <a:lnTo>
                    <a:pt x="4320544" y="991849"/>
                  </a:lnTo>
                  <a:lnTo>
                    <a:pt x="4342007" y="973285"/>
                  </a:lnTo>
                  <a:lnTo>
                    <a:pt x="4368862" y="964124"/>
                  </a:lnTo>
                  <a:lnTo>
                    <a:pt x="4398188" y="966043"/>
                  </a:lnTo>
                  <a:lnTo>
                    <a:pt x="4424472" y="979194"/>
                  </a:lnTo>
                  <a:lnTo>
                    <a:pt x="4443027" y="1000660"/>
                  </a:lnTo>
                  <a:lnTo>
                    <a:pt x="4452181" y="1027521"/>
                  </a:lnTo>
                  <a:lnTo>
                    <a:pt x="4450258" y="1056852"/>
                  </a:lnTo>
                  <a:close/>
                </a:path>
                <a:path w="7310754" h="7158355">
                  <a:moveTo>
                    <a:pt x="4545894" y="687753"/>
                  </a:moveTo>
                  <a:lnTo>
                    <a:pt x="4533495" y="712541"/>
                  </a:lnTo>
                  <a:lnTo>
                    <a:pt x="4513259" y="730042"/>
                  </a:lnTo>
                  <a:lnTo>
                    <a:pt x="4487940" y="738676"/>
                  </a:lnTo>
                  <a:lnTo>
                    <a:pt x="4460292" y="736866"/>
                  </a:lnTo>
                  <a:lnTo>
                    <a:pt x="4435513" y="724469"/>
                  </a:lnTo>
                  <a:lnTo>
                    <a:pt x="4418017" y="704233"/>
                  </a:lnTo>
                  <a:lnTo>
                    <a:pt x="4409386" y="678909"/>
                  </a:lnTo>
                  <a:lnTo>
                    <a:pt x="4411199" y="651252"/>
                  </a:lnTo>
                  <a:lnTo>
                    <a:pt x="4423598" y="626464"/>
                  </a:lnTo>
                  <a:lnTo>
                    <a:pt x="4443834" y="608964"/>
                  </a:lnTo>
                  <a:lnTo>
                    <a:pt x="4469153" y="600329"/>
                  </a:lnTo>
                  <a:lnTo>
                    <a:pt x="4496801" y="602140"/>
                  </a:lnTo>
                  <a:lnTo>
                    <a:pt x="4521580" y="614536"/>
                  </a:lnTo>
                  <a:lnTo>
                    <a:pt x="4539076" y="634773"/>
                  </a:lnTo>
                  <a:lnTo>
                    <a:pt x="4547707" y="660096"/>
                  </a:lnTo>
                  <a:lnTo>
                    <a:pt x="4545894" y="687753"/>
                  </a:lnTo>
                  <a:close/>
                </a:path>
                <a:path w="7310754" h="7158355">
                  <a:moveTo>
                    <a:pt x="4603776" y="308423"/>
                  </a:moveTo>
                  <a:lnTo>
                    <a:pt x="4599078" y="317816"/>
                  </a:lnTo>
                  <a:lnTo>
                    <a:pt x="4591415" y="324440"/>
                  </a:lnTo>
                  <a:lnTo>
                    <a:pt x="4581826" y="327703"/>
                  </a:lnTo>
                  <a:lnTo>
                    <a:pt x="4571356" y="327014"/>
                  </a:lnTo>
                  <a:lnTo>
                    <a:pt x="4561970" y="322322"/>
                  </a:lnTo>
                  <a:lnTo>
                    <a:pt x="4555341" y="314664"/>
                  </a:lnTo>
                  <a:lnTo>
                    <a:pt x="4552070" y="305077"/>
                  </a:lnTo>
                  <a:lnTo>
                    <a:pt x="4552758" y="294598"/>
                  </a:lnTo>
                  <a:lnTo>
                    <a:pt x="4557455" y="285205"/>
                  </a:lnTo>
                  <a:lnTo>
                    <a:pt x="4565119" y="278581"/>
                  </a:lnTo>
                  <a:lnTo>
                    <a:pt x="4574708" y="275317"/>
                  </a:lnTo>
                  <a:lnTo>
                    <a:pt x="4585178" y="276006"/>
                  </a:lnTo>
                  <a:lnTo>
                    <a:pt x="4594564" y="280698"/>
                  </a:lnTo>
                  <a:lnTo>
                    <a:pt x="4601193" y="288356"/>
                  </a:lnTo>
                  <a:lnTo>
                    <a:pt x="4604464" y="297943"/>
                  </a:lnTo>
                  <a:lnTo>
                    <a:pt x="4603776" y="308423"/>
                  </a:lnTo>
                  <a:close/>
                </a:path>
                <a:path w="7310754" h="7158355">
                  <a:moveTo>
                    <a:pt x="4471127" y="2247552"/>
                  </a:moveTo>
                  <a:lnTo>
                    <a:pt x="4466807" y="2256188"/>
                  </a:lnTo>
                  <a:lnTo>
                    <a:pt x="4459755" y="2262285"/>
                  </a:lnTo>
                  <a:lnTo>
                    <a:pt x="4450932" y="2265293"/>
                  </a:lnTo>
                  <a:lnTo>
                    <a:pt x="4441297" y="2264662"/>
                  </a:lnTo>
                  <a:lnTo>
                    <a:pt x="4432661" y="2260342"/>
                  </a:lnTo>
                  <a:lnTo>
                    <a:pt x="4426564" y="2253291"/>
                  </a:lnTo>
                  <a:lnTo>
                    <a:pt x="4423556" y="2244468"/>
                  </a:lnTo>
                  <a:lnTo>
                    <a:pt x="4424187" y="2234833"/>
                  </a:lnTo>
                  <a:lnTo>
                    <a:pt x="4428507" y="2226197"/>
                  </a:lnTo>
                  <a:lnTo>
                    <a:pt x="4435559" y="2220100"/>
                  </a:lnTo>
                  <a:lnTo>
                    <a:pt x="4444382" y="2217092"/>
                  </a:lnTo>
                  <a:lnTo>
                    <a:pt x="4454017" y="2217723"/>
                  </a:lnTo>
                  <a:lnTo>
                    <a:pt x="4462652" y="2222043"/>
                  </a:lnTo>
                  <a:lnTo>
                    <a:pt x="4468749" y="2229094"/>
                  </a:lnTo>
                  <a:lnTo>
                    <a:pt x="4471758" y="2237917"/>
                  </a:lnTo>
                  <a:lnTo>
                    <a:pt x="4471127" y="2247552"/>
                  </a:lnTo>
                  <a:close/>
                </a:path>
                <a:path w="7310754" h="7158355">
                  <a:moveTo>
                    <a:pt x="4627993" y="1895046"/>
                  </a:moveTo>
                  <a:lnTo>
                    <a:pt x="4613155" y="1924708"/>
                  </a:lnTo>
                  <a:lnTo>
                    <a:pt x="4588934" y="1945651"/>
                  </a:lnTo>
                  <a:lnTo>
                    <a:pt x="4558627" y="1955984"/>
                  </a:lnTo>
                  <a:lnTo>
                    <a:pt x="4525532" y="1953816"/>
                  </a:lnTo>
                  <a:lnTo>
                    <a:pt x="4495870" y="1938977"/>
                  </a:lnTo>
                  <a:lnTo>
                    <a:pt x="4474927" y="1914757"/>
                  </a:lnTo>
                  <a:lnTo>
                    <a:pt x="4464594" y="1884450"/>
                  </a:lnTo>
                  <a:lnTo>
                    <a:pt x="4466762" y="1851354"/>
                  </a:lnTo>
                  <a:lnTo>
                    <a:pt x="4481600" y="1821692"/>
                  </a:lnTo>
                  <a:lnTo>
                    <a:pt x="4505821" y="1800749"/>
                  </a:lnTo>
                  <a:lnTo>
                    <a:pt x="4536127" y="1790417"/>
                  </a:lnTo>
                  <a:lnTo>
                    <a:pt x="4569223" y="1792585"/>
                  </a:lnTo>
                  <a:lnTo>
                    <a:pt x="4598885" y="1807423"/>
                  </a:lnTo>
                  <a:lnTo>
                    <a:pt x="4619828" y="1831644"/>
                  </a:lnTo>
                  <a:lnTo>
                    <a:pt x="4630161" y="1861950"/>
                  </a:lnTo>
                  <a:lnTo>
                    <a:pt x="4627993" y="1895046"/>
                  </a:lnTo>
                  <a:close/>
                </a:path>
                <a:path w="7310754" h="7158355">
                  <a:moveTo>
                    <a:pt x="4730775" y="1527883"/>
                  </a:moveTo>
                  <a:lnTo>
                    <a:pt x="4715373" y="1558672"/>
                  </a:lnTo>
                  <a:lnTo>
                    <a:pt x="4690233" y="1580411"/>
                  </a:lnTo>
                  <a:lnTo>
                    <a:pt x="4658776" y="1591136"/>
                  </a:lnTo>
                  <a:lnTo>
                    <a:pt x="4624423" y="1588885"/>
                  </a:lnTo>
                  <a:lnTo>
                    <a:pt x="4593634" y="1573483"/>
                  </a:lnTo>
                  <a:lnTo>
                    <a:pt x="4571895" y="1548343"/>
                  </a:lnTo>
                  <a:lnTo>
                    <a:pt x="4561170" y="1516885"/>
                  </a:lnTo>
                  <a:lnTo>
                    <a:pt x="4563421" y="1482532"/>
                  </a:lnTo>
                  <a:lnTo>
                    <a:pt x="4578821" y="1451749"/>
                  </a:lnTo>
                  <a:lnTo>
                    <a:pt x="4603961" y="1430014"/>
                  </a:lnTo>
                  <a:lnTo>
                    <a:pt x="4635418" y="1419290"/>
                  </a:lnTo>
                  <a:lnTo>
                    <a:pt x="4669771" y="1421541"/>
                  </a:lnTo>
                  <a:lnTo>
                    <a:pt x="4700560" y="1436943"/>
                  </a:lnTo>
                  <a:lnTo>
                    <a:pt x="4722298" y="1462082"/>
                  </a:lnTo>
                  <a:lnTo>
                    <a:pt x="4733024" y="1493536"/>
                  </a:lnTo>
                  <a:lnTo>
                    <a:pt x="4730775" y="1527883"/>
                  </a:lnTo>
                  <a:close/>
                </a:path>
                <a:path w="7310754" h="7158355">
                  <a:moveTo>
                    <a:pt x="4827434" y="1159061"/>
                  </a:moveTo>
                  <a:lnTo>
                    <a:pt x="4812597" y="1188719"/>
                  </a:lnTo>
                  <a:lnTo>
                    <a:pt x="4788378" y="1209657"/>
                  </a:lnTo>
                  <a:lnTo>
                    <a:pt x="4758072" y="1219986"/>
                  </a:lnTo>
                  <a:lnTo>
                    <a:pt x="4724977" y="1217816"/>
                  </a:lnTo>
                  <a:lnTo>
                    <a:pt x="4695314" y="1202979"/>
                  </a:lnTo>
                  <a:lnTo>
                    <a:pt x="4674370" y="1178763"/>
                  </a:lnTo>
                  <a:lnTo>
                    <a:pt x="4664036" y="1148461"/>
                  </a:lnTo>
                  <a:lnTo>
                    <a:pt x="4666203" y="1115370"/>
                  </a:lnTo>
                  <a:lnTo>
                    <a:pt x="4681040" y="1085712"/>
                  </a:lnTo>
                  <a:lnTo>
                    <a:pt x="4705259" y="1064774"/>
                  </a:lnTo>
                  <a:lnTo>
                    <a:pt x="4735565" y="1054445"/>
                  </a:lnTo>
                  <a:lnTo>
                    <a:pt x="4768660" y="1056615"/>
                  </a:lnTo>
                  <a:lnTo>
                    <a:pt x="4798323" y="1071452"/>
                  </a:lnTo>
                  <a:lnTo>
                    <a:pt x="4819267" y="1095669"/>
                  </a:lnTo>
                  <a:lnTo>
                    <a:pt x="4829601" y="1125970"/>
                  </a:lnTo>
                  <a:lnTo>
                    <a:pt x="4827434" y="1159061"/>
                  </a:lnTo>
                  <a:close/>
                </a:path>
                <a:path w="7310754" h="7158355">
                  <a:moveTo>
                    <a:pt x="4921032" y="789410"/>
                  </a:moveTo>
                  <a:lnTo>
                    <a:pt x="4907319" y="816824"/>
                  </a:lnTo>
                  <a:lnTo>
                    <a:pt x="4884937" y="836186"/>
                  </a:lnTo>
                  <a:lnTo>
                    <a:pt x="4856930" y="845742"/>
                  </a:lnTo>
                  <a:lnTo>
                    <a:pt x="4826345" y="843742"/>
                  </a:lnTo>
                  <a:lnTo>
                    <a:pt x="4798936" y="830026"/>
                  </a:lnTo>
                  <a:lnTo>
                    <a:pt x="4779586" y="807637"/>
                  </a:lnTo>
                  <a:lnTo>
                    <a:pt x="4770041" y="779624"/>
                  </a:lnTo>
                  <a:lnTo>
                    <a:pt x="4772046" y="749037"/>
                  </a:lnTo>
                  <a:lnTo>
                    <a:pt x="4785756" y="721630"/>
                  </a:lnTo>
                  <a:lnTo>
                    <a:pt x="4808134" y="702287"/>
                  </a:lnTo>
                  <a:lnTo>
                    <a:pt x="4836136" y="692748"/>
                  </a:lnTo>
                  <a:lnTo>
                    <a:pt x="4866718" y="694756"/>
                  </a:lnTo>
                  <a:lnTo>
                    <a:pt x="4894130" y="708463"/>
                  </a:lnTo>
                  <a:lnTo>
                    <a:pt x="4913485" y="730835"/>
                  </a:lnTo>
                  <a:lnTo>
                    <a:pt x="4923035" y="758831"/>
                  </a:lnTo>
                  <a:lnTo>
                    <a:pt x="4921032" y="789410"/>
                  </a:lnTo>
                  <a:close/>
                </a:path>
                <a:path w="7310754" h="7158355">
                  <a:moveTo>
                    <a:pt x="4972791" y="408420"/>
                  </a:moveTo>
                  <a:lnTo>
                    <a:pt x="4967906" y="418188"/>
                  </a:lnTo>
                  <a:lnTo>
                    <a:pt x="4959935" y="425078"/>
                  </a:lnTo>
                  <a:lnTo>
                    <a:pt x="4949963" y="428474"/>
                  </a:lnTo>
                  <a:lnTo>
                    <a:pt x="4939071" y="427757"/>
                  </a:lnTo>
                  <a:lnTo>
                    <a:pt x="4929308" y="422877"/>
                  </a:lnTo>
                  <a:lnTo>
                    <a:pt x="4922414" y="414911"/>
                  </a:lnTo>
                  <a:lnTo>
                    <a:pt x="4919013" y="404939"/>
                  </a:lnTo>
                  <a:lnTo>
                    <a:pt x="4919728" y="394041"/>
                  </a:lnTo>
                  <a:lnTo>
                    <a:pt x="4924613" y="384273"/>
                  </a:lnTo>
                  <a:lnTo>
                    <a:pt x="4932584" y="377383"/>
                  </a:lnTo>
                  <a:lnTo>
                    <a:pt x="4942556" y="373988"/>
                  </a:lnTo>
                  <a:lnTo>
                    <a:pt x="4953447" y="374705"/>
                  </a:lnTo>
                  <a:lnTo>
                    <a:pt x="4963211" y="379585"/>
                  </a:lnTo>
                  <a:lnTo>
                    <a:pt x="4970105" y="387551"/>
                  </a:lnTo>
                  <a:lnTo>
                    <a:pt x="4973506" y="397522"/>
                  </a:lnTo>
                  <a:lnTo>
                    <a:pt x="4972791" y="408420"/>
                  </a:lnTo>
                  <a:close/>
                </a:path>
                <a:path w="7310754" h="7158355">
                  <a:moveTo>
                    <a:pt x="4867690" y="2355015"/>
                  </a:moveTo>
                  <a:lnTo>
                    <a:pt x="4858111" y="2374163"/>
                  </a:lnTo>
                  <a:lnTo>
                    <a:pt x="4842475" y="2387682"/>
                  </a:lnTo>
                  <a:lnTo>
                    <a:pt x="4822911" y="2394352"/>
                  </a:lnTo>
                  <a:lnTo>
                    <a:pt x="4801547" y="2392953"/>
                  </a:lnTo>
                  <a:lnTo>
                    <a:pt x="4782400" y="2383374"/>
                  </a:lnTo>
                  <a:lnTo>
                    <a:pt x="4768880" y="2367739"/>
                  </a:lnTo>
                  <a:lnTo>
                    <a:pt x="4762210" y="2348175"/>
                  </a:lnTo>
                  <a:lnTo>
                    <a:pt x="4763609" y="2326811"/>
                  </a:lnTo>
                  <a:lnTo>
                    <a:pt x="4773188" y="2307664"/>
                  </a:lnTo>
                  <a:lnTo>
                    <a:pt x="4788824" y="2294144"/>
                  </a:lnTo>
                  <a:lnTo>
                    <a:pt x="4808388" y="2287474"/>
                  </a:lnTo>
                  <a:lnTo>
                    <a:pt x="4829751" y="2288873"/>
                  </a:lnTo>
                  <a:lnTo>
                    <a:pt x="4848899" y="2298451"/>
                  </a:lnTo>
                  <a:lnTo>
                    <a:pt x="4862419" y="2314085"/>
                  </a:lnTo>
                  <a:lnTo>
                    <a:pt x="4869089" y="2333649"/>
                  </a:lnTo>
                  <a:lnTo>
                    <a:pt x="4867690" y="2355015"/>
                  </a:lnTo>
                  <a:close/>
                </a:path>
                <a:path w="7310754" h="7158355">
                  <a:moveTo>
                    <a:pt x="5004148" y="1996978"/>
                  </a:moveTo>
                  <a:lnTo>
                    <a:pt x="4987807" y="2029644"/>
                  </a:lnTo>
                  <a:lnTo>
                    <a:pt x="4961134" y="2052707"/>
                  </a:lnTo>
                  <a:lnTo>
                    <a:pt x="4927759" y="2064086"/>
                  </a:lnTo>
                  <a:lnTo>
                    <a:pt x="4891312" y="2061699"/>
                  </a:lnTo>
                  <a:lnTo>
                    <a:pt x="4858647" y="2045358"/>
                  </a:lnTo>
                  <a:lnTo>
                    <a:pt x="4835583" y="2018685"/>
                  </a:lnTo>
                  <a:lnTo>
                    <a:pt x="4824204" y="1985310"/>
                  </a:lnTo>
                  <a:lnTo>
                    <a:pt x="4826592" y="1948863"/>
                  </a:lnTo>
                  <a:lnTo>
                    <a:pt x="4842933" y="1916198"/>
                  </a:lnTo>
                  <a:lnTo>
                    <a:pt x="4869606" y="1893134"/>
                  </a:lnTo>
                  <a:lnTo>
                    <a:pt x="4902981" y="1881755"/>
                  </a:lnTo>
                  <a:lnTo>
                    <a:pt x="4939427" y="1884142"/>
                  </a:lnTo>
                  <a:lnTo>
                    <a:pt x="4972093" y="1900483"/>
                  </a:lnTo>
                  <a:lnTo>
                    <a:pt x="4995156" y="1927157"/>
                  </a:lnTo>
                  <a:lnTo>
                    <a:pt x="5006535" y="1960532"/>
                  </a:lnTo>
                  <a:lnTo>
                    <a:pt x="5004148" y="1996978"/>
                  </a:lnTo>
                  <a:close/>
                </a:path>
                <a:path w="7310754" h="7158355">
                  <a:moveTo>
                    <a:pt x="5109991" y="1630645"/>
                  </a:moveTo>
                  <a:lnTo>
                    <a:pt x="5092524" y="1665564"/>
                  </a:lnTo>
                  <a:lnTo>
                    <a:pt x="5064011" y="1690219"/>
                  </a:lnTo>
                  <a:lnTo>
                    <a:pt x="5028335" y="1702382"/>
                  </a:lnTo>
                  <a:lnTo>
                    <a:pt x="4989373" y="1699830"/>
                  </a:lnTo>
                  <a:lnTo>
                    <a:pt x="4954454" y="1682362"/>
                  </a:lnTo>
                  <a:lnTo>
                    <a:pt x="4929800" y="1653849"/>
                  </a:lnTo>
                  <a:lnTo>
                    <a:pt x="4917637" y="1618173"/>
                  </a:lnTo>
                  <a:lnTo>
                    <a:pt x="4920189" y="1579211"/>
                  </a:lnTo>
                  <a:lnTo>
                    <a:pt x="4937660" y="1544280"/>
                  </a:lnTo>
                  <a:lnTo>
                    <a:pt x="4966173" y="1519624"/>
                  </a:lnTo>
                  <a:lnTo>
                    <a:pt x="5001849" y="1507463"/>
                  </a:lnTo>
                  <a:lnTo>
                    <a:pt x="5040810" y="1510017"/>
                  </a:lnTo>
                  <a:lnTo>
                    <a:pt x="5075730" y="1527483"/>
                  </a:lnTo>
                  <a:lnTo>
                    <a:pt x="5100384" y="1555993"/>
                  </a:lnTo>
                  <a:lnTo>
                    <a:pt x="5112547" y="1591672"/>
                  </a:lnTo>
                  <a:lnTo>
                    <a:pt x="5109991" y="1630645"/>
                  </a:lnTo>
                  <a:close/>
                </a:path>
                <a:path w="7310754" h="7158355">
                  <a:moveTo>
                    <a:pt x="5203589" y="1260993"/>
                  </a:moveTo>
                  <a:lnTo>
                    <a:pt x="5187250" y="1293652"/>
                  </a:lnTo>
                  <a:lnTo>
                    <a:pt x="5160577" y="1316717"/>
                  </a:lnTo>
                  <a:lnTo>
                    <a:pt x="5127201" y="1328099"/>
                  </a:lnTo>
                  <a:lnTo>
                    <a:pt x="5090753" y="1325714"/>
                  </a:lnTo>
                  <a:lnTo>
                    <a:pt x="5058088" y="1309371"/>
                  </a:lnTo>
                  <a:lnTo>
                    <a:pt x="5035026" y="1282694"/>
                  </a:lnTo>
                  <a:lnTo>
                    <a:pt x="5023647" y="1249318"/>
                  </a:lnTo>
                  <a:lnTo>
                    <a:pt x="5026033" y="1212878"/>
                  </a:lnTo>
                  <a:lnTo>
                    <a:pt x="5042372" y="1180219"/>
                  </a:lnTo>
                  <a:lnTo>
                    <a:pt x="5069045" y="1157155"/>
                  </a:lnTo>
                  <a:lnTo>
                    <a:pt x="5102421" y="1145773"/>
                  </a:lnTo>
                  <a:lnTo>
                    <a:pt x="5138868" y="1148158"/>
                  </a:lnTo>
                  <a:lnTo>
                    <a:pt x="5171533" y="1164501"/>
                  </a:lnTo>
                  <a:lnTo>
                    <a:pt x="5194596" y="1191178"/>
                  </a:lnTo>
                  <a:lnTo>
                    <a:pt x="5205975" y="1224553"/>
                  </a:lnTo>
                  <a:lnTo>
                    <a:pt x="5203589" y="1260993"/>
                  </a:lnTo>
                  <a:close/>
                </a:path>
                <a:path w="7310754" h="7158355">
                  <a:moveTo>
                    <a:pt x="5294125" y="890512"/>
                  </a:moveTo>
                  <a:lnTo>
                    <a:pt x="5279476" y="919795"/>
                  </a:lnTo>
                  <a:lnTo>
                    <a:pt x="5255564" y="940467"/>
                  </a:lnTo>
                  <a:lnTo>
                    <a:pt x="5225643" y="950665"/>
                  </a:lnTo>
                  <a:lnTo>
                    <a:pt x="5192967" y="948522"/>
                  </a:lnTo>
                  <a:lnTo>
                    <a:pt x="5163679" y="933873"/>
                  </a:lnTo>
                  <a:lnTo>
                    <a:pt x="5143001" y="909964"/>
                  </a:lnTo>
                  <a:lnTo>
                    <a:pt x="5132798" y="880047"/>
                  </a:lnTo>
                  <a:lnTo>
                    <a:pt x="5134938" y="847375"/>
                  </a:lnTo>
                  <a:lnTo>
                    <a:pt x="5149587" y="818092"/>
                  </a:lnTo>
                  <a:lnTo>
                    <a:pt x="5173498" y="797420"/>
                  </a:lnTo>
                  <a:lnTo>
                    <a:pt x="5203419" y="787223"/>
                  </a:lnTo>
                  <a:lnTo>
                    <a:pt x="5236096" y="789365"/>
                  </a:lnTo>
                  <a:lnTo>
                    <a:pt x="5265383" y="804014"/>
                  </a:lnTo>
                  <a:lnTo>
                    <a:pt x="5286062" y="827923"/>
                  </a:lnTo>
                  <a:lnTo>
                    <a:pt x="5296265" y="857840"/>
                  </a:lnTo>
                  <a:lnTo>
                    <a:pt x="5294125" y="890512"/>
                  </a:lnTo>
                  <a:close/>
                </a:path>
                <a:path w="7310754" h="7158355">
                  <a:moveTo>
                    <a:pt x="5331598" y="505652"/>
                  </a:moveTo>
                  <a:lnTo>
                    <a:pt x="5328409" y="512022"/>
                  </a:lnTo>
                  <a:lnTo>
                    <a:pt x="5323198" y="516522"/>
                  </a:lnTo>
                  <a:lnTo>
                    <a:pt x="5316677" y="518744"/>
                  </a:lnTo>
                  <a:lnTo>
                    <a:pt x="5309557" y="518278"/>
                  </a:lnTo>
                  <a:lnTo>
                    <a:pt x="5303175" y="515085"/>
                  </a:lnTo>
                  <a:lnTo>
                    <a:pt x="5298668" y="509875"/>
                  </a:lnTo>
                  <a:lnTo>
                    <a:pt x="5296442" y="503359"/>
                  </a:lnTo>
                  <a:lnTo>
                    <a:pt x="5296905" y="496251"/>
                  </a:lnTo>
                  <a:lnTo>
                    <a:pt x="5300095" y="489881"/>
                  </a:lnTo>
                  <a:lnTo>
                    <a:pt x="5305306" y="485380"/>
                  </a:lnTo>
                  <a:lnTo>
                    <a:pt x="5311826" y="483159"/>
                  </a:lnTo>
                  <a:lnTo>
                    <a:pt x="5318947" y="483625"/>
                  </a:lnTo>
                  <a:lnTo>
                    <a:pt x="5325331" y="486810"/>
                  </a:lnTo>
                  <a:lnTo>
                    <a:pt x="5329841" y="492008"/>
                  </a:lnTo>
                  <a:lnTo>
                    <a:pt x="5332067" y="498521"/>
                  </a:lnTo>
                  <a:lnTo>
                    <a:pt x="5331598" y="505652"/>
                  </a:lnTo>
                  <a:close/>
                </a:path>
                <a:path w="7310754" h="7158355">
                  <a:moveTo>
                    <a:pt x="5100345" y="2804606"/>
                  </a:moveTo>
                  <a:lnTo>
                    <a:pt x="5096068" y="2820388"/>
                  </a:lnTo>
                  <a:lnTo>
                    <a:pt x="5087941" y="2825050"/>
                  </a:lnTo>
                  <a:lnTo>
                    <a:pt x="5072159" y="2820773"/>
                  </a:lnTo>
                  <a:lnTo>
                    <a:pt x="5067498" y="2812646"/>
                  </a:lnTo>
                  <a:lnTo>
                    <a:pt x="5071774" y="2796864"/>
                  </a:lnTo>
                  <a:lnTo>
                    <a:pt x="5079901" y="2792202"/>
                  </a:lnTo>
                  <a:lnTo>
                    <a:pt x="5095684" y="2796479"/>
                  </a:lnTo>
                  <a:lnTo>
                    <a:pt x="5100345" y="2804606"/>
                  </a:lnTo>
                  <a:close/>
                </a:path>
                <a:path w="7310754" h="7158355">
                  <a:moveTo>
                    <a:pt x="5261196" y="2461650"/>
                  </a:moveTo>
                  <a:lnTo>
                    <a:pt x="5246921" y="2490187"/>
                  </a:lnTo>
                  <a:lnTo>
                    <a:pt x="5223621" y="2510335"/>
                  </a:lnTo>
                  <a:lnTo>
                    <a:pt x="5194466" y="2520275"/>
                  </a:lnTo>
                  <a:lnTo>
                    <a:pt x="5162626" y="2518188"/>
                  </a:lnTo>
                  <a:lnTo>
                    <a:pt x="5134088" y="2503913"/>
                  </a:lnTo>
                  <a:lnTo>
                    <a:pt x="5113940" y="2480613"/>
                  </a:lnTo>
                  <a:lnTo>
                    <a:pt x="5104001" y="2451458"/>
                  </a:lnTo>
                  <a:lnTo>
                    <a:pt x="5106087" y="2419617"/>
                  </a:lnTo>
                  <a:lnTo>
                    <a:pt x="5120362" y="2391080"/>
                  </a:lnTo>
                  <a:lnTo>
                    <a:pt x="5143662" y="2370932"/>
                  </a:lnTo>
                  <a:lnTo>
                    <a:pt x="5172817" y="2360993"/>
                  </a:lnTo>
                  <a:lnTo>
                    <a:pt x="5204658" y="2363079"/>
                  </a:lnTo>
                  <a:lnTo>
                    <a:pt x="5233195" y="2377355"/>
                  </a:lnTo>
                  <a:lnTo>
                    <a:pt x="5253342" y="2400656"/>
                  </a:lnTo>
                  <a:lnTo>
                    <a:pt x="5263282" y="2429811"/>
                  </a:lnTo>
                  <a:lnTo>
                    <a:pt x="5261196" y="2461650"/>
                  </a:lnTo>
                  <a:close/>
                </a:path>
                <a:path w="7310754" h="7158355">
                  <a:moveTo>
                    <a:pt x="5374180" y="2097251"/>
                  </a:moveTo>
                  <a:lnTo>
                    <a:pt x="5357463" y="2130666"/>
                  </a:lnTo>
                  <a:lnTo>
                    <a:pt x="5330177" y="2154260"/>
                  </a:lnTo>
                  <a:lnTo>
                    <a:pt x="5296035" y="2165901"/>
                  </a:lnTo>
                  <a:lnTo>
                    <a:pt x="5258752" y="2163459"/>
                  </a:lnTo>
                  <a:lnTo>
                    <a:pt x="5225337" y="2146742"/>
                  </a:lnTo>
                  <a:lnTo>
                    <a:pt x="5201744" y="2119456"/>
                  </a:lnTo>
                  <a:lnTo>
                    <a:pt x="5190103" y="2085314"/>
                  </a:lnTo>
                  <a:lnTo>
                    <a:pt x="5192545" y="2048031"/>
                  </a:lnTo>
                  <a:lnTo>
                    <a:pt x="5209261" y="2014616"/>
                  </a:lnTo>
                  <a:lnTo>
                    <a:pt x="5236547" y="1991023"/>
                  </a:lnTo>
                  <a:lnTo>
                    <a:pt x="5270689" y="1979382"/>
                  </a:lnTo>
                  <a:lnTo>
                    <a:pt x="5307972" y="1981824"/>
                  </a:lnTo>
                  <a:lnTo>
                    <a:pt x="5341387" y="1998539"/>
                  </a:lnTo>
                  <a:lnTo>
                    <a:pt x="5364981" y="2025824"/>
                  </a:lnTo>
                  <a:lnTo>
                    <a:pt x="5376622" y="2059966"/>
                  </a:lnTo>
                  <a:lnTo>
                    <a:pt x="5374180" y="2097251"/>
                  </a:lnTo>
                  <a:close/>
                </a:path>
                <a:path w="7310754" h="7158355">
                  <a:moveTo>
                    <a:pt x="5481045" y="1731195"/>
                  </a:moveTo>
                  <a:lnTo>
                    <a:pt x="5463014" y="1767241"/>
                  </a:lnTo>
                  <a:lnTo>
                    <a:pt x="5433582" y="1792691"/>
                  </a:lnTo>
                  <a:lnTo>
                    <a:pt x="5396755" y="1805247"/>
                  </a:lnTo>
                  <a:lnTo>
                    <a:pt x="5356536" y="1802612"/>
                  </a:lnTo>
                  <a:lnTo>
                    <a:pt x="5320490" y="1784580"/>
                  </a:lnTo>
                  <a:lnTo>
                    <a:pt x="5295041" y="1755148"/>
                  </a:lnTo>
                  <a:lnTo>
                    <a:pt x="5282485" y="1718321"/>
                  </a:lnTo>
                  <a:lnTo>
                    <a:pt x="5285120" y="1678102"/>
                  </a:lnTo>
                  <a:lnTo>
                    <a:pt x="5303154" y="1642045"/>
                  </a:lnTo>
                  <a:lnTo>
                    <a:pt x="5332587" y="1616592"/>
                  </a:lnTo>
                  <a:lnTo>
                    <a:pt x="5369415" y="1604036"/>
                  </a:lnTo>
                  <a:lnTo>
                    <a:pt x="5409633" y="1606671"/>
                  </a:lnTo>
                  <a:lnTo>
                    <a:pt x="5445679" y="1624702"/>
                  </a:lnTo>
                  <a:lnTo>
                    <a:pt x="5471129" y="1654134"/>
                  </a:lnTo>
                  <a:lnTo>
                    <a:pt x="5483683" y="1690966"/>
                  </a:lnTo>
                  <a:lnTo>
                    <a:pt x="5481045" y="1731195"/>
                  </a:lnTo>
                  <a:close/>
                </a:path>
                <a:path w="7310754" h="7158355">
                  <a:moveTo>
                    <a:pt x="5573620" y="1361267"/>
                  </a:moveTo>
                  <a:lnTo>
                    <a:pt x="5556906" y="1394676"/>
                  </a:lnTo>
                  <a:lnTo>
                    <a:pt x="5529619" y="1418272"/>
                  </a:lnTo>
                  <a:lnTo>
                    <a:pt x="5495475" y="1429918"/>
                  </a:lnTo>
                  <a:lnTo>
                    <a:pt x="5458192" y="1427479"/>
                  </a:lnTo>
                  <a:lnTo>
                    <a:pt x="5424777" y="1410760"/>
                  </a:lnTo>
                  <a:lnTo>
                    <a:pt x="5401186" y="1383468"/>
                  </a:lnTo>
                  <a:lnTo>
                    <a:pt x="5389546" y="1349324"/>
                  </a:lnTo>
                  <a:lnTo>
                    <a:pt x="5391986" y="1312046"/>
                  </a:lnTo>
                  <a:lnTo>
                    <a:pt x="5408701" y="1278637"/>
                  </a:lnTo>
                  <a:lnTo>
                    <a:pt x="5435988" y="1255041"/>
                  </a:lnTo>
                  <a:lnTo>
                    <a:pt x="5470131" y="1243395"/>
                  </a:lnTo>
                  <a:lnTo>
                    <a:pt x="5507415" y="1245834"/>
                  </a:lnTo>
                  <a:lnTo>
                    <a:pt x="5540829" y="1262553"/>
                  </a:lnTo>
                  <a:lnTo>
                    <a:pt x="5564421" y="1289845"/>
                  </a:lnTo>
                  <a:lnTo>
                    <a:pt x="5576061" y="1323989"/>
                  </a:lnTo>
                  <a:lnTo>
                    <a:pt x="5573620" y="1361267"/>
                  </a:lnTo>
                  <a:close/>
                </a:path>
                <a:path w="7310754" h="7158355">
                  <a:moveTo>
                    <a:pt x="5657017" y="988851"/>
                  </a:moveTo>
                  <a:lnTo>
                    <a:pt x="5643304" y="1016265"/>
                  </a:lnTo>
                  <a:lnTo>
                    <a:pt x="5620921" y="1035627"/>
                  </a:lnTo>
                  <a:lnTo>
                    <a:pt x="5592914" y="1045183"/>
                  </a:lnTo>
                  <a:lnTo>
                    <a:pt x="5562330" y="1043183"/>
                  </a:lnTo>
                  <a:lnTo>
                    <a:pt x="5534921" y="1029467"/>
                  </a:lnTo>
                  <a:lnTo>
                    <a:pt x="5515571" y="1007078"/>
                  </a:lnTo>
                  <a:lnTo>
                    <a:pt x="5506026" y="979065"/>
                  </a:lnTo>
                  <a:lnTo>
                    <a:pt x="5508031" y="948478"/>
                  </a:lnTo>
                  <a:lnTo>
                    <a:pt x="5521741" y="921071"/>
                  </a:lnTo>
                  <a:lnTo>
                    <a:pt x="5544119" y="901728"/>
                  </a:lnTo>
                  <a:lnTo>
                    <a:pt x="5572121" y="892189"/>
                  </a:lnTo>
                  <a:lnTo>
                    <a:pt x="5602703" y="894197"/>
                  </a:lnTo>
                  <a:lnTo>
                    <a:pt x="5630115" y="907904"/>
                  </a:lnTo>
                  <a:lnTo>
                    <a:pt x="5649470" y="930276"/>
                  </a:lnTo>
                  <a:lnTo>
                    <a:pt x="5659020" y="958272"/>
                  </a:lnTo>
                  <a:lnTo>
                    <a:pt x="5657017" y="988851"/>
                  </a:lnTo>
                  <a:close/>
                </a:path>
                <a:path w="7310754" h="7158355">
                  <a:moveTo>
                    <a:pt x="5686937" y="599530"/>
                  </a:moveTo>
                  <a:lnTo>
                    <a:pt x="5685718" y="604028"/>
                  </a:lnTo>
                  <a:lnTo>
                    <a:pt x="5683390" y="605371"/>
                  </a:lnTo>
                  <a:lnTo>
                    <a:pt x="5678882" y="604150"/>
                  </a:lnTo>
                  <a:lnTo>
                    <a:pt x="5677551" y="601814"/>
                  </a:lnTo>
                  <a:lnTo>
                    <a:pt x="5678770" y="597317"/>
                  </a:lnTo>
                  <a:lnTo>
                    <a:pt x="5681098" y="595973"/>
                  </a:lnTo>
                  <a:lnTo>
                    <a:pt x="5685606" y="597194"/>
                  </a:lnTo>
                  <a:lnTo>
                    <a:pt x="5686937" y="599530"/>
                  </a:lnTo>
                  <a:close/>
                </a:path>
                <a:path w="7310754" h="7158355">
                  <a:moveTo>
                    <a:pt x="5356877" y="3275189"/>
                  </a:moveTo>
                  <a:lnTo>
                    <a:pt x="5355656" y="3279697"/>
                  </a:lnTo>
                  <a:lnTo>
                    <a:pt x="5353320" y="3281028"/>
                  </a:lnTo>
                  <a:lnTo>
                    <a:pt x="5348822" y="3279809"/>
                  </a:lnTo>
                  <a:lnTo>
                    <a:pt x="5347478" y="3277481"/>
                  </a:lnTo>
                  <a:lnTo>
                    <a:pt x="5348700" y="3272973"/>
                  </a:lnTo>
                  <a:lnTo>
                    <a:pt x="5351035" y="3271642"/>
                  </a:lnTo>
                  <a:lnTo>
                    <a:pt x="5355533" y="3272860"/>
                  </a:lnTo>
                  <a:lnTo>
                    <a:pt x="5356877" y="3275189"/>
                  </a:lnTo>
                  <a:close/>
                </a:path>
                <a:path w="7310754" h="7158355">
                  <a:moveTo>
                    <a:pt x="5506995" y="2923272"/>
                  </a:moveTo>
                  <a:lnTo>
                    <a:pt x="5496857" y="2943548"/>
                  </a:lnTo>
                  <a:lnTo>
                    <a:pt x="5480311" y="2957865"/>
                  </a:lnTo>
                  <a:lnTo>
                    <a:pt x="5459600" y="2964929"/>
                  </a:lnTo>
                  <a:lnTo>
                    <a:pt x="5436966" y="2963444"/>
                  </a:lnTo>
                  <a:lnTo>
                    <a:pt x="5416704" y="2953305"/>
                  </a:lnTo>
                  <a:lnTo>
                    <a:pt x="5402395" y="2936751"/>
                  </a:lnTo>
                  <a:lnTo>
                    <a:pt x="5395335" y="2916037"/>
                  </a:lnTo>
                  <a:lnTo>
                    <a:pt x="5396817" y="2893416"/>
                  </a:lnTo>
                  <a:lnTo>
                    <a:pt x="5406959" y="2873142"/>
                  </a:lnTo>
                  <a:lnTo>
                    <a:pt x="5423512" y="2858826"/>
                  </a:lnTo>
                  <a:lnTo>
                    <a:pt x="5444221" y="2851762"/>
                  </a:lnTo>
                  <a:lnTo>
                    <a:pt x="5466830" y="2853240"/>
                  </a:lnTo>
                  <a:lnTo>
                    <a:pt x="5487116" y="2863386"/>
                  </a:lnTo>
                  <a:lnTo>
                    <a:pt x="5501428" y="2879940"/>
                  </a:lnTo>
                  <a:lnTo>
                    <a:pt x="5508482" y="2900653"/>
                  </a:lnTo>
                  <a:lnTo>
                    <a:pt x="5506995" y="2923272"/>
                  </a:lnTo>
                  <a:close/>
                </a:path>
                <a:path w="7310754" h="7158355">
                  <a:moveTo>
                    <a:pt x="5628181" y="2561097"/>
                  </a:moveTo>
                  <a:lnTo>
                    <a:pt x="5614090" y="2589256"/>
                  </a:lnTo>
                  <a:lnTo>
                    <a:pt x="5591086" y="2609135"/>
                  </a:lnTo>
                  <a:lnTo>
                    <a:pt x="5562304" y="2618942"/>
                  </a:lnTo>
                  <a:lnTo>
                    <a:pt x="5530880" y="2616882"/>
                  </a:lnTo>
                  <a:lnTo>
                    <a:pt x="5502731" y="2602798"/>
                  </a:lnTo>
                  <a:lnTo>
                    <a:pt x="5482855" y="2579806"/>
                  </a:lnTo>
                  <a:lnTo>
                    <a:pt x="5473048" y="2551036"/>
                  </a:lnTo>
                  <a:lnTo>
                    <a:pt x="5475107" y="2519616"/>
                  </a:lnTo>
                  <a:lnTo>
                    <a:pt x="5489193" y="2491456"/>
                  </a:lnTo>
                  <a:lnTo>
                    <a:pt x="5512185" y="2471573"/>
                  </a:lnTo>
                  <a:lnTo>
                    <a:pt x="5540950" y="2461762"/>
                  </a:lnTo>
                  <a:lnTo>
                    <a:pt x="5572358" y="2463818"/>
                  </a:lnTo>
                  <a:lnTo>
                    <a:pt x="5600523" y="2477906"/>
                  </a:lnTo>
                  <a:lnTo>
                    <a:pt x="5620415" y="2500902"/>
                  </a:lnTo>
                  <a:lnTo>
                    <a:pt x="5630235" y="2529676"/>
                  </a:lnTo>
                  <a:lnTo>
                    <a:pt x="5628181" y="2561097"/>
                  </a:lnTo>
                  <a:close/>
                </a:path>
                <a:path w="7310754" h="7158355">
                  <a:moveTo>
                    <a:pt x="5735057" y="2195044"/>
                  </a:moveTo>
                  <a:lnTo>
                    <a:pt x="5719655" y="2225833"/>
                  </a:lnTo>
                  <a:lnTo>
                    <a:pt x="5694510" y="2247570"/>
                  </a:lnTo>
                  <a:lnTo>
                    <a:pt x="5663040" y="2258292"/>
                  </a:lnTo>
                  <a:lnTo>
                    <a:pt x="5628664" y="2256035"/>
                  </a:lnTo>
                  <a:lnTo>
                    <a:pt x="5597887" y="2240636"/>
                  </a:lnTo>
                  <a:lnTo>
                    <a:pt x="5576154" y="2215497"/>
                  </a:lnTo>
                  <a:lnTo>
                    <a:pt x="5565431" y="2184041"/>
                  </a:lnTo>
                  <a:lnTo>
                    <a:pt x="5567682" y="2149688"/>
                  </a:lnTo>
                  <a:lnTo>
                    <a:pt x="5583084" y="2118899"/>
                  </a:lnTo>
                  <a:lnTo>
                    <a:pt x="5608222" y="2097160"/>
                  </a:lnTo>
                  <a:lnTo>
                    <a:pt x="5639673" y="2086433"/>
                  </a:lnTo>
                  <a:lnTo>
                    <a:pt x="5674014" y="2088680"/>
                  </a:lnTo>
                  <a:lnTo>
                    <a:pt x="5704827" y="2104089"/>
                  </a:lnTo>
                  <a:lnTo>
                    <a:pt x="5726578" y="2129232"/>
                  </a:lnTo>
                  <a:lnTo>
                    <a:pt x="5737307" y="2160691"/>
                  </a:lnTo>
                  <a:lnTo>
                    <a:pt x="5735057" y="2195044"/>
                  </a:lnTo>
                  <a:close/>
                </a:path>
                <a:path w="7310754" h="7158355">
                  <a:moveTo>
                    <a:pt x="5838867" y="1828160"/>
                  </a:moveTo>
                  <a:lnTo>
                    <a:pt x="5822712" y="1860449"/>
                  </a:lnTo>
                  <a:lnTo>
                    <a:pt x="5796343" y="1883246"/>
                  </a:lnTo>
                  <a:lnTo>
                    <a:pt x="5763352" y="1894494"/>
                  </a:lnTo>
                  <a:lnTo>
                    <a:pt x="5727330" y="1892135"/>
                  </a:lnTo>
                  <a:lnTo>
                    <a:pt x="5695025" y="1875978"/>
                  </a:lnTo>
                  <a:lnTo>
                    <a:pt x="5672219" y="1849611"/>
                  </a:lnTo>
                  <a:lnTo>
                    <a:pt x="5660969" y="1816620"/>
                  </a:lnTo>
                  <a:lnTo>
                    <a:pt x="5663329" y="1780591"/>
                  </a:lnTo>
                  <a:lnTo>
                    <a:pt x="5679480" y="1748308"/>
                  </a:lnTo>
                  <a:lnTo>
                    <a:pt x="5705849" y="1725510"/>
                  </a:lnTo>
                  <a:lnTo>
                    <a:pt x="5738848" y="1714261"/>
                  </a:lnTo>
                  <a:lnTo>
                    <a:pt x="5774891" y="1716623"/>
                  </a:lnTo>
                  <a:lnTo>
                    <a:pt x="5807175" y="1732776"/>
                  </a:lnTo>
                  <a:lnTo>
                    <a:pt x="5829972" y="1759146"/>
                  </a:lnTo>
                  <a:lnTo>
                    <a:pt x="5841223" y="1792138"/>
                  </a:lnTo>
                  <a:lnTo>
                    <a:pt x="5838867" y="1828160"/>
                  </a:lnTo>
                  <a:close/>
                </a:path>
                <a:path w="7310754" h="7158355">
                  <a:moveTo>
                    <a:pt x="5935521" y="1459336"/>
                  </a:moveTo>
                  <a:lnTo>
                    <a:pt x="5919932" y="1490495"/>
                  </a:lnTo>
                  <a:lnTo>
                    <a:pt x="5894486" y="1512496"/>
                  </a:lnTo>
                  <a:lnTo>
                    <a:pt x="5862647" y="1523352"/>
                  </a:lnTo>
                  <a:lnTo>
                    <a:pt x="5827882" y="1521076"/>
                  </a:lnTo>
                  <a:lnTo>
                    <a:pt x="5796703" y="1505482"/>
                  </a:lnTo>
                  <a:lnTo>
                    <a:pt x="5774693" y="1480034"/>
                  </a:lnTo>
                  <a:lnTo>
                    <a:pt x="5763835" y="1448194"/>
                  </a:lnTo>
                  <a:lnTo>
                    <a:pt x="5766111" y="1413429"/>
                  </a:lnTo>
                  <a:lnTo>
                    <a:pt x="5781699" y="1382270"/>
                  </a:lnTo>
                  <a:lnTo>
                    <a:pt x="5807148" y="1360270"/>
                  </a:lnTo>
                  <a:lnTo>
                    <a:pt x="5838995" y="1349416"/>
                  </a:lnTo>
                  <a:lnTo>
                    <a:pt x="5873781" y="1351698"/>
                  </a:lnTo>
                  <a:lnTo>
                    <a:pt x="5904939" y="1367286"/>
                  </a:lnTo>
                  <a:lnTo>
                    <a:pt x="5926940" y="1392732"/>
                  </a:lnTo>
                  <a:lnTo>
                    <a:pt x="5937797" y="1424570"/>
                  </a:lnTo>
                  <a:lnTo>
                    <a:pt x="5935521" y="1459336"/>
                  </a:lnTo>
                  <a:close/>
                </a:path>
                <a:path w="7310754" h="7158355">
                  <a:moveTo>
                    <a:pt x="5996449" y="1080832"/>
                  </a:moveTo>
                  <a:lnTo>
                    <a:pt x="5988001" y="1097721"/>
                  </a:lnTo>
                  <a:lnTo>
                    <a:pt x="5974212" y="1109644"/>
                  </a:lnTo>
                  <a:lnTo>
                    <a:pt x="5956958" y="1115526"/>
                  </a:lnTo>
                  <a:lnTo>
                    <a:pt x="5938115" y="1114291"/>
                  </a:lnTo>
                  <a:lnTo>
                    <a:pt x="5921197" y="1105835"/>
                  </a:lnTo>
                  <a:lnTo>
                    <a:pt x="5909260" y="1092043"/>
                  </a:lnTo>
                  <a:lnTo>
                    <a:pt x="5903374" y="1074788"/>
                  </a:lnTo>
                  <a:lnTo>
                    <a:pt x="5904609" y="1055944"/>
                  </a:lnTo>
                  <a:lnTo>
                    <a:pt x="5913057" y="1039056"/>
                  </a:lnTo>
                  <a:lnTo>
                    <a:pt x="5926850" y="1027133"/>
                  </a:lnTo>
                  <a:lnTo>
                    <a:pt x="5944117" y="1021255"/>
                  </a:lnTo>
                  <a:lnTo>
                    <a:pt x="5962989" y="1022498"/>
                  </a:lnTo>
                  <a:lnTo>
                    <a:pt x="5979878" y="1030945"/>
                  </a:lnTo>
                  <a:lnTo>
                    <a:pt x="5991801" y="1044734"/>
                  </a:lnTo>
                  <a:lnTo>
                    <a:pt x="5997684" y="1061988"/>
                  </a:lnTo>
                  <a:lnTo>
                    <a:pt x="5996449" y="1080832"/>
                  </a:lnTo>
                  <a:close/>
                </a:path>
                <a:path w="7310754" h="7158355">
                  <a:moveTo>
                    <a:pt x="5626323" y="3742616"/>
                  </a:moveTo>
                  <a:lnTo>
                    <a:pt x="5624797" y="3748249"/>
                  </a:lnTo>
                  <a:lnTo>
                    <a:pt x="5621929" y="3749924"/>
                  </a:lnTo>
                  <a:lnTo>
                    <a:pt x="5616256" y="3748387"/>
                  </a:lnTo>
                  <a:lnTo>
                    <a:pt x="5614626" y="3745492"/>
                  </a:lnTo>
                  <a:lnTo>
                    <a:pt x="5616153" y="3739860"/>
                  </a:lnTo>
                  <a:lnTo>
                    <a:pt x="5619021" y="3738185"/>
                  </a:lnTo>
                  <a:lnTo>
                    <a:pt x="5624694" y="3739722"/>
                  </a:lnTo>
                  <a:lnTo>
                    <a:pt x="5626323" y="3742616"/>
                  </a:lnTo>
                  <a:close/>
                </a:path>
                <a:path w="7310754" h="7158355">
                  <a:moveTo>
                    <a:pt x="5763051" y="3387675"/>
                  </a:moveTo>
                  <a:lnTo>
                    <a:pt x="5755165" y="3403445"/>
                  </a:lnTo>
                  <a:lnTo>
                    <a:pt x="5742292" y="3414579"/>
                  </a:lnTo>
                  <a:lnTo>
                    <a:pt x="5726174" y="3420070"/>
                  </a:lnTo>
                  <a:lnTo>
                    <a:pt x="5708556" y="3418911"/>
                  </a:lnTo>
                  <a:lnTo>
                    <a:pt x="5692794" y="3411024"/>
                  </a:lnTo>
                  <a:lnTo>
                    <a:pt x="5681669" y="3398151"/>
                  </a:lnTo>
                  <a:lnTo>
                    <a:pt x="5676184" y="3382042"/>
                  </a:lnTo>
                  <a:lnTo>
                    <a:pt x="5677340" y="3364449"/>
                  </a:lnTo>
                  <a:lnTo>
                    <a:pt x="5685224" y="3348679"/>
                  </a:lnTo>
                  <a:lnTo>
                    <a:pt x="5698093" y="3337543"/>
                  </a:lnTo>
                  <a:lnTo>
                    <a:pt x="5714195" y="3332048"/>
                  </a:lnTo>
                  <a:lnTo>
                    <a:pt x="5731783" y="3333199"/>
                  </a:lnTo>
                  <a:lnTo>
                    <a:pt x="5747575" y="3341094"/>
                  </a:lnTo>
                  <a:lnTo>
                    <a:pt x="5758716" y="3353971"/>
                  </a:lnTo>
                  <a:lnTo>
                    <a:pt x="5764206" y="3370082"/>
                  </a:lnTo>
                  <a:lnTo>
                    <a:pt x="5763051" y="3387675"/>
                  </a:lnTo>
                  <a:close/>
                </a:path>
                <a:path w="7310754" h="7158355">
                  <a:moveTo>
                    <a:pt x="5883165" y="3025209"/>
                  </a:moveTo>
                  <a:lnTo>
                    <a:pt x="5871520" y="3048490"/>
                  </a:lnTo>
                  <a:lnTo>
                    <a:pt x="5852514" y="3064927"/>
                  </a:lnTo>
                  <a:lnTo>
                    <a:pt x="5828728" y="3073036"/>
                  </a:lnTo>
                  <a:lnTo>
                    <a:pt x="5802745" y="3071332"/>
                  </a:lnTo>
                  <a:lnTo>
                    <a:pt x="5779479" y="3059690"/>
                  </a:lnTo>
                  <a:lnTo>
                    <a:pt x="5763039" y="3040681"/>
                  </a:lnTo>
                  <a:lnTo>
                    <a:pt x="5754920" y="3016893"/>
                  </a:lnTo>
                  <a:lnTo>
                    <a:pt x="5756616" y="2990916"/>
                  </a:lnTo>
                  <a:lnTo>
                    <a:pt x="5768267" y="2967637"/>
                  </a:lnTo>
                  <a:lnTo>
                    <a:pt x="5787286" y="2951204"/>
                  </a:lnTo>
                  <a:lnTo>
                    <a:pt x="5811075" y="2943096"/>
                  </a:lnTo>
                  <a:lnTo>
                    <a:pt x="5837035" y="2944794"/>
                  </a:lnTo>
                  <a:lnTo>
                    <a:pt x="5860323" y="2956442"/>
                  </a:lnTo>
                  <a:lnTo>
                    <a:pt x="5876760" y="2975452"/>
                  </a:lnTo>
                  <a:lnTo>
                    <a:pt x="5884867" y="2999236"/>
                  </a:lnTo>
                  <a:lnTo>
                    <a:pt x="5883165" y="3025209"/>
                  </a:lnTo>
                  <a:close/>
                </a:path>
                <a:path w="7310754" h="7158355">
                  <a:moveTo>
                    <a:pt x="5989019" y="2658879"/>
                  </a:moveTo>
                  <a:lnTo>
                    <a:pt x="5976245" y="2684410"/>
                  </a:lnTo>
                  <a:lnTo>
                    <a:pt x="5955394" y="2702434"/>
                  </a:lnTo>
                  <a:lnTo>
                    <a:pt x="5929302" y="2711326"/>
                  </a:lnTo>
                  <a:lnTo>
                    <a:pt x="5900808" y="2709457"/>
                  </a:lnTo>
                  <a:lnTo>
                    <a:pt x="5875299" y="2696692"/>
                  </a:lnTo>
                  <a:lnTo>
                    <a:pt x="5857281" y="2675847"/>
                  </a:lnTo>
                  <a:lnTo>
                    <a:pt x="5848389" y="2649763"/>
                  </a:lnTo>
                  <a:lnTo>
                    <a:pt x="5850255" y="2621276"/>
                  </a:lnTo>
                  <a:lnTo>
                    <a:pt x="5863027" y="2595745"/>
                  </a:lnTo>
                  <a:lnTo>
                    <a:pt x="5883873" y="2577719"/>
                  </a:lnTo>
                  <a:lnTo>
                    <a:pt x="5909949" y="2568823"/>
                  </a:lnTo>
                  <a:lnTo>
                    <a:pt x="5938414" y="2570683"/>
                  </a:lnTo>
                  <a:lnTo>
                    <a:pt x="5963953" y="2583457"/>
                  </a:lnTo>
                  <a:lnTo>
                    <a:pt x="5981985" y="2604305"/>
                  </a:lnTo>
                  <a:lnTo>
                    <a:pt x="5990883" y="2630392"/>
                  </a:lnTo>
                  <a:lnTo>
                    <a:pt x="5989019" y="2658879"/>
                  </a:lnTo>
                  <a:close/>
                </a:path>
                <a:path w="7310754" h="7158355">
                  <a:moveTo>
                    <a:pt x="6094872" y="2292548"/>
                  </a:moveTo>
                  <a:lnTo>
                    <a:pt x="6080969" y="2320330"/>
                  </a:lnTo>
                  <a:lnTo>
                    <a:pt x="6058273" y="2339944"/>
                  </a:lnTo>
                  <a:lnTo>
                    <a:pt x="6029875" y="2349620"/>
                  </a:lnTo>
                  <a:lnTo>
                    <a:pt x="5998869" y="2347588"/>
                  </a:lnTo>
                  <a:lnTo>
                    <a:pt x="5971109" y="2333695"/>
                  </a:lnTo>
                  <a:lnTo>
                    <a:pt x="5951498" y="2311010"/>
                  </a:lnTo>
                  <a:lnTo>
                    <a:pt x="5941815" y="2282621"/>
                  </a:lnTo>
                  <a:lnTo>
                    <a:pt x="5943842" y="2251621"/>
                  </a:lnTo>
                  <a:lnTo>
                    <a:pt x="5957744" y="2223840"/>
                  </a:lnTo>
                  <a:lnTo>
                    <a:pt x="5980435" y="2204224"/>
                  </a:lnTo>
                  <a:lnTo>
                    <a:pt x="6008817" y="2194544"/>
                  </a:lnTo>
                  <a:lnTo>
                    <a:pt x="6039793" y="2196568"/>
                  </a:lnTo>
                  <a:lnTo>
                    <a:pt x="6067583" y="2210468"/>
                  </a:lnTo>
                  <a:lnTo>
                    <a:pt x="6087211" y="2233157"/>
                  </a:lnTo>
                  <a:lnTo>
                    <a:pt x="6096899" y="2261546"/>
                  </a:lnTo>
                  <a:lnTo>
                    <a:pt x="6094872" y="2292548"/>
                  </a:lnTo>
                  <a:close/>
                </a:path>
                <a:path w="7310754" h="7158355">
                  <a:moveTo>
                    <a:pt x="6196637" y="1925110"/>
                  </a:moveTo>
                  <a:lnTo>
                    <a:pt x="6182357" y="1953644"/>
                  </a:lnTo>
                  <a:lnTo>
                    <a:pt x="6159045" y="1973789"/>
                  </a:lnTo>
                  <a:lnTo>
                    <a:pt x="6129879" y="1983727"/>
                  </a:lnTo>
                  <a:lnTo>
                    <a:pt x="6098036" y="1981640"/>
                  </a:lnTo>
                  <a:lnTo>
                    <a:pt x="6069504" y="1967366"/>
                  </a:lnTo>
                  <a:lnTo>
                    <a:pt x="6049363" y="1944066"/>
                  </a:lnTo>
                  <a:lnTo>
                    <a:pt x="6039430" y="1914913"/>
                  </a:lnTo>
                  <a:lnTo>
                    <a:pt x="6041518" y="1883075"/>
                  </a:lnTo>
                  <a:lnTo>
                    <a:pt x="6055789" y="1854542"/>
                  </a:lnTo>
                  <a:lnTo>
                    <a:pt x="6079081" y="1834400"/>
                  </a:lnTo>
                  <a:lnTo>
                    <a:pt x="6108228" y="1824464"/>
                  </a:lnTo>
                  <a:lnTo>
                    <a:pt x="6140062" y="1826552"/>
                  </a:lnTo>
                  <a:lnTo>
                    <a:pt x="6168603" y="1840825"/>
                  </a:lnTo>
                  <a:lnTo>
                    <a:pt x="6188763" y="1864122"/>
                  </a:lnTo>
                  <a:lnTo>
                    <a:pt x="6198717" y="1893273"/>
                  </a:lnTo>
                  <a:lnTo>
                    <a:pt x="6196637" y="1925110"/>
                  </a:lnTo>
                  <a:close/>
                </a:path>
                <a:path w="7310754" h="7158355">
                  <a:moveTo>
                    <a:pt x="6289202" y="1555179"/>
                  </a:moveTo>
                  <a:lnTo>
                    <a:pt x="6276238" y="1581092"/>
                  </a:lnTo>
                  <a:lnTo>
                    <a:pt x="6255078" y="1599389"/>
                  </a:lnTo>
                  <a:lnTo>
                    <a:pt x="6228600" y="1608417"/>
                  </a:lnTo>
                  <a:lnTo>
                    <a:pt x="6199687" y="1606523"/>
                  </a:lnTo>
                  <a:lnTo>
                    <a:pt x="6173803" y="1593567"/>
                  </a:lnTo>
                  <a:lnTo>
                    <a:pt x="6155522" y="1572411"/>
                  </a:lnTo>
                  <a:lnTo>
                    <a:pt x="6146500" y="1545935"/>
                  </a:lnTo>
                  <a:lnTo>
                    <a:pt x="6148394" y="1517022"/>
                  </a:lnTo>
                  <a:lnTo>
                    <a:pt x="6161357" y="1491108"/>
                  </a:lnTo>
                  <a:lnTo>
                    <a:pt x="6182512" y="1472810"/>
                  </a:lnTo>
                  <a:lnTo>
                    <a:pt x="6208974" y="1463778"/>
                  </a:lnTo>
                  <a:lnTo>
                    <a:pt x="6237858" y="1465663"/>
                  </a:lnTo>
                  <a:lnTo>
                    <a:pt x="6263771" y="1478627"/>
                  </a:lnTo>
                  <a:lnTo>
                    <a:pt x="6282068" y="1499788"/>
                  </a:lnTo>
                  <a:lnTo>
                    <a:pt x="6291096" y="1526265"/>
                  </a:lnTo>
                  <a:lnTo>
                    <a:pt x="6289202" y="1555179"/>
                  </a:lnTo>
                  <a:close/>
                </a:path>
                <a:path w="7310754" h="7158355">
                  <a:moveTo>
                    <a:pt x="6329064" y="1165534"/>
                  </a:moveTo>
                  <a:lnTo>
                    <a:pt x="6326322" y="1175654"/>
                  </a:lnTo>
                  <a:lnTo>
                    <a:pt x="6321111" y="1178686"/>
                  </a:lnTo>
                  <a:lnTo>
                    <a:pt x="6310940" y="1175930"/>
                  </a:lnTo>
                  <a:lnTo>
                    <a:pt x="6307973" y="1170682"/>
                  </a:lnTo>
                  <a:lnTo>
                    <a:pt x="6310716" y="1160562"/>
                  </a:lnTo>
                  <a:lnTo>
                    <a:pt x="6315926" y="1157530"/>
                  </a:lnTo>
                  <a:lnTo>
                    <a:pt x="6326097" y="1160286"/>
                  </a:lnTo>
                  <a:lnTo>
                    <a:pt x="6329064" y="1165534"/>
                  </a:lnTo>
                  <a:close/>
                </a:path>
                <a:path w="7310754" h="7158355">
                  <a:moveTo>
                    <a:pt x="5093306" y="7155129"/>
                  </a:moveTo>
                  <a:lnTo>
                    <a:pt x="5092696" y="7157383"/>
                  </a:lnTo>
                  <a:lnTo>
                    <a:pt x="5091528" y="7158049"/>
                  </a:lnTo>
                  <a:lnTo>
                    <a:pt x="5089279" y="7157439"/>
                  </a:lnTo>
                  <a:lnTo>
                    <a:pt x="5088607" y="7156275"/>
                  </a:lnTo>
                  <a:lnTo>
                    <a:pt x="5089217" y="7154026"/>
                  </a:lnTo>
                  <a:lnTo>
                    <a:pt x="5090384" y="7153360"/>
                  </a:lnTo>
                  <a:lnTo>
                    <a:pt x="5092633" y="7153970"/>
                  </a:lnTo>
                  <a:lnTo>
                    <a:pt x="5093306" y="7155129"/>
                  </a:lnTo>
                  <a:close/>
                </a:path>
                <a:path w="7310754" h="7158355">
                  <a:moveTo>
                    <a:pt x="5193027" y="6787136"/>
                  </a:moveTo>
                  <a:lnTo>
                    <a:pt x="5192416" y="6789390"/>
                  </a:lnTo>
                  <a:lnTo>
                    <a:pt x="5191249" y="6790056"/>
                  </a:lnTo>
                  <a:lnTo>
                    <a:pt x="5188999" y="6789446"/>
                  </a:lnTo>
                  <a:lnTo>
                    <a:pt x="5188328" y="6788282"/>
                  </a:lnTo>
                  <a:lnTo>
                    <a:pt x="5188937" y="6786033"/>
                  </a:lnTo>
                  <a:lnTo>
                    <a:pt x="5190105" y="6785368"/>
                  </a:lnTo>
                  <a:lnTo>
                    <a:pt x="5192354" y="6785977"/>
                  </a:lnTo>
                  <a:lnTo>
                    <a:pt x="5193027" y="6787136"/>
                  </a:lnTo>
                  <a:close/>
                </a:path>
                <a:path w="7310754" h="7158355">
                  <a:moveTo>
                    <a:pt x="5791350" y="4579182"/>
                  </a:moveTo>
                  <a:lnTo>
                    <a:pt x="5790739" y="4581436"/>
                  </a:lnTo>
                  <a:lnTo>
                    <a:pt x="5789572" y="4582102"/>
                  </a:lnTo>
                  <a:lnTo>
                    <a:pt x="5787322" y="4581492"/>
                  </a:lnTo>
                  <a:lnTo>
                    <a:pt x="5786651" y="4580328"/>
                  </a:lnTo>
                  <a:lnTo>
                    <a:pt x="5787260" y="4578079"/>
                  </a:lnTo>
                  <a:lnTo>
                    <a:pt x="5788428" y="4577414"/>
                  </a:lnTo>
                  <a:lnTo>
                    <a:pt x="5790677" y="4578023"/>
                  </a:lnTo>
                  <a:lnTo>
                    <a:pt x="5791350" y="4579182"/>
                  </a:lnTo>
                  <a:close/>
                </a:path>
                <a:path w="7310754" h="7158355">
                  <a:moveTo>
                    <a:pt x="5907467" y="4207168"/>
                  </a:moveTo>
                  <a:lnTo>
                    <a:pt x="5902581" y="4225199"/>
                  </a:lnTo>
                  <a:lnTo>
                    <a:pt x="5893291" y="4230527"/>
                  </a:lnTo>
                  <a:lnTo>
                    <a:pt x="5875301" y="4225652"/>
                  </a:lnTo>
                  <a:lnTo>
                    <a:pt x="5869973" y="4216363"/>
                  </a:lnTo>
                  <a:lnTo>
                    <a:pt x="5874859" y="4198331"/>
                  </a:lnTo>
                  <a:lnTo>
                    <a:pt x="5884148" y="4193003"/>
                  </a:lnTo>
                  <a:lnTo>
                    <a:pt x="5902139" y="4197878"/>
                  </a:lnTo>
                  <a:lnTo>
                    <a:pt x="5907467" y="4207168"/>
                  </a:lnTo>
                  <a:close/>
                </a:path>
                <a:path w="7310754" h="7158355">
                  <a:moveTo>
                    <a:pt x="6028255" y="3854562"/>
                  </a:moveTo>
                  <a:lnTo>
                    <a:pt x="6020927" y="3869203"/>
                  </a:lnTo>
                  <a:lnTo>
                    <a:pt x="6008964" y="3879540"/>
                  </a:lnTo>
                  <a:lnTo>
                    <a:pt x="5993997" y="3884638"/>
                  </a:lnTo>
                  <a:lnTo>
                    <a:pt x="5977657" y="3883567"/>
                  </a:lnTo>
                  <a:lnTo>
                    <a:pt x="5963011" y="3876242"/>
                  </a:lnTo>
                  <a:lnTo>
                    <a:pt x="5952667" y="3864284"/>
                  </a:lnTo>
                  <a:lnTo>
                    <a:pt x="5947559" y="3849322"/>
                  </a:lnTo>
                  <a:lnTo>
                    <a:pt x="5948626" y="3832984"/>
                  </a:lnTo>
                  <a:lnTo>
                    <a:pt x="5955954" y="3818343"/>
                  </a:lnTo>
                  <a:lnTo>
                    <a:pt x="5967917" y="3808007"/>
                  </a:lnTo>
                  <a:lnTo>
                    <a:pt x="5982884" y="3802908"/>
                  </a:lnTo>
                  <a:lnTo>
                    <a:pt x="5999224" y="3803979"/>
                  </a:lnTo>
                  <a:lnTo>
                    <a:pt x="6013869" y="3811304"/>
                  </a:lnTo>
                  <a:lnTo>
                    <a:pt x="6024214" y="3823262"/>
                  </a:lnTo>
                  <a:lnTo>
                    <a:pt x="6029322" y="3838224"/>
                  </a:lnTo>
                  <a:lnTo>
                    <a:pt x="6028255" y="3854562"/>
                  </a:lnTo>
                  <a:close/>
                </a:path>
                <a:path w="7310754" h="7158355">
                  <a:moveTo>
                    <a:pt x="6139169" y="3489603"/>
                  </a:moveTo>
                  <a:lnTo>
                    <a:pt x="6129777" y="3508378"/>
                  </a:lnTo>
                  <a:lnTo>
                    <a:pt x="6114448" y="3521633"/>
                  </a:lnTo>
                  <a:lnTo>
                    <a:pt x="6095271" y="3528174"/>
                  </a:lnTo>
                  <a:lnTo>
                    <a:pt x="6074334" y="3526804"/>
                  </a:lnTo>
                  <a:lnTo>
                    <a:pt x="6055549" y="3517409"/>
                  </a:lnTo>
                  <a:lnTo>
                    <a:pt x="6042300" y="3502082"/>
                  </a:lnTo>
                  <a:lnTo>
                    <a:pt x="6035773" y="3482905"/>
                  </a:lnTo>
                  <a:lnTo>
                    <a:pt x="6037153" y="3461958"/>
                  </a:lnTo>
                  <a:lnTo>
                    <a:pt x="6046538" y="3443181"/>
                  </a:lnTo>
                  <a:lnTo>
                    <a:pt x="6061854" y="3429923"/>
                  </a:lnTo>
                  <a:lnTo>
                    <a:pt x="6081029" y="3423382"/>
                  </a:lnTo>
                  <a:lnTo>
                    <a:pt x="6101987" y="3424757"/>
                  </a:lnTo>
                  <a:lnTo>
                    <a:pt x="6120751" y="3434147"/>
                  </a:lnTo>
                  <a:lnTo>
                    <a:pt x="6134002" y="3449476"/>
                  </a:lnTo>
                  <a:lnTo>
                    <a:pt x="6140541" y="3468657"/>
                  </a:lnTo>
                  <a:lnTo>
                    <a:pt x="6139169" y="3489603"/>
                  </a:lnTo>
                  <a:close/>
                </a:path>
                <a:path w="7310754" h="7158355">
                  <a:moveTo>
                    <a:pt x="6245022" y="3123273"/>
                  </a:moveTo>
                  <a:lnTo>
                    <a:pt x="6234501" y="3144299"/>
                  </a:lnTo>
                  <a:lnTo>
                    <a:pt x="6217328" y="3159143"/>
                  </a:lnTo>
                  <a:lnTo>
                    <a:pt x="6195845" y="3166468"/>
                  </a:lnTo>
                  <a:lnTo>
                    <a:pt x="6172395" y="3164934"/>
                  </a:lnTo>
                  <a:lnTo>
                    <a:pt x="6151359" y="3154413"/>
                  </a:lnTo>
                  <a:lnTo>
                    <a:pt x="6136516" y="3137245"/>
                  </a:lnTo>
                  <a:lnTo>
                    <a:pt x="6129199" y="3115763"/>
                  </a:lnTo>
                  <a:lnTo>
                    <a:pt x="6130741" y="3092304"/>
                  </a:lnTo>
                  <a:lnTo>
                    <a:pt x="6141255" y="3071276"/>
                  </a:lnTo>
                  <a:lnTo>
                    <a:pt x="6158416" y="3056428"/>
                  </a:lnTo>
                  <a:lnTo>
                    <a:pt x="6179897" y="3049103"/>
                  </a:lnTo>
                  <a:lnTo>
                    <a:pt x="6203367" y="3050642"/>
                  </a:lnTo>
                  <a:lnTo>
                    <a:pt x="6224382" y="3061158"/>
                  </a:lnTo>
                  <a:lnTo>
                    <a:pt x="6239228" y="3078327"/>
                  </a:lnTo>
                  <a:lnTo>
                    <a:pt x="6246556" y="3099811"/>
                  </a:lnTo>
                  <a:lnTo>
                    <a:pt x="6245022" y="3123273"/>
                  </a:lnTo>
                  <a:close/>
                </a:path>
                <a:path w="7310754" h="7158355">
                  <a:moveTo>
                    <a:pt x="6349854" y="2756665"/>
                  </a:moveTo>
                  <a:lnTo>
                    <a:pt x="6338391" y="2779567"/>
                  </a:lnTo>
                  <a:lnTo>
                    <a:pt x="6319680" y="2795736"/>
                  </a:lnTo>
                  <a:lnTo>
                    <a:pt x="6296276" y="2803714"/>
                  </a:lnTo>
                  <a:lnTo>
                    <a:pt x="6270734" y="2802043"/>
                  </a:lnTo>
                  <a:lnTo>
                    <a:pt x="6247821" y="2790583"/>
                  </a:lnTo>
                  <a:lnTo>
                    <a:pt x="6231650" y="2771881"/>
                  </a:lnTo>
                  <a:lnTo>
                    <a:pt x="6223674" y="2748481"/>
                  </a:lnTo>
                  <a:lnTo>
                    <a:pt x="6225350" y="2722927"/>
                  </a:lnTo>
                  <a:lnTo>
                    <a:pt x="6236805" y="2700023"/>
                  </a:lnTo>
                  <a:lnTo>
                    <a:pt x="6255504" y="2683851"/>
                  </a:lnTo>
                  <a:lnTo>
                    <a:pt x="6278906" y="2675873"/>
                  </a:lnTo>
                  <a:lnTo>
                    <a:pt x="6304470" y="2677549"/>
                  </a:lnTo>
                  <a:lnTo>
                    <a:pt x="6327361" y="2689003"/>
                  </a:lnTo>
                  <a:lnTo>
                    <a:pt x="6343535" y="2707706"/>
                  </a:lnTo>
                  <a:lnTo>
                    <a:pt x="6351523" y="2731110"/>
                  </a:lnTo>
                  <a:lnTo>
                    <a:pt x="6349854" y="2756665"/>
                  </a:lnTo>
                  <a:close/>
                </a:path>
                <a:path w="7310754" h="7158355">
                  <a:moveTo>
                    <a:pt x="6453664" y="2389781"/>
                  </a:moveTo>
                  <a:lnTo>
                    <a:pt x="6441455" y="2414186"/>
                  </a:lnTo>
                  <a:lnTo>
                    <a:pt x="6421526" y="2431416"/>
                  </a:lnTo>
                  <a:lnTo>
                    <a:pt x="6396587" y="2439915"/>
                  </a:lnTo>
                  <a:lnTo>
                    <a:pt x="6369349" y="2438129"/>
                  </a:lnTo>
                  <a:lnTo>
                    <a:pt x="6344936" y="2425919"/>
                  </a:lnTo>
                  <a:lnTo>
                    <a:pt x="6327701" y="2405990"/>
                  </a:lnTo>
                  <a:lnTo>
                    <a:pt x="6319198" y="2381056"/>
                  </a:lnTo>
                  <a:lnTo>
                    <a:pt x="6320981" y="2353826"/>
                  </a:lnTo>
                  <a:lnTo>
                    <a:pt x="6333190" y="2329422"/>
                  </a:lnTo>
                  <a:lnTo>
                    <a:pt x="6353119" y="2312192"/>
                  </a:lnTo>
                  <a:lnTo>
                    <a:pt x="6378057" y="2303692"/>
                  </a:lnTo>
                  <a:lnTo>
                    <a:pt x="6405295" y="2305478"/>
                  </a:lnTo>
                  <a:lnTo>
                    <a:pt x="6429709" y="2317689"/>
                  </a:lnTo>
                  <a:lnTo>
                    <a:pt x="6446944" y="2337617"/>
                  </a:lnTo>
                  <a:lnTo>
                    <a:pt x="6455447" y="2362552"/>
                  </a:lnTo>
                  <a:lnTo>
                    <a:pt x="6453664" y="2389781"/>
                  </a:lnTo>
                  <a:close/>
                </a:path>
                <a:path w="7310754" h="7158355">
                  <a:moveTo>
                    <a:pt x="6553385" y="2021784"/>
                  </a:moveTo>
                  <a:lnTo>
                    <a:pt x="6541175" y="2046195"/>
                  </a:lnTo>
                  <a:lnTo>
                    <a:pt x="6521246" y="2063426"/>
                  </a:lnTo>
                  <a:lnTo>
                    <a:pt x="6496307" y="2071924"/>
                  </a:lnTo>
                  <a:lnTo>
                    <a:pt x="6469069" y="2070137"/>
                  </a:lnTo>
                  <a:lnTo>
                    <a:pt x="6444656" y="2057928"/>
                  </a:lnTo>
                  <a:lnTo>
                    <a:pt x="6427420" y="2038001"/>
                  </a:lnTo>
                  <a:lnTo>
                    <a:pt x="6418918" y="2013065"/>
                  </a:lnTo>
                  <a:lnTo>
                    <a:pt x="6420703" y="1985829"/>
                  </a:lnTo>
                  <a:lnTo>
                    <a:pt x="6432914" y="1961415"/>
                  </a:lnTo>
                  <a:lnTo>
                    <a:pt x="6452844" y="1944181"/>
                  </a:lnTo>
                  <a:lnTo>
                    <a:pt x="6477783" y="1935679"/>
                  </a:lnTo>
                  <a:lnTo>
                    <a:pt x="6505021" y="1937465"/>
                  </a:lnTo>
                  <a:lnTo>
                    <a:pt x="6529435" y="1949676"/>
                  </a:lnTo>
                  <a:lnTo>
                    <a:pt x="6546670" y="1969606"/>
                  </a:lnTo>
                  <a:lnTo>
                    <a:pt x="6555171" y="1994545"/>
                  </a:lnTo>
                  <a:lnTo>
                    <a:pt x="6553385" y="2021784"/>
                  </a:lnTo>
                  <a:close/>
                </a:path>
                <a:path w="7310754" h="7158355">
                  <a:moveTo>
                    <a:pt x="6612268" y="1642725"/>
                  </a:moveTo>
                  <a:lnTo>
                    <a:pt x="6607575" y="1652119"/>
                  </a:lnTo>
                  <a:lnTo>
                    <a:pt x="6599917" y="1658745"/>
                  </a:lnTo>
                  <a:lnTo>
                    <a:pt x="6590332" y="1662009"/>
                  </a:lnTo>
                  <a:lnTo>
                    <a:pt x="6579853" y="1661318"/>
                  </a:lnTo>
                  <a:lnTo>
                    <a:pt x="6570460" y="1656624"/>
                  </a:lnTo>
                  <a:lnTo>
                    <a:pt x="6563834" y="1648966"/>
                  </a:lnTo>
                  <a:lnTo>
                    <a:pt x="6560569" y="1639381"/>
                  </a:lnTo>
                  <a:lnTo>
                    <a:pt x="6561261" y="1628903"/>
                  </a:lnTo>
                  <a:lnTo>
                    <a:pt x="6565955" y="1619509"/>
                  </a:lnTo>
                  <a:lnTo>
                    <a:pt x="6573612" y="1612883"/>
                  </a:lnTo>
                  <a:lnTo>
                    <a:pt x="6583197" y="1609619"/>
                  </a:lnTo>
                  <a:lnTo>
                    <a:pt x="6593676" y="1610310"/>
                  </a:lnTo>
                  <a:lnTo>
                    <a:pt x="6603070" y="1615004"/>
                  </a:lnTo>
                  <a:lnTo>
                    <a:pt x="6609696" y="1622661"/>
                  </a:lnTo>
                  <a:lnTo>
                    <a:pt x="6612960" y="1632246"/>
                  </a:lnTo>
                  <a:lnTo>
                    <a:pt x="6612268" y="1642725"/>
                  </a:lnTo>
                  <a:close/>
                </a:path>
                <a:path w="7310754" h="7158355">
                  <a:moveTo>
                    <a:pt x="5563368" y="6886286"/>
                  </a:moveTo>
                  <a:lnTo>
                    <a:pt x="5562147" y="6890794"/>
                  </a:lnTo>
                  <a:lnTo>
                    <a:pt x="5559811" y="6892125"/>
                  </a:lnTo>
                  <a:lnTo>
                    <a:pt x="5555313" y="6890907"/>
                  </a:lnTo>
                  <a:lnTo>
                    <a:pt x="5553969" y="6888578"/>
                  </a:lnTo>
                  <a:lnTo>
                    <a:pt x="5555191" y="6884070"/>
                  </a:lnTo>
                  <a:lnTo>
                    <a:pt x="5557527" y="6882739"/>
                  </a:lnTo>
                  <a:lnTo>
                    <a:pt x="5562024" y="6883958"/>
                  </a:lnTo>
                  <a:lnTo>
                    <a:pt x="5563368" y="6886286"/>
                  </a:lnTo>
                  <a:close/>
                </a:path>
                <a:path w="7310754" h="7158355">
                  <a:moveTo>
                    <a:pt x="5666614" y="6517433"/>
                  </a:moveTo>
                  <a:lnTo>
                    <a:pt x="5664475" y="6525325"/>
                  </a:lnTo>
                  <a:lnTo>
                    <a:pt x="5660388" y="6527652"/>
                  </a:lnTo>
                  <a:lnTo>
                    <a:pt x="5652518" y="6525519"/>
                  </a:lnTo>
                  <a:lnTo>
                    <a:pt x="5650165" y="6521447"/>
                  </a:lnTo>
                  <a:lnTo>
                    <a:pt x="5652303" y="6513555"/>
                  </a:lnTo>
                  <a:lnTo>
                    <a:pt x="5656390" y="6511228"/>
                  </a:lnTo>
                  <a:lnTo>
                    <a:pt x="5664261" y="6513361"/>
                  </a:lnTo>
                  <a:lnTo>
                    <a:pt x="5666614" y="6517433"/>
                  </a:lnTo>
                  <a:close/>
                </a:path>
                <a:path w="7310754" h="7158355">
                  <a:moveTo>
                    <a:pt x="5766334" y="6149441"/>
                  </a:moveTo>
                  <a:lnTo>
                    <a:pt x="5764196" y="6157332"/>
                  </a:lnTo>
                  <a:lnTo>
                    <a:pt x="5760109" y="6159659"/>
                  </a:lnTo>
                  <a:lnTo>
                    <a:pt x="5752238" y="6157526"/>
                  </a:lnTo>
                  <a:lnTo>
                    <a:pt x="5749885" y="6153454"/>
                  </a:lnTo>
                  <a:lnTo>
                    <a:pt x="5752024" y="6145563"/>
                  </a:lnTo>
                  <a:lnTo>
                    <a:pt x="5756111" y="6143236"/>
                  </a:lnTo>
                  <a:lnTo>
                    <a:pt x="5763981" y="6145369"/>
                  </a:lnTo>
                  <a:lnTo>
                    <a:pt x="5766334" y="6149441"/>
                  </a:lnTo>
                  <a:close/>
                </a:path>
                <a:path w="7310754" h="7158355">
                  <a:moveTo>
                    <a:pt x="5867230" y="5781163"/>
                  </a:moveTo>
                  <a:lnTo>
                    <a:pt x="5864787" y="5790179"/>
                  </a:lnTo>
                  <a:lnTo>
                    <a:pt x="5860116" y="5792836"/>
                  </a:lnTo>
                  <a:lnTo>
                    <a:pt x="5851121" y="5790399"/>
                  </a:lnTo>
                  <a:lnTo>
                    <a:pt x="5848431" y="5785747"/>
                  </a:lnTo>
                  <a:lnTo>
                    <a:pt x="5850874" y="5776731"/>
                  </a:lnTo>
                  <a:lnTo>
                    <a:pt x="5855544" y="5774074"/>
                  </a:lnTo>
                  <a:lnTo>
                    <a:pt x="5864540" y="5776512"/>
                  </a:lnTo>
                  <a:lnTo>
                    <a:pt x="5867230" y="5781163"/>
                  </a:lnTo>
                  <a:close/>
                </a:path>
                <a:path w="7310754" h="7158355">
                  <a:moveTo>
                    <a:pt x="5970475" y="5412310"/>
                  </a:moveTo>
                  <a:lnTo>
                    <a:pt x="5967115" y="5424710"/>
                  </a:lnTo>
                  <a:lnTo>
                    <a:pt x="5960694" y="5428363"/>
                  </a:lnTo>
                  <a:lnTo>
                    <a:pt x="5948325" y="5425011"/>
                  </a:lnTo>
                  <a:lnTo>
                    <a:pt x="5944627" y="5418616"/>
                  </a:lnTo>
                  <a:lnTo>
                    <a:pt x="5947987" y="5406216"/>
                  </a:lnTo>
                  <a:lnTo>
                    <a:pt x="5954408" y="5402563"/>
                  </a:lnTo>
                  <a:lnTo>
                    <a:pt x="5966777" y="5405915"/>
                  </a:lnTo>
                  <a:lnTo>
                    <a:pt x="5970475" y="5412310"/>
                  </a:lnTo>
                  <a:close/>
                </a:path>
                <a:path w="7310754" h="7158355">
                  <a:moveTo>
                    <a:pt x="6074597" y="5052166"/>
                  </a:moveTo>
                  <a:lnTo>
                    <a:pt x="6071405" y="5058548"/>
                  </a:lnTo>
                  <a:lnTo>
                    <a:pt x="6066195" y="5063055"/>
                  </a:lnTo>
                  <a:lnTo>
                    <a:pt x="6059679" y="5065280"/>
                  </a:lnTo>
                  <a:lnTo>
                    <a:pt x="6052570" y="5064817"/>
                  </a:lnTo>
                  <a:lnTo>
                    <a:pt x="6046201" y="5061628"/>
                  </a:lnTo>
                  <a:lnTo>
                    <a:pt x="6041700" y="5056417"/>
                  </a:lnTo>
                  <a:lnTo>
                    <a:pt x="6039479" y="5049896"/>
                  </a:lnTo>
                  <a:lnTo>
                    <a:pt x="6039945" y="5042776"/>
                  </a:lnTo>
                  <a:lnTo>
                    <a:pt x="6043138" y="5036394"/>
                  </a:lnTo>
                  <a:lnTo>
                    <a:pt x="6048348" y="5031887"/>
                  </a:lnTo>
                  <a:lnTo>
                    <a:pt x="6054863" y="5029661"/>
                  </a:lnTo>
                  <a:lnTo>
                    <a:pt x="6061972" y="5030124"/>
                  </a:lnTo>
                  <a:lnTo>
                    <a:pt x="6068342" y="5033313"/>
                  </a:lnTo>
                  <a:lnTo>
                    <a:pt x="6072843" y="5038522"/>
                  </a:lnTo>
                  <a:lnTo>
                    <a:pt x="6075064" y="5045043"/>
                  </a:lnTo>
                  <a:lnTo>
                    <a:pt x="6074597" y="5052166"/>
                  </a:lnTo>
                  <a:close/>
                </a:path>
                <a:path w="7310754" h="7158355">
                  <a:moveTo>
                    <a:pt x="6183518" y="4686666"/>
                  </a:moveTo>
                  <a:lnTo>
                    <a:pt x="6178637" y="4696430"/>
                  </a:lnTo>
                  <a:lnTo>
                    <a:pt x="6170672" y="4703323"/>
                  </a:lnTo>
                  <a:lnTo>
                    <a:pt x="6160700" y="4706725"/>
                  </a:lnTo>
                  <a:lnTo>
                    <a:pt x="6149802" y="4706009"/>
                  </a:lnTo>
                  <a:lnTo>
                    <a:pt x="6140034" y="4701124"/>
                  </a:lnTo>
                  <a:lnTo>
                    <a:pt x="6133144" y="4693154"/>
                  </a:lnTo>
                  <a:lnTo>
                    <a:pt x="6129749" y="4683182"/>
                  </a:lnTo>
                  <a:lnTo>
                    <a:pt x="6130466" y="4672290"/>
                  </a:lnTo>
                  <a:lnTo>
                    <a:pt x="6135346" y="4662527"/>
                  </a:lnTo>
                  <a:lnTo>
                    <a:pt x="6143312" y="4655633"/>
                  </a:lnTo>
                  <a:lnTo>
                    <a:pt x="6153283" y="4652232"/>
                  </a:lnTo>
                  <a:lnTo>
                    <a:pt x="6164181" y="4652947"/>
                  </a:lnTo>
                  <a:lnTo>
                    <a:pt x="6173949" y="4657832"/>
                  </a:lnTo>
                  <a:lnTo>
                    <a:pt x="6180839" y="4665802"/>
                  </a:lnTo>
                  <a:lnTo>
                    <a:pt x="6184235" y="4675775"/>
                  </a:lnTo>
                  <a:lnTo>
                    <a:pt x="6183518" y="4686666"/>
                  </a:lnTo>
                  <a:close/>
                </a:path>
                <a:path w="7310754" h="7158355">
                  <a:moveTo>
                    <a:pt x="6291416" y="4320890"/>
                  </a:moveTo>
                  <a:lnTo>
                    <a:pt x="6285029" y="4333655"/>
                  </a:lnTo>
                  <a:lnTo>
                    <a:pt x="6274604" y="4342668"/>
                  </a:lnTo>
                  <a:lnTo>
                    <a:pt x="6261558" y="4347113"/>
                  </a:lnTo>
                  <a:lnTo>
                    <a:pt x="6247311" y="4346179"/>
                  </a:lnTo>
                  <a:lnTo>
                    <a:pt x="6234541" y="4339792"/>
                  </a:lnTo>
                  <a:lnTo>
                    <a:pt x="6225525" y="4329368"/>
                  </a:lnTo>
                  <a:lnTo>
                    <a:pt x="6221076" y="4316325"/>
                  </a:lnTo>
                  <a:lnTo>
                    <a:pt x="6222009" y="4302082"/>
                  </a:lnTo>
                  <a:lnTo>
                    <a:pt x="6228395" y="4289316"/>
                  </a:lnTo>
                  <a:lnTo>
                    <a:pt x="6238821" y="4280304"/>
                  </a:lnTo>
                  <a:lnTo>
                    <a:pt x="6251867" y="4275858"/>
                  </a:lnTo>
                  <a:lnTo>
                    <a:pt x="6266114" y="4276792"/>
                  </a:lnTo>
                  <a:lnTo>
                    <a:pt x="6278883" y="4283179"/>
                  </a:lnTo>
                  <a:lnTo>
                    <a:pt x="6287899" y="4293603"/>
                  </a:lnTo>
                  <a:lnTo>
                    <a:pt x="6292348" y="4306647"/>
                  </a:lnTo>
                  <a:lnTo>
                    <a:pt x="6291416" y="4320890"/>
                  </a:lnTo>
                  <a:close/>
                </a:path>
                <a:path w="7310754" h="7158355">
                  <a:moveTo>
                    <a:pt x="6396247" y="3954283"/>
                  </a:moveTo>
                  <a:lnTo>
                    <a:pt x="6388920" y="3968924"/>
                  </a:lnTo>
                  <a:lnTo>
                    <a:pt x="6376956" y="3979260"/>
                  </a:lnTo>
                  <a:lnTo>
                    <a:pt x="6361989" y="3984359"/>
                  </a:lnTo>
                  <a:lnTo>
                    <a:pt x="6345649" y="3983288"/>
                  </a:lnTo>
                  <a:lnTo>
                    <a:pt x="6331004" y="3975962"/>
                  </a:lnTo>
                  <a:lnTo>
                    <a:pt x="6320659" y="3964004"/>
                  </a:lnTo>
                  <a:lnTo>
                    <a:pt x="6315551" y="3949042"/>
                  </a:lnTo>
                  <a:lnTo>
                    <a:pt x="6316618" y="3932704"/>
                  </a:lnTo>
                  <a:lnTo>
                    <a:pt x="6323946" y="3918063"/>
                  </a:lnTo>
                  <a:lnTo>
                    <a:pt x="6335909" y="3907727"/>
                  </a:lnTo>
                  <a:lnTo>
                    <a:pt x="6350876" y="3902628"/>
                  </a:lnTo>
                  <a:lnTo>
                    <a:pt x="6367216" y="3903699"/>
                  </a:lnTo>
                  <a:lnTo>
                    <a:pt x="6381862" y="3911025"/>
                  </a:lnTo>
                  <a:lnTo>
                    <a:pt x="6392207" y="3922983"/>
                  </a:lnTo>
                  <a:lnTo>
                    <a:pt x="6397314" y="3937945"/>
                  </a:lnTo>
                  <a:lnTo>
                    <a:pt x="6396247" y="3954283"/>
                  </a:lnTo>
                  <a:close/>
                </a:path>
                <a:path w="7310754" h="7158355">
                  <a:moveTo>
                    <a:pt x="6501028" y="3587662"/>
                  </a:moveTo>
                  <a:lnTo>
                    <a:pt x="6492766" y="3604184"/>
                  </a:lnTo>
                  <a:lnTo>
                    <a:pt x="6479283" y="3615850"/>
                  </a:lnTo>
                  <a:lnTo>
                    <a:pt x="6462411" y="3621607"/>
                  </a:lnTo>
                  <a:lnTo>
                    <a:pt x="6443986" y="3620401"/>
                  </a:lnTo>
                  <a:lnTo>
                    <a:pt x="6427465" y="3612137"/>
                  </a:lnTo>
                  <a:lnTo>
                    <a:pt x="6415791" y="3598645"/>
                  </a:lnTo>
                  <a:lnTo>
                    <a:pt x="6410025" y="3581762"/>
                  </a:lnTo>
                  <a:lnTo>
                    <a:pt x="6411228" y="3563327"/>
                  </a:lnTo>
                  <a:lnTo>
                    <a:pt x="6419498" y="3546807"/>
                  </a:lnTo>
                  <a:lnTo>
                    <a:pt x="6432998" y="3535146"/>
                  </a:lnTo>
                  <a:lnTo>
                    <a:pt x="6449887" y="3529393"/>
                  </a:lnTo>
                  <a:lnTo>
                    <a:pt x="6468320" y="3530601"/>
                  </a:lnTo>
                  <a:lnTo>
                    <a:pt x="6484834" y="3538863"/>
                  </a:lnTo>
                  <a:lnTo>
                    <a:pt x="6496490" y="3552351"/>
                  </a:lnTo>
                  <a:lnTo>
                    <a:pt x="6502238" y="3569229"/>
                  </a:lnTo>
                  <a:lnTo>
                    <a:pt x="6501028" y="3587662"/>
                  </a:lnTo>
                  <a:close/>
                </a:path>
                <a:path w="7310754" h="7158355">
                  <a:moveTo>
                    <a:pt x="6605859" y="3221054"/>
                  </a:moveTo>
                  <a:lnTo>
                    <a:pt x="6596656" y="3239452"/>
                  </a:lnTo>
                  <a:lnTo>
                    <a:pt x="6581635" y="3252442"/>
                  </a:lnTo>
                  <a:lnTo>
                    <a:pt x="6562843" y="3258852"/>
                  </a:lnTo>
                  <a:lnTo>
                    <a:pt x="6542324" y="3257510"/>
                  </a:lnTo>
                  <a:lnTo>
                    <a:pt x="6523935" y="3248309"/>
                  </a:lnTo>
                  <a:lnTo>
                    <a:pt x="6510950" y="3233288"/>
                  </a:lnTo>
                  <a:lnTo>
                    <a:pt x="6504543" y="3214491"/>
                  </a:lnTo>
                  <a:lnTo>
                    <a:pt x="6505888" y="3193964"/>
                  </a:lnTo>
                  <a:lnTo>
                    <a:pt x="6515092" y="3175566"/>
                  </a:lnTo>
                  <a:lnTo>
                    <a:pt x="6530112" y="3162576"/>
                  </a:lnTo>
                  <a:lnTo>
                    <a:pt x="6548905" y="3156165"/>
                  </a:lnTo>
                  <a:lnTo>
                    <a:pt x="6569423" y="3157508"/>
                  </a:lnTo>
                  <a:lnTo>
                    <a:pt x="6587812" y="3166709"/>
                  </a:lnTo>
                  <a:lnTo>
                    <a:pt x="6600797" y="3181730"/>
                  </a:lnTo>
                  <a:lnTo>
                    <a:pt x="6607204" y="3200527"/>
                  </a:lnTo>
                  <a:lnTo>
                    <a:pt x="6605859" y="3221054"/>
                  </a:lnTo>
                  <a:close/>
                </a:path>
                <a:path w="7310754" h="7158355">
                  <a:moveTo>
                    <a:pt x="6709669" y="2854170"/>
                  </a:moveTo>
                  <a:lnTo>
                    <a:pt x="6699713" y="2874069"/>
                  </a:lnTo>
                  <a:lnTo>
                    <a:pt x="6683461" y="2888119"/>
                  </a:lnTo>
                  <a:lnTo>
                    <a:pt x="6663131" y="2895053"/>
                  </a:lnTo>
                  <a:lnTo>
                    <a:pt x="6640938" y="2893601"/>
                  </a:lnTo>
                  <a:lnTo>
                    <a:pt x="6621027" y="2883643"/>
                  </a:lnTo>
                  <a:lnTo>
                    <a:pt x="6606981" y="2867395"/>
                  </a:lnTo>
                  <a:lnTo>
                    <a:pt x="6600060" y="2847065"/>
                  </a:lnTo>
                  <a:lnTo>
                    <a:pt x="6601520" y="2824863"/>
                  </a:lnTo>
                  <a:lnTo>
                    <a:pt x="6611469" y="2804962"/>
                  </a:lnTo>
                  <a:lnTo>
                    <a:pt x="6627708" y="2790908"/>
                  </a:lnTo>
                  <a:lnTo>
                    <a:pt x="6648036" y="2783974"/>
                  </a:lnTo>
                  <a:lnTo>
                    <a:pt x="6670250" y="2785432"/>
                  </a:lnTo>
                  <a:lnTo>
                    <a:pt x="6690140" y="2795384"/>
                  </a:lnTo>
                  <a:lnTo>
                    <a:pt x="6704188" y="2811633"/>
                  </a:lnTo>
                  <a:lnTo>
                    <a:pt x="6711122" y="2831966"/>
                  </a:lnTo>
                  <a:lnTo>
                    <a:pt x="6709669" y="2854170"/>
                  </a:lnTo>
                  <a:close/>
                </a:path>
                <a:path w="7310754" h="7158355">
                  <a:moveTo>
                    <a:pt x="6811434" y="2486732"/>
                  </a:moveTo>
                  <a:lnTo>
                    <a:pt x="6801101" y="2507383"/>
                  </a:lnTo>
                  <a:lnTo>
                    <a:pt x="6784235" y="2521962"/>
                  </a:lnTo>
                  <a:lnTo>
                    <a:pt x="6763136" y="2529155"/>
                  </a:lnTo>
                  <a:lnTo>
                    <a:pt x="6740106" y="2527648"/>
                  </a:lnTo>
                  <a:lnTo>
                    <a:pt x="6719444" y="2517315"/>
                  </a:lnTo>
                  <a:lnTo>
                    <a:pt x="6704867" y="2500454"/>
                  </a:lnTo>
                  <a:lnTo>
                    <a:pt x="6697682" y="2479357"/>
                  </a:lnTo>
                  <a:lnTo>
                    <a:pt x="6699196" y="2456317"/>
                  </a:lnTo>
                  <a:lnTo>
                    <a:pt x="6709522" y="2435664"/>
                  </a:lnTo>
                  <a:lnTo>
                    <a:pt x="6726376" y="2421082"/>
                  </a:lnTo>
                  <a:lnTo>
                    <a:pt x="6747472" y="2413888"/>
                  </a:lnTo>
                  <a:lnTo>
                    <a:pt x="6770523" y="2415400"/>
                  </a:lnTo>
                  <a:lnTo>
                    <a:pt x="6791164" y="2425727"/>
                  </a:lnTo>
                  <a:lnTo>
                    <a:pt x="6805743" y="2442589"/>
                  </a:lnTo>
                  <a:lnTo>
                    <a:pt x="6812941" y="2463689"/>
                  </a:lnTo>
                  <a:lnTo>
                    <a:pt x="6811434" y="2486732"/>
                  </a:lnTo>
                  <a:close/>
                </a:path>
                <a:path w="7310754" h="7158355">
                  <a:moveTo>
                    <a:pt x="6882585" y="2110992"/>
                  </a:moveTo>
                  <a:lnTo>
                    <a:pt x="6877515" y="2121136"/>
                  </a:lnTo>
                  <a:lnTo>
                    <a:pt x="6869242" y="2128293"/>
                  </a:lnTo>
                  <a:lnTo>
                    <a:pt x="6858887" y="2131820"/>
                  </a:lnTo>
                  <a:lnTo>
                    <a:pt x="6847571" y="2131075"/>
                  </a:lnTo>
                  <a:lnTo>
                    <a:pt x="6837427" y="2126005"/>
                  </a:lnTo>
                  <a:lnTo>
                    <a:pt x="6830271" y="2117732"/>
                  </a:lnTo>
                  <a:lnTo>
                    <a:pt x="6826744" y="2107378"/>
                  </a:lnTo>
                  <a:lnTo>
                    <a:pt x="6827489" y="2096061"/>
                  </a:lnTo>
                  <a:lnTo>
                    <a:pt x="6832559" y="2085918"/>
                  </a:lnTo>
                  <a:lnTo>
                    <a:pt x="6840831" y="2078761"/>
                  </a:lnTo>
                  <a:lnTo>
                    <a:pt x="6851186" y="2075233"/>
                  </a:lnTo>
                  <a:lnTo>
                    <a:pt x="6862502" y="2075978"/>
                  </a:lnTo>
                  <a:lnTo>
                    <a:pt x="6872646" y="2081049"/>
                  </a:lnTo>
                  <a:lnTo>
                    <a:pt x="6879803" y="2089321"/>
                  </a:lnTo>
                  <a:lnTo>
                    <a:pt x="6883330" y="2099676"/>
                  </a:lnTo>
                  <a:lnTo>
                    <a:pt x="6882585" y="2110992"/>
                  </a:lnTo>
                  <a:close/>
                </a:path>
                <a:path w="7310754" h="7158355">
                  <a:moveTo>
                    <a:pt x="6031081" y="6618015"/>
                  </a:moveTo>
                  <a:lnTo>
                    <a:pt x="6029860" y="6622522"/>
                  </a:lnTo>
                  <a:lnTo>
                    <a:pt x="6027524" y="6623854"/>
                  </a:lnTo>
                  <a:lnTo>
                    <a:pt x="6023026" y="6622635"/>
                  </a:lnTo>
                  <a:lnTo>
                    <a:pt x="6021682" y="6620306"/>
                  </a:lnTo>
                  <a:lnTo>
                    <a:pt x="6022904" y="6615799"/>
                  </a:lnTo>
                  <a:lnTo>
                    <a:pt x="6025240" y="6614467"/>
                  </a:lnTo>
                  <a:lnTo>
                    <a:pt x="6029737" y="6615686"/>
                  </a:lnTo>
                  <a:lnTo>
                    <a:pt x="6031081" y="6618015"/>
                  </a:lnTo>
                  <a:close/>
                </a:path>
                <a:path w="7310754" h="7158355">
                  <a:moveTo>
                    <a:pt x="6136676" y="6248591"/>
                  </a:moveTo>
                  <a:lnTo>
                    <a:pt x="6133927" y="6258736"/>
                  </a:lnTo>
                  <a:lnTo>
                    <a:pt x="6128673" y="6261724"/>
                  </a:lnTo>
                  <a:lnTo>
                    <a:pt x="6118553" y="6258981"/>
                  </a:lnTo>
                  <a:lnTo>
                    <a:pt x="6115527" y="6253750"/>
                  </a:lnTo>
                  <a:lnTo>
                    <a:pt x="6118278" y="6243600"/>
                  </a:lnTo>
                  <a:lnTo>
                    <a:pt x="6123531" y="6240612"/>
                  </a:lnTo>
                  <a:lnTo>
                    <a:pt x="6133651" y="6243355"/>
                  </a:lnTo>
                  <a:lnTo>
                    <a:pt x="6136676" y="6248591"/>
                  </a:lnTo>
                  <a:close/>
                </a:path>
                <a:path w="7310754" h="7158355">
                  <a:moveTo>
                    <a:pt x="6241096" y="5879453"/>
                  </a:moveTo>
                  <a:lnTo>
                    <a:pt x="6237127" y="5894101"/>
                  </a:lnTo>
                  <a:lnTo>
                    <a:pt x="6229537" y="5898419"/>
                  </a:lnTo>
                  <a:lnTo>
                    <a:pt x="6214920" y="5894458"/>
                  </a:lnTo>
                  <a:lnTo>
                    <a:pt x="6210549" y="5886899"/>
                  </a:lnTo>
                  <a:lnTo>
                    <a:pt x="6214519" y="5872251"/>
                  </a:lnTo>
                  <a:lnTo>
                    <a:pt x="6222108" y="5867932"/>
                  </a:lnTo>
                  <a:lnTo>
                    <a:pt x="6236726" y="5871893"/>
                  </a:lnTo>
                  <a:lnTo>
                    <a:pt x="6241096" y="5879453"/>
                  </a:lnTo>
                  <a:close/>
                </a:path>
                <a:path w="7310754" h="7158355">
                  <a:moveTo>
                    <a:pt x="6342869" y="5519879"/>
                  </a:moveTo>
                  <a:lnTo>
                    <a:pt x="6339677" y="5526260"/>
                  </a:lnTo>
                  <a:lnTo>
                    <a:pt x="6334467" y="5530767"/>
                  </a:lnTo>
                  <a:lnTo>
                    <a:pt x="6327951" y="5532993"/>
                  </a:lnTo>
                  <a:lnTo>
                    <a:pt x="6320842" y="5532530"/>
                  </a:lnTo>
                  <a:lnTo>
                    <a:pt x="6314472" y="5529340"/>
                  </a:lnTo>
                  <a:lnTo>
                    <a:pt x="6309972" y="5524130"/>
                  </a:lnTo>
                  <a:lnTo>
                    <a:pt x="6307751" y="5517609"/>
                  </a:lnTo>
                  <a:lnTo>
                    <a:pt x="6308217" y="5510488"/>
                  </a:lnTo>
                  <a:lnTo>
                    <a:pt x="6311410" y="5504107"/>
                  </a:lnTo>
                  <a:lnTo>
                    <a:pt x="6316620" y="5499599"/>
                  </a:lnTo>
                  <a:lnTo>
                    <a:pt x="6323135" y="5497374"/>
                  </a:lnTo>
                  <a:lnTo>
                    <a:pt x="6330244" y="5497837"/>
                  </a:lnTo>
                  <a:lnTo>
                    <a:pt x="6336614" y="5501026"/>
                  </a:lnTo>
                  <a:lnTo>
                    <a:pt x="6341114" y="5506235"/>
                  </a:lnTo>
                  <a:lnTo>
                    <a:pt x="6343336" y="5512756"/>
                  </a:lnTo>
                  <a:lnTo>
                    <a:pt x="6342869" y="5519879"/>
                  </a:lnTo>
                  <a:close/>
                </a:path>
                <a:path w="7310754" h="7158355">
                  <a:moveTo>
                    <a:pt x="6446679" y="5152994"/>
                  </a:moveTo>
                  <a:lnTo>
                    <a:pt x="6442740" y="5160882"/>
                  </a:lnTo>
                  <a:lnTo>
                    <a:pt x="6436311" y="5166452"/>
                  </a:lnTo>
                  <a:lnTo>
                    <a:pt x="6428261" y="5169200"/>
                  </a:lnTo>
                  <a:lnTo>
                    <a:pt x="6419456" y="5168622"/>
                  </a:lnTo>
                  <a:lnTo>
                    <a:pt x="6411564" y="5164675"/>
                  </a:lnTo>
                  <a:lnTo>
                    <a:pt x="6406003" y="5158239"/>
                  </a:lnTo>
                  <a:lnTo>
                    <a:pt x="6403267" y="5150185"/>
                  </a:lnTo>
                  <a:lnTo>
                    <a:pt x="6403849" y="5141388"/>
                  </a:lnTo>
                  <a:lnTo>
                    <a:pt x="6407788" y="5133501"/>
                  </a:lnTo>
                  <a:lnTo>
                    <a:pt x="6414216" y="5127930"/>
                  </a:lnTo>
                  <a:lnTo>
                    <a:pt x="6422266" y="5125182"/>
                  </a:lnTo>
                  <a:lnTo>
                    <a:pt x="6431071" y="5125761"/>
                  </a:lnTo>
                  <a:lnTo>
                    <a:pt x="6438963" y="5129707"/>
                  </a:lnTo>
                  <a:lnTo>
                    <a:pt x="6444524" y="5136143"/>
                  </a:lnTo>
                  <a:lnTo>
                    <a:pt x="6447261" y="5144197"/>
                  </a:lnTo>
                  <a:lnTo>
                    <a:pt x="6446679" y="5152994"/>
                  </a:lnTo>
                  <a:close/>
                </a:path>
                <a:path w="7310754" h="7158355">
                  <a:moveTo>
                    <a:pt x="6550488" y="4786110"/>
                  </a:moveTo>
                  <a:lnTo>
                    <a:pt x="6545796" y="4795496"/>
                  </a:lnTo>
                  <a:lnTo>
                    <a:pt x="6538138" y="4802124"/>
                  </a:lnTo>
                  <a:lnTo>
                    <a:pt x="6528551" y="4805395"/>
                  </a:lnTo>
                  <a:lnTo>
                    <a:pt x="6518071" y="4804708"/>
                  </a:lnTo>
                  <a:lnTo>
                    <a:pt x="6508700" y="4800016"/>
                  </a:lnTo>
                  <a:lnTo>
                    <a:pt x="6502074" y="4792352"/>
                  </a:lnTo>
                  <a:lnTo>
                    <a:pt x="6498798" y="4782760"/>
                  </a:lnTo>
                  <a:lnTo>
                    <a:pt x="6499480" y="4772288"/>
                  </a:lnTo>
                  <a:lnTo>
                    <a:pt x="6504179" y="4762903"/>
                  </a:lnTo>
                  <a:lnTo>
                    <a:pt x="6511849" y="4756278"/>
                  </a:lnTo>
                  <a:lnTo>
                    <a:pt x="6521439" y="4753008"/>
                  </a:lnTo>
                  <a:lnTo>
                    <a:pt x="6531897" y="4753690"/>
                  </a:lnTo>
                  <a:lnTo>
                    <a:pt x="6541290" y="4758386"/>
                  </a:lnTo>
                  <a:lnTo>
                    <a:pt x="6547914" y="4766049"/>
                  </a:lnTo>
                  <a:lnTo>
                    <a:pt x="6551178" y="4775637"/>
                  </a:lnTo>
                  <a:lnTo>
                    <a:pt x="6550488" y="4786110"/>
                  </a:lnTo>
                  <a:close/>
                </a:path>
                <a:path w="7310754" h="7158355">
                  <a:moveTo>
                    <a:pt x="6655319" y="4419503"/>
                  </a:moveTo>
                  <a:lnTo>
                    <a:pt x="6649686" y="4430767"/>
                  </a:lnTo>
                  <a:lnTo>
                    <a:pt x="6640490" y="4438721"/>
                  </a:lnTo>
                  <a:lnTo>
                    <a:pt x="6628981" y="4442646"/>
                  </a:lnTo>
                  <a:lnTo>
                    <a:pt x="6616408" y="4441821"/>
                  </a:lnTo>
                  <a:lnTo>
                    <a:pt x="6605140" y="4436185"/>
                  </a:lnTo>
                  <a:lnTo>
                    <a:pt x="6597187" y="4426987"/>
                  </a:lnTo>
                  <a:lnTo>
                    <a:pt x="6593265" y="4415478"/>
                  </a:lnTo>
                  <a:lnTo>
                    <a:pt x="6594090" y="4402910"/>
                  </a:lnTo>
                  <a:lnTo>
                    <a:pt x="6599723" y="4391646"/>
                  </a:lnTo>
                  <a:lnTo>
                    <a:pt x="6608919" y="4383692"/>
                  </a:lnTo>
                  <a:lnTo>
                    <a:pt x="6620428" y="4379767"/>
                  </a:lnTo>
                  <a:lnTo>
                    <a:pt x="6633001" y="4380591"/>
                  </a:lnTo>
                  <a:lnTo>
                    <a:pt x="6644269" y="4386228"/>
                  </a:lnTo>
                  <a:lnTo>
                    <a:pt x="6652222" y="4395426"/>
                  </a:lnTo>
                  <a:lnTo>
                    <a:pt x="6656144" y="4406935"/>
                  </a:lnTo>
                  <a:lnTo>
                    <a:pt x="6655319" y="4419503"/>
                  </a:lnTo>
                  <a:close/>
                </a:path>
                <a:path w="7310754" h="7158355">
                  <a:moveTo>
                    <a:pt x="6760151" y="4052895"/>
                  </a:moveTo>
                  <a:lnTo>
                    <a:pt x="6753576" y="4066036"/>
                  </a:lnTo>
                  <a:lnTo>
                    <a:pt x="6742843" y="4075314"/>
                  </a:lnTo>
                  <a:lnTo>
                    <a:pt x="6729413" y="4079891"/>
                  </a:lnTo>
                  <a:lnTo>
                    <a:pt x="6714747" y="4078930"/>
                  </a:lnTo>
                  <a:lnTo>
                    <a:pt x="6701602" y="4072355"/>
                  </a:lnTo>
                  <a:lnTo>
                    <a:pt x="6692320" y="4061623"/>
                  </a:lnTo>
                  <a:lnTo>
                    <a:pt x="6687740" y="4048195"/>
                  </a:lnTo>
                  <a:lnTo>
                    <a:pt x="6688699" y="4033533"/>
                  </a:lnTo>
                  <a:lnTo>
                    <a:pt x="6695274" y="4020392"/>
                  </a:lnTo>
                  <a:lnTo>
                    <a:pt x="6706007" y="4011114"/>
                  </a:lnTo>
                  <a:lnTo>
                    <a:pt x="6719438" y="4006537"/>
                  </a:lnTo>
                  <a:lnTo>
                    <a:pt x="6734103" y="4007498"/>
                  </a:lnTo>
                  <a:lnTo>
                    <a:pt x="6747248" y="4014073"/>
                  </a:lnTo>
                  <a:lnTo>
                    <a:pt x="6756530" y="4024805"/>
                  </a:lnTo>
                  <a:lnTo>
                    <a:pt x="6761110" y="4038233"/>
                  </a:lnTo>
                  <a:lnTo>
                    <a:pt x="6760151" y="4052895"/>
                  </a:lnTo>
                  <a:close/>
                </a:path>
                <a:path w="7310754" h="7158355">
                  <a:moveTo>
                    <a:pt x="6863960" y="3686011"/>
                  </a:moveTo>
                  <a:lnTo>
                    <a:pt x="6856632" y="3700652"/>
                  </a:lnTo>
                  <a:lnTo>
                    <a:pt x="6844669" y="3710988"/>
                  </a:lnTo>
                  <a:lnTo>
                    <a:pt x="6829702" y="3716087"/>
                  </a:lnTo>
                  <a:lnTo>
                    <a:pt x="6813362" y="3715016"/>
                  </a:lnTo>
                  <a:lnTo>
                    <a:pt x="6798725" y="3707693"/>
                  </a:lnTo>
                  <a:lnTo>
                    <a:pt x="6788397" y="3695739"/>
                  </a:lnTo>
                  <a:lnTo>
                    <a:pt x="6783307" y="3680782"/>
                  </a:lnTo>
                  <a:lnTo>
                    <a:pt x="6784382" y="3664446"/>
                  </a:lnTo>
                  <a:lnTo>
                    <a:pt x="6791702" y="3649803"/>
                  </a:lnTo>
                  <a:lnTo>
                    <a:pt x="6803648" y="3639462"/>
                  </a:lnTo>
                  <a:lnTo>
                    <a:pt x="6818597" y="3634359"/>
                  </a:lnTo>
                  <a:lnTo>
                    <a:pt x="6834929" y="3635427"/>
                  </a:lnTo>
                  <a:lnTo>
                    <a:pt x="6849574" y="3642753"/>
                  </a:lnTo>
                  <a:lnTo>
                    <a:pt x="6859920" y="3654711"/>
                  </a:lnTo>
                  <a:lnTo>
                    <a:pt x="6865027" y="3669673"/>
                  </a:lnTo>
                  <a:lnTo>
                    <a:pt x="6863960" y="3686011"/>
                  </a:lnTo>
                  <a:close/>
                </a:path>
                <a:path w="7310754" h="7158355">
                  <a:moveTo>
                    <a:pt x="6967770" y="3319127"/>
                  </a:moveTo>
                  <a:lnTo>
                    <a:pt x="6959689" y="3335269"/>
                  </a:lnTo>
                  <a:lnTo>
                    <a:pt x="6946495" y="3346665"/>
                  </a:lnTo>
                  <a:lnTo>
                    <a:pt x="6929991" y="3352287"/>
                  </a:lnTo>
                  <a:lnTo>
                    <a:pt x="6911976" y="3351107"/>
                  </a:lnTo>
                  <a:lnTo>
                    <a:pt x="6895838" y="3343032"/>
                  </a:lnTo>
                  <a:lnTo>
                    <a:pt x="6884448" y="3329851"/>
                  </a:lnTo>
                  <a:lnTo>
                    <a:pt x="6878831" y="3313358"/>
                  </a:lnTo>
                  <a:lnTo>
                    <a:pt x="6880014" y="3295346"/>
                  </a:lnTo>
                  <a:lnTo>
                    <a:pt x="6888087" y="3279201"/>
                  </a:lnTo>
                  <a:lnTo>
                    <a:pt x="6901263" y="3267800"/>
                  </a:lnTo>
                  <a:lnTo>
                    <a:pt x="6917749" y="3262173"/>
                  </a:lnTo>
                  <a:lnTo>
                    <a:pt x="6935756" y="3263351"/>
                  </a:lnTo>
                  <a:lnTo>
                    <a:pt x="6951902" y="3271428"/>
                  </a:lnTo>
                  <a:lnTo>
                    <a:pt x="6963310" y="3284614"/>
                  </a:lnTo>
                  <a:lnTo>
                    <a:pt x="6968945" y="3301112"/>
                  </a:lnTo>
                  <a:lnTo>
                    <a:pt x="6967770" y="3319127"/>
                  </a:lnTo>
                  <a:close/>
                </a:path>
                <a:path w="7310754" h="7158355">
                  <a:moveTo>
                    <a:pt x="7065446" y="2950580"/>
                  </a:moveTo>
                  <a:lnTo>
                    <a:pt x="7057741" y="2965974"/>
                  </a:lnTo>
                  <a:lnTo>
                    <a:pt x="7045162" y="2976841"/>
                  </a:lnTo>
                  <a:lnTo>
                    <a:pt x="7029426" y="2982201"/>
                  </a:lnTo>
                  <a:lnTo>
                    <a:pt x="7012249" y="2981076"/>
                  </a:lnTo>
                  <a:lnTo>
                    <a:pt x="6996861" y="2973377"/>
                  </a:lnTo>
                  <a:lnTo>
                    <a:pt x="6986003" y="2960809"/>
                  </a:lnTo>
                  <a:lnTo>
                    <a:pt x="6980649" y="2945083"/>
                  </a:lnTo>
                  <a:lnTo>
                    <a:pt x="6981779" y="2927908"/>
                  </a:lnTo>
                  <a:lnTo>
                    <a:pt x="6989476" y="2912512"/>
                  </a:lnTo>
                  <a:lnTo>
                    <a:pt x="7002037" y="2901640"/>
                  </a:lnTo>
                  <a:lnTo>
                    <a:pt x="7017755" y="2896275"/>
                  </a:lnTo>
                  <a:lnTo>
                    <a:pt x="7034924" y="2897398"/>
                  </a:lnTo>
                  <a:lnTo>
                    <a:pt x="7050320" y="2905099"/>
                  </a:lnTo>
                  <a:lnTo>
                    <a:pt x="7061196" y="2917672"/>
                  </a:lnTo>
                  <a:lnTo>
                    <a:pt x="7066567" y="2933403"/>
                  </a:lnTo>
                  <a:lnTo>
                    <a:pt x="7065446" y="2950580"/>
                  </a:lnTo>
                  <a:close/>
                </a:path>
                <a:path w="7310754" h="7158355">
                  <a:moveTo>
                    <a:pt x="7140931" y="2566946"/>
                  </a:moveTo>
                  <a:lnTo>
                    <a:pt x="7136349" y="2583853"/>
                  </a:lnTo>
                  <a:lnTo>
                    <a:pt x="7127643" y="2588851"/>
                  </a:lnTo>
                  <a:lnTo>
                    <a:pt x="7110726" y="2584267"/>
                  </a:lnTo>
                  <a:lnTo>
                    <a:pt x="7105734" y="2575557"/>
                  </a:lnTo>
                  <a:lnTo>
                    <a:pt x="7110316" y="2558650"/>
                  </a:lnTo>
                  <a:lnTo>
                    <a:pt x="7119022" y="2553652"/>
                  </a:lnTo>
                  <a:lnTo>
                    <a:pt x="7135939" y="2558236"/>
                  </a:lnTo>
                  <a:lnTo>
                    <a:pt x="7140931" y="2566946"/>
                  </a:lnTo>
                  <a:close/>
                </a:path>
                <a:path w="7310754" h="7158355">
                  <a:moveTo>
                    <a:pt x="6496445" y="6350313"/>
                  </a:moveTo>
                  <a:lnTo>
                    <a:pt x="6495834" y="6352567"/>
                  </a:lnTo>
                  <a:lnTo>
                    <a:pt x="6494667" y="6353233"/>
                  </a:lnTo>
                  <a:lnTo>
                    <a:pt x="6492417" y="6352623"/>
                  </a:lnTo>
                  <a:lnTo>
                    <a:pt x="6491746" y="6351459"/>
                  </a:lnTo>
                  <a:lnTo>
                    <a:pt x="6492355" y="6349210"/>
                  </a:lnTo>
                  <a:lnTo>
                    <a:pt x="6493523" y="6348545"/>
                  </a:lnTo>
                  <a:lnTo>
                    <a:pt x="6495772" y="6349154"/>
                  </a:lnTo>
                  <a:lnTo>
                    <a:pt x="6496445" y="6350313"/>
                  </a:lnTo>
                  <a:close/>
                </a:path>
                <a:path w="7310754" h="7158355">
                  <a:moveTo>
                    <a:pt x="6602040" y="5980890"/>
                  </a:moveTo>
                  <a:lnTo>
                    <a:pt x="6599901" y="5988781"/>
                  </a:lnTo>
                  <a:lnTo>
                    <a:pt x="6595814" y="5991108"/>
                  </a:lnTo>
                  <a:lnTo>
                    <a:pt x="6587944" y="5988975"/>
                  </a:lnTo>
                  <a:lnTo>
                    <a:pt x="6585591" y="5984903"/>
                  </a:lnTo>
                  <a:lnTo>
                    <a:pt x="6587729" y="5977012"/>
                  </a:lnTo>
                  <a:lnTo>
                    <a:pt x="6591816" y="5974685"/>
                  </a:lnTo>
                  <a:lnTo>
                    <a:pt x="6599687" y="5976817"/>
                  </a:lnTo>
                  <a:lnTo>
                    <a:pt x="6602040" y="5980890"/>
                  </a:lnTo>
                  <a:close/>
                </a:path>
                <a:path w="7310754" h="7158355">
                  <a:moveTo>
                    <a:pt x="6708809" y="5611181"/>
                  </a:moveTo>
                  <a:lnTo>
                    <a:pt x="6704840" y="5625829"/>
                  </a:lnTo>
                  <a:lnTo>
                    <a:pt x="6697301" y="5630161"/>
                  </a:lnTo>
                  <a:lnTo>
                    <a:pt x="6682633" y="5626186"/>
                  </a:lnTo>
                  <a:lnTo>
                    <a:pt x="6678313" y="5618641"/>
                  </a:lnTo>
                  <a:lnTo>
                    <a:pt x="6682283" y="5603993"/>
                  </a:lnTo>
                  <a:lnTo>
                    <a:pt x="6689821" y="5599660"/>
                  </a:lnTo>
                  <a:lnTo>
                    <a:pt x="6704490" y="5603635"/>
                  </a:lnTo>
                  <a:lnTo>
                    <a:pt x="6708809" y="5611181"/>
                  </a:lnTo>
                  <a:close/>
                </a:path>
                <a:path w="7310754" h="7158355">
                  <a:moveTo>
                    <a:pt x="6811656" y="5251898"/>
                  </a:moveTo>
                  <a:lnTo>
                    <a:pt x="6808274" y="5258656"/>
                  </a:lnTo>
                  <a:lnTo>
                    <a:pt x="6802750" y="5263427"/>
                  </a:lnTo>
                  <a:lnTo>
                    <a:pt x="6795835" y="5265779"/>
                  </a:lnTo>
                  <a:lnTo>
                    <a:pt x="6788278" y="5265281"/>
                  </a:lnTo>
                  <a:lnTo>
                    <a:pt x="6781533" y="5261903"/>
                  </a:lnTo>
                  <a:lnTo>
                    <a:pt x="6776767" y="5256386"/>
                  </a:lnTo>
                  <a:lnTo>
                    <a:pt x="6774414" y="5249481"/>
                  </a:lnTo>
                  <a:lnTo>
                    <a:pt x="6774907" y="5241939"/>
                  </a:lnTo>
                  <a:lnTo>
                    <a:pt x="6778289" y="5235180"/>
                  </a:lnTo>
                  <a:lnTo>
                    <a:pt x="6783807" y="5230408"/>
                  </a:lnTo>
                  <a:lnTo>
                    <a:pt x="6790706" y="5228052"/>
                  </a:lnTo>
                  <a:lnTo>
                    <a:pt x="6798234" y="5228543"/>
                  </a:lnTo>
                  <a:lnTo>
                    <a:pt x="6805008" y="5231928"/>
                  </a:lnTo>
                  <a:lnTo>
                    <a:pt x="6809790" y="5237449"/>
                  </a:lnTo>
                  <a:lnTo>
                    <a:pt x="6812149" y="5244356"/>
                  </a:lnTo>
                  <a:lnTo>
                    <a:pt x="6811656" y="5251898"/>
                  </a:lnTo>
                  <a:close/>
                </a:path>
                <a:path w="7310754" h="7158355">
                  <a:moveTo>
                    <a:pt x="6915414" y="4884999"/>
                  </a:moveTo>
                  <a:lnTo>
                    <a:pt x="6911287" y="4893259"/>
                  </a:lnTo>
                  <a:lnTo>
                    <a:pt x="6904552" y="4899093"/>
                  </a:lnTo>
                  <a:lnTo>
                    <a:pt x="6896117" y="4901972"/>
                  </a:lnTo>
                  <a:lnTo>
                    <a:pt x="6886893" y="4901367"/>
                  </a:lnTo>
                  <a:lnTo>
                    <a:pt x="6878648" y="4897238"/>
                  </a:lnTo>
                  <a:lnTo>
                    <a:pt x="6872819" y="4890494"/>
                  </a:lnTo>
                  <a:lnTo>
                    <a:pt x="6869939" y="4882054"/>
                  </a:lnTo>
                  <a:lnTo>
                    <a:pt x="6870540" y="4872839"/>
                  </a:lnTo>
                  <a:lnTo>
                    <a:pt x="6874673" y="4864582"/>
                  </a:lnTo>
                  <a:lnTo>
                    <a:pt x="6881421" y="4858751"/>
                  </a:lnTo>
                  <a:lnTo>
                    <a:pt x="6889857" y="4855872"/>
                  </a:lnTo>
                  <a:lnTo>
                    <a:pt x="6899059" y="4856472"/>
                  </a:lnTo>
                  <a:lnTo>
                    <a:pt x="6907327" y="4860605"/>
                  </a:lnTo>
                  <a:lnTo>
                    <a:pt x="6913154" y="4867348"/>
                  </a:lnTo>
                  <a:lnTo>
                    <a:pt x="6916022" y="4875784"/>
                  </a:lnTo>
                  <a:lnTo>
                    <a:pt x="6915414" y="4884999"/>
                  </a:lnTo>
                  <a:close/>
                </a:path>
                <a:path w="7310754" h="7158355">
                  <a:moveTo>
                    <a:pt x="7019223" y="4518115"/>
                  </a:moveTo>
                  <a:lnTo>
                    <a:pt x="7014343" y="4527878"/>
                  </a:lnTo>
                  <a:lnTo>
                    <a:pt x="7006377" y="4534772"/>
                  </a:lnTo>
                  <a:lnTo>
                    <a:pt x="6996405" y="4538173"/>
                  </a:lnTo>
                  <a:lnTo>
                    <a:pt x="6985507" y="4537458"/>
                  </a:lnTo>
                  <a:lnTo>
                    <a:pt x="6975761" y="4532579"/>
                  </a:lnTo>
                  <a:lnTo>
                    <a:pt x="6968869" y="4524608"/>
                  </a:lnTo>
                  <a:lnTo>
                    <a:pt x="6965461" y="4514632"/>
                  </a:lnTo>
                  <a:lnTo>
                    <a:pt x="6966171" y="4503739"/>
                  </a:lnTo>
                  <a:lnTo>
                    <a:pt x="6971059" y="4493977"/>
                  </a:lnTo>
                  <a:lnTo>
                    <a:pt x="6979036" y="4487087"/>
                  </a:lnTo>
                  <a:lnTo>
                    <a:pt x="6989010" y="4483686"/>
                  </a:lnTo>
                  <a:lnTo>
                    <a:pt x="6999886" y="4484395"/>
                  </a:lnTo>
                  <a:lnTo>
                    <a:pt x="7009654" y="4489280"/>
                  </a:lnTo>
                  <a:lnTo>
                    <a:pt x="7016545" y="4497251"/>
                  </a:lnTo>
                  <a:lnTo>
                    <a:pt x="7019940" y="4507224"/>
                  </a:lnTo>
                  <a:lnTo>
                    <a:pt x="7019223" y="4518115"/>
                  </a:lnTo>
                  <a:close/>
                </a:path>
                <a:path w="7310754" h="7158355">
                  <a:moveTo>
                    <a:pt x="7120988" y="4150677"/>
                  </a:moveTo>
                  <a:lnTo>
                    <a:pt x="7115732" y="4161189"/>
                  </a:lnTo>
                  <a:lnTo>
                    <a:pt x="7107151" y="4168612"/>
                  </a:lnTo>
                  <a:lnTo>
                    <a:pt x="7096411" y="4172275"/>
                  </a:lnTo>
                  <a:lnTo>
                    <a:pt x="7084675" y="4171505"/>
                  </a:lnTo>
                  <a:lnTo>
                    <a:pt x="7074178" y="4166250"/>
                  </a:lnTo>
                  <a:lnTo>
                    <a:pt x="7066755" y="4157666"/>
                  </a:lnTo>
                  <a:lnTo>
                    <a:pt x="7063084" y="4146922"/>
                  </a:lnTo>
                  <a:lnTo>
                    <a:pt x="7063847" y="4135192"/>
                  </a:lnTo>
                  <a:lnTo>
                    <a:pt x="7069111" y="4124682"/>
                  </a:lnTo>
                  <a:lnTo>
                    <a:pt x="7077703" y="4117262"/>
                  </a:lnTo>
                  <a:lnTo>
                    <a:pt x="7088446" y="4113600"/>
                  </a:lnTo>
                  <a:lnTo>
                    <a:pt x="7100159" y="4114364"/>
                  </a:lnTo>
                  <a:lnTo>
                    <a:pt x="7110678" y="4119625"/>
                  </a:lnTo>
                  <a:lnTo>
                    <a:pt x="7118100" y="4128209"/>
                  </a:lnTo>
                  <a:lnTo>
                    <a:pt x="7121758" y="4138949"/>
                  </a:lnTo>
                  <a:lnTo>
                    <a:pt x="7120988" y="4150677"/>
                  </a:lnTo>
                  <a:close/>
                </a:path>
                <a:path w="7310754" h="7158355">
                  <a:moveTo>
                    <a:pt x="7218664" y="3782130"/>
                  </a:moveTo>
                  <a:lnTo>
                    <a:pt x="7213784" y="3791894"/>
                  </a:lnTo>
                  <a:lnTo>
                    <a:pt x="7205818" y="3798787"/>
                  </a:lnTo>
                  <a:lnTo>
                    <a:pt x="7195846" y="3802189"/>
                  </a:lnTo>
                  <a:lnTo>
                    <a:pt x="7184948" y="3801473"/>
                  </a:lnTo>
                  <a:lnTo>
                    <a:pt x="7175202" y="3796594"/>
                  </a:lnTo>
                  <a:lnTo>
                    <a:pt x="7168309" y="3788623"/>
                  </a:lnTo>
                  <a:lnTo>
                    <a:pt x="7164902" y="3778648"/>
                  </a:lnTo>
                  <a:lnTo>
                    <a:pt x="7165612" y="3767754"/>
                  </a:lnTo>
                  <a:lnTo>
                    <a:pt x="7170500" y="3757993"/>
                  </a:lnTo>
                  <a:lnTo>
                    <a:pt x="7178477" y="3751102"/>
                  </a:lnTo>
                  <a:lnTo>
                    <a:pt x="7188451" y="3747701"/>
                  </a:lnTo>
                  <a:lnTo>
                    <a:pt x="7199327" y="3748411"/>
                  </a:lnTo>
                  <a:lnTo>
                    <a:pt x="7209095" y="3753296"/>
                  </a:lnTo>
                  <a:lnTo>
                    <a:pt x="7215986" y="3761266"/>
                  </a:lnTo>
                  <a:lnTo>
                    <a:pt x="7219381" y="3771239"/>
                  </a:lnTo>
                  <a:lnTo>
                    <a:pt x="7218664" y="3782130"/>
                  </a:lnTo>
                  <a:close/>
                </a:path>
                <a:path w="7310754" h="7158355">
                  <a:moveTo>
                    <a:pt x="7310657" y="3402366"/>
                  </a:moveTo>
                  <a:lnTo>
                    <a:pt x="7305771" y="3420398"/>
                  </a:lnTo>
                  <a:lnTo>
                    <a:pt x="7296481" y="3425726"/>
                  </a:lnTo>
                  <a:lnTo>
                    <a:pt x="7278439" y="3420837"/>
                  </a:lnTo>
                  <a:lnTo>
                    <a:pt x="7273111" y="3411547"/>
                  </a:lnTo>
                  <a:lnTo>
                    <a:pt x="7277998" y="3393516"/>
                  </a:lnTo>
                  <a:lnTo>
                    <a:pt x="7287287" y="3388187"/>
                  </a:lnTo>
                  <a:lnTo>
                    <a:pt x="7305329" y="3393077"/>
                  </a:lnTo>
                  <a:lnTo>
                    <a:pt x="7310657" y="3402366"/>
                  </a:lnTo>
                  <a:close/>
                </a:path>
                <a:path w="7310754" h="7158355">
                  <a:moveTo>
                    <a:pt x="7163599" y="5346057"/>
                  </a:moveTo>
                  <a:lnTo>
                    <a:pt x="7162988" y="5348311"/>
                  </a:lnTo>
                  <a:lnTo>
                    <a:pt x="7161820" y="5348976"/>
                  </a:lnTo>
                  <a:lnTo>
                    <a:pt x="7159571" y="5348367"/>
                  </a:lnTo>
                  <a:lnTo>
                    <a:pt x="7158900" y="5347203"/>
                  </a:lnTo>
                  <a:lnTo>
                    <a:pt x="7159509" y="5344954"/>
                  </a:lnTo>
                  <a:lnTo>
                    <a:pt x="7160676" y="5344288"/>
                  </a:lnTo>
                  <a:lnTo>
                    <a:pt x="7162926" y="5344898"/>
                  </a:lnTo>
                  <a:lnTo>
                    <a:pt x="7163599" y="5346057"/>
                  </a:lnTo>
                  <a:close/>
                </a:path>
                <a:path w="7310754" h="7158355">
                  <a:moveTo>
                    <a:pt x="7264494" y="4977779"/>
                  </a:moveTo>
                  <a:lnTo>
                    <a:pt x="7263577" y="4981163"/>
                  </a:lnTo>
                  <a:lnTo>
                    <a:pt x="7261826" y="4982158"/>
                  </a:lnTo>
                  <a:lnTo>
                    <a:pt x="7258453" y="4981244"/>
                  </a:lnTo>
                  <a:lnTo>
                    <a:pt x="7257444" y="4979500"/>
                  </a:lnTo>
                  <a:lnTo>
                    <a:pt x="7258361" y="4976117"/>
                  </a:lnTo>
                  <a:lnTo>
                    <a:pt x="7260112" y="4975121"/>
                  </a:lnTo>
                  <a:lnTo>
                    <a:pt x="7263485" y="4976035"/>
                  </a:lnTo>
                  <a:lnTo>
                    <a:pt x="7264494" y="4977779"/>
                  </a:lnTo>
                  <a:close/>
                </a:path>
              </a:pathLst>
            </a:custGeom>
            <a:solidFill>
              <a:srgbClr val="CAF0F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287780" y="1036653"/>
              <a:ext cx="4972050" cy="4965700"/>
            </a:xfrm>
            <a:custGeom>
              <a:avLst/>
              <a:gdLst/>
              <a:ahLst/>
              <a:cxnLst/>
              <a:rect l="l" t="t" r="r" b="b"/>
              <a:pathLst>
                <a:path w="4972050" h="4965700">
                  <a:moveTo>
                    <a:pt x="4594748" y="4889499"/>
                  </a:moveTo>
                  <a:lnTo>
                    <a:pt x="4643995" y="4889499"/>
                  </a:lnTo>
                  <a:lnTo>
                    <a:pt x="4654662" y="4902199"/>
                  </a:lnTo>
                  <a:lnTo>
                    <a:pt x="4661710" y="4914899"/>
                  </a:lnTo>
                  <a:lnTo>
                    <a:pt x="4664256" y="4927599"/>
                  </a:lnTo>
                  <a:lnTo>
                    <a:pt x="4660714" y="4940299"/>
                  </a:lnTo>
                  <a:lnTo>
                    <a:pt x="4651071" y="4952999"/>
                  </a:lnTo>
                  <a:lnTo>
                    <a:pt x="4636799" y="4965699"/>
                  </a:lnTo>
                  <a:lnTo>
                    <a:pt x="4601944" y="4965699"/>
                  </a:lnTo>
                  <a:lnTo>
                    <a:pt x="4587672" y="4952999"/>
                  </a:lnTo>
                  <a:lnTo>
                    <a:pt x="4578029" y="4940299"/>
                  </a:lnTo>
                  <a:lnTo>
                    <a:pt x="4574487" y="4927599"/>
                  </a:lnTo>
                  <a:lnTo>
                    <a:pt x="4577033" y="4914899"/>
                  </a:lnTo>
                  <a:lnTo>
                    <a:pt x="4584081" y="4902199"/>
                  </a:lnTo>
                  <a:lnTo>
                    <a:pt x="4594748" y="4889499"/>
                  </a:lnTo>
                  <a:close/>
                </a:path>
                <a:path w="4972050" h="4965700">
                  <a:moveTo>
                    <a:pt x="4608150" y="1727199"/>
                  </a:moveTo>
                  <a:lnTo>
                    <a:pt x="4630593" y="1727199"/>
                  </a:lnTo>
                  <a:lnTo>
                    <a:pt x="4630593" y="4889499"/>
                  </a:lnTo>
                  <a:lnTo>
                    <a:pt x="4608150" y="4889499"/>
                  </a:lnTo>
                  <a:lnTo>
                    <a:pt x="4608150" y="1727199"/>
                  </a:lnTo>
                  <a:close/>
                </a:path>
                <a:path w="4972050" h="4965700">
                  <a:moveTo>
                    <a:pt x="3917550" y="3949699"/>
                  </a:moveTo>
                  <a:lnTo>
                    <a:pt x="3988131" y="3949699"/>
                  </a:lnTo>
                  <a:lnTo>
                    <a:pt x="3995179" y="3962399"/>
                  </a:lnTo>
                  <a:lnTo>
                    <a:pt x="3997725" y="3975099"/>
                  </a:lnTo>
                  <a:lnTo>
                    <a:pt x="3994183" y="4000499"/>
                  </a:lnTo>
                  <a:lnTo>
                    <a:pt x="3984540" y="4013199"/>
                  </a:lnTo>
                  <a:lnTo>
                    <a:pt x="3970268" y="4025899"/>
                  </a:lnTo>
                  <a:lnTo>
                    <a:pt x="3935413" y="4025899"/>
                  </a:lnTo>
                  <a:lnTo>
                    <a:pt x="3921141" y="4013199"/>
                  </a:lnTo>
                  <a:lnTo>
                    <a:pt x="3911498" y="4000499"/>
                  </a:lnTo>
                  <a:lnTo>
                    <a:pt x="3907957" y="3975099"/>
                  </a:lnTo>
                  <a:lnTo>
                    <a:pt x="3910502" y="3962399"/>
                  </a:lnTo>
                  <a:lnTo>
                    <a:pt x="3917550" y="3949699"/>
                  </a:lnTo>
                  <a:close/>
                </a:path>
                <a:path w="4972050" h="4965700">
                  <a:moveTo>
                    <a:pt x="4265865" y="3035299"/>
                  </a:moveTo>
                  <a:lnTo>
                    <a:pt x="4294746" y="3035299"/>
                  </a:lnTo>
                  <a:lnTo>
                    <a:pt x="3964062" y="3365499"/>
                  </a:lnTo>
                  <a:lnTo>
                    <a:pt x="3964062" y="3936999"/>
                  </a:lnTo>
                  <a:lnTo>
                    <a:pt x="3977464" y="3949699"/>
                  </a:lnTo>
                  <a:lnTo>
                    <a:pt x="3928218" y="3949699"/>
                  </a:lnTo>
                  <a:lnTo>
                    <a:pt x="3941620" y="3936999"/>
                  </a:lnTo>
                  <a:lnTo>
                    <a:pt x="3941620" y="3365499"/>
                  </a:lnTo>
                  <a:lnTo>
                    <a:pt x="3941283" y="3365499"/>
                  </a:lnTo>
                  <a:lnTo>
                    <a:pt x="3942181" y="3352799"/>
                  </a:lnTo>
                  <a:lnTo>
                    <a:pt x="4265865" y="3035299"/>
                  </a:lnTo>
                  <a:close/>
                </a:path>
                <a:path w="4972050" h="4965700">
                  <a:moveTo>
                    <a:pt x="4285994" y="2933699"/>
                  </a:moveTo>
                  <a:lnTo>
                    <a:pt x="4379690" y="2933699"/>
                  </a:lnTo>
                  <a:lnTo>
                    <a:pt x="4394207" y="2959099"/>
                  </a:lnTo>
                  <a:lnTo>
                    <a:pt x="4399046" y="2984499"/>
                  </a:lnTo>
                  <a:lnTo>
                    <a:pt x="4394207" y="3009899"/>
                  </a:lnTo>
                  <a:lnTo>
                    <a:pt x="4379690" y="3022599"/>
                  </a:lnTo>
                  <a:lnTo>
                    <a:pt x="4360137" y="3047999"/>
                  </a:lnTo>
                  <a:lnTo>
                    <a:pt x="4315688" y="3047999"/>
                  </a:lnTo>
                  <a:lnTo>
                    <a:pt x="4294746" y="3035299"/>
                  </a:lnTo>
                  <a:lnTo>
                    <a:pt x="4265865" y="3035299"/>
                  </a:lnTo>
                  <a:lnTo>
                    <a:pt x="4278812" y="3022599"/>
                  </a:lnTo>
                  <a:lnTo>
                    <a:pt x="4268905" y="2997199"/>
                  </a:lnTo>
                  <a:lnTo>
                    <a:pt x="4266792" y="2971799"/>
                  </a:lnTo>
                  <a:lnTo>
                    <a:pt x="4272485" y="2959099"/>
                  </a:lnTo>
                  <a:lnTo>
                    <a:pt x="4285994" y="2933699"/>
                  </a:lnTo>
                  <a:close/>
                </a:path>
                <a:path w="4972050" h="4965700">
                  <a:moveTo>
                    <a:pt x="4302769" y="2920999"/>
                  </a:moveTo>
                  <a:lnTo>
                    <a:pt x="4362914" y="2920999"/>
                  </a:lnTo>
                  <a:lnTo>
                    <a:pt x="4371639" y="2933699"/>
                  </a:lnTo>
                  <a:lnTo>
                    <a:pt x="4294045" y="2933699"/>
                  </a:lnTo>
                  <a:lnTo>
                    <a:pt x="4302769" y="2920999"/>
                  </a:lnTo>
                  <a:close/>
                </a:path>
                <a:path w="4972050" h="4965700">
                  <a:moveTo>
                    <a:pt x="4894624" y="126999"/>
                  </a:moveTo>
                  <a:lnTo>
                    <a:pt x="4917178" y="126999"/>
                  </a:lnTo>
                  <a:lnTo>
                    <a:pt x="4917178" y="1079499"/>
                  </a:lnTo>
                  <a:lnTo>
                    <a:pt x="4916954" y="1079499"/>
                  </a:lnTo>
                  <a:lnTo>
                    <a:pt x="4916617" y="1092199"/>
                  </a:lnTo>
                  <a:lnTo>
                    <a:pt x="4912578" y="1092199"/>
                  </a:lnTo>
                  <a:lnTo>
                    <a:pt x="4344119" y="1574799"/>
                  </a:lnTo>
                  <a:lnTo>
                    <a:pt x="4344119" y="2920999"/>
                  </a:lnTo>
                  <a:lnTo>
                    <a:pt x="4321565" y="2920999"/>
                  </a:lnTo>
                  <a:lnTo>
                    <a:pt x="4321452" y="1574799"/>
                  </a:lnTo>
                  <a:lnTo>
                    <a:pt x="4322687" y="1574799"/>
                  </a:lnTo>
                  <a:lnTo>
                    <a:pt x="4325492" y="1562099"/>
                  </a:lnTo>
                  <a:lnTo>
                    <a:pt x="4894624" y="1079499"/>
                  </a:lnTo>
                  <a:lnTo>
                    <a:pt x="4894624" y="126999"/>
                  </a:lnTo>
                  <a:close/>
                </a:path>
                <a:path w="4972050" h="4965700">
                  <a:moveTo>
                    <a:pt x="4000930" y="2730499"/>
                  </a:moveTo>
                  <a:lnTo>
                    <a:pt x="4050177" y="2730499"/>
                  </a:lnTo>
                  <a:lnTo>
                    <a:pt x="4060844" y="2743199"/>
                  </a:lnTo>
                  <a:lnTo>
                    <a:pt x="4067892" y="2755899"/>
                  </a:lnTo>
                  <a:lnTo>
                    <a:pt x="4070438" y="2768599"/>
                  </a:lnTo>
                  <a:lnTo>
                    <a:pt x="4066896" y="2781299"/>
                  </a:lnTo>
                  <a:lnTo>
                    <a:pt x="4057253" y="2793999"/>
                  </a:lnTo>
                  <a:lnTo>
                    <a:pt x="4042981" y="2806699"/>
                  </a:lnTo>
                  <a:lnTo>
                    <a:pt x="4025553" y="2819399"/>
                  </a:lnTo>
                  <a:lnTo>
                    <a:pt x="4008126" y="2806699"/>
                  </a:lnTo>
                  <a:lnTo>
                    <a:pt x="3993854" y="2793999"/>
                  </a:lnTo>
                  <a:lnTo>
                    <a:pt x="3984211" y="2781299"/>
                  </a:lnTo>
                  <a:lnTo>
                    <a:pt x="3980669" y="2768599"/>
                  </a:lnTo>
                  <a:lnTo>
                    <a:pt x="3983215" y="2755899"/>
                  </a:lnTo>
                  <a:lnTo>
                    <a:pt x="3990263" y="2743199"/>
                  </a:lnTo>
                  <a:lnTo>
                    <a:pt x="4000930" y="2730499"/>
                  </a:lnTo>
                  <a:close/>
                </a:path>
                <a:path w="4972050" h="4965700">
                  <a:moveTo>
                    <a:pt x="3979098" y="2247899"/>
                  </a:moveTo>
                  <a:lnTo>
                    <a:pt x="4035989" y="2247899"/>
                  </a:lnTo>
                  <a:lnTo>
                    <a:pt x="4037111" y="2260599"/>
                  </a:lnTo>
                  <a:lnTo>
                    <a:pt x="4036774" y="2260599"/>
                  </a:lnTo>
                  <a:lnTo>
                    <a:pt x="4036774" y="2730499"/>
                  </a:lnTo>
                  <a:lnTo>
                    <a:pt x="4014332" y="2730499"/>
                  </a:lnTo>
                  <a:lnTo>
                    <a:pt x="4014332" y="2260599"/>
                  </a:lnTo>
                  <a:lnTo>
                    <a:pt x="3979098" y="2247899"/>
                  </a:lnTo>
                  <a:close/>
                </a:path>
                <a:path w="4972050" h="4965700">
                  <a:moveTo>
                    <a:pt x="3783143" y="2641599"/>
                  </a:moveTo>
                  <a:lnTo>
                    <a:pt x="3817999" y="2641599"/>
                  </a:lnTo>
                  <a:lnTo>
                    <a:pt x="3800571" y="2654299"/>
                  </a:lnTo>
                  <a:lnTo>
                    <a:pt x="3783143" y="2641599"/>
                  </a:lnTo>
                  <a:close/>
                </a:path>
                <a:path w="4972050" h="4965700">
                  <a:moveTo>
                    <a:pt x="3775948" y="2565399"/>
                  </a:moveTo>
                  <a:lnTo>
                    <a:pt x="3825194" y="2565399"/>
                  </a:lnTo>
                  <a:lnTo>
                    <a:pt x="3835861" y="2578099"/>
                  </a:lnTo>
                  <a:lnTo>
                    <a:pt x="3842910" y="2590799"/>
                  </a:lnTo>
                  <a:lnTo>
                    <a:pt x="3845455" y="2603499"/>
                  </a:lnTo>
                  <a:lnTo>
                    <a:pt x="3841914" y="2616199"/>
                  </a:lnTo>
                  <a:lnTo>
                    <a:pt x="3832271" y="2641599"/>
                  </a:lnTo>
                  <a:lnTo>
                    <a:pt x="3768872" y="2641599"/>
                  </a:lnTo>
                  <a:lnTo>
                    <a:pt x="3759229" y="2616199"/>
                  </a:lnTo>
                  <a:lnTo>
                    <a:pt x="3755687" y="2603499"/>
                  </a:lnTo>
                  <a:lnTo>
                    <a:pt x="3758233" y="2590799"/>
                  </a:lnTo>
                  <a:lnTo>
                    <a:pt x="3765281" y="2578099"/>
                  </a:lnTo>
                  <a:lnTo>
                    <a:pt x="3775948" y="2565399"/>
                  </a:lnTo>
                  <a:close/>
                </a:path>
                <a:path w="4972050" h="4965700">
                  <a:moveTo>
                    <a:pt x="3588942" y="241299"/>
                  </a:moveTo>
                  <a:lnTo>
                    <a:pt x="4332786" y="241299"/>
                  </a:lnTo>
                  <a:lnTo>
                    <a:pt x="4528930" y="431799"/>
                  </a:lnTo>
                  <a:lnTo>
                    <a:pt x="4529379" y="431799"/>
                  </a:lnTo>
                  <a:lnTo>
                    <a:pt x="4529827" y="444499"/>
                  </a:lnTo>
                  <a:lnTo>
                    <a:pt x="4531623" y="444499"/>
                  </a:lnTo>
                  <a:lnTo>
                    <a:pt x="4531623" y="990599"/>
                  </a:lnTo>
                  <a:lnTo>
                    <a:pt x="4531398" y="1003299"/>
                  </a:lnTo>
                  <a:lnTo>
                    <a:pt x="4527247" y="1003299"/>
                  </a:lnTo>
                  <a:lnTo>
                    <a:pt x="3811792" y="1663699"/>
                  </a:lnTo>
                  <a:lnTo>
                    <a:pt x="3811792" y="2565399"/>
                  </a:lnTo>
                  <a:lnTo>
                    <a:pt x="3789350" y="2565399"/>
                  </a:lnTo>
                  <a:lnTo>
                    <a:pt x="3789350" y="1650999"/>
                  </a:lnTo>
                  <a:lnTo>
                    <a:pt x="3793053" y="1650999"/>
                  </a:lnTo>
                  <a:lnTo>
                    <a:pt x="4509181" y="990599"/>
                  </a:lnTo>
                  <a:lnTo>
                    <a:pt x="4509181" y="444499"/>
                  </a:lnTo>
                  <a:lnTo>
                    <a:pt x="4322238" y="266699"/>
                  </a:lnTo>
                  <a:lnTo>
                    <a:pt x="3563271" y="266699"/>
                  </a:lnTo>
                  <a:lnTo>
                    <a:pt x="3588942" y="241299"/>
                  </a:lnTo>
                  <a:close/>
                </a:path>
                <a:path w="4972050" h="4965700">
                  <a:moveTo>
                    <a:pt x="3911183" y="2133599"/>
                  </a:moveTo>
                  <a:lnTo>
                    <a:pt x="3936444" y="2133599"/>
                  </a:lnTo>
                  <a:lnTo>
                    <a:pt x="3961369" y="2146299"/>
                  </a:lnTo>
                  <a:lnTo>
                    <a:pt x="3979400" y="2158999"/>
                  </a:lnTo>
                  <a:lnTo>
                    <a:pt x="3990572" y="2184399"/>
                  </a:lnTo>
                  <a:lnTo>
                    <a:pt x="3994380" y="2197099"/>
                  </a:lnTo>
                  <a:lnTo>
                    <a:pt x="3990319" y="2222499"/>
                  </a:lnTo>
                  <a:lnTo>
                    <a:pt x="4031949" y="2247899"/>
                  </a:lnTo>
                  <a:lnTo>
                    <a:pt x="3979098" y="2247899"/>
                  </a:lnTo>
                  <a:lnTo>
                    <a:pt x="3961407" y="2260599"/>
                  </a:lnTo>
                  <a:lnTo>
                    <a:pt x="3940161" y="2273299"/>
                  </a:lnTo>
                  <a:lnTo>
                    <a:pt x="3917400" y="2273299"/>
                  </a:lnTo>
                  <a:lnTo>
                    <a:pt x="3895165" y="2260599"/>
                  </a:lnTo>
                  <a:lnTo>
                    <a:pt x="3875472" y="2247899"/>
                  </a:lnTo>
                  <a:lnTo>
                    <a:pt x="3864363" y="2222499"/>
                  </a:lnTo>
                  <a:lnTo>
                    <a:pt x="3862595" y="2197099"/>
                  </a:lnTo>
                  <a:lnTo>
                    <a:pt x="3870927" y="2171699"/>
                  </a:lnTo>
                  <a:lnTo>
                    <a:pt x="3888404" y="2146299"/>
                  </a:lnTo>
                  <a:lnTo>
                    <a:pt x="3911183" y="2133599"/>
                  </a:lnTo>
                  <a:close/>
                </a:path>
                <a:path w="4972050" h="4965700">
                  <a:moveTo>
                    <a:pt x="4258390" y="584199"/>
                  </a:moveTo>
                  <a:lnTo>
                    <a:pt x="4280945" y="584199"/>
                  </a:lnTo>
                  <a:lnTo>
                    <a:pt x="4280945" y="927099"/>
                  </a:lnTo>
                  <a:lnTo>
                    <a:pt x="4277017" y="927099"/>
                  </a:lnTo>
                  <a:lnTo>
                    <a:pt x="3540243" y="1663699"/>
                  </a:lnTo>
                  <a:lnTo>
                    <a:pt x="3540243" y="1943099"/>
                  </a:lnTo>
                  <a:lnTo>
                    <a:pt x="3553645" y="1955799"/>
                  </a:lnTo>
                  <a:lnTo>
                    <a:pt x="3564312" y="1968499"/>
                  </a:lnTo>
                  <a:lnTo>
                    <a:pt x="3571360" y="1981199"/>
                  </a:lnTo>
                  <a:lnTo>
                    <a:pt x="3573906" y="1993899"/>
                  </a:lnTo>
                  <a:lnTo>
                    <a:pt x="3570364" y="2006599"/>
                  </a:lnTo>
                  <a:lnTo>
                    <a:pt x="3560721" y="2019299"/>
                  </a:lnTo>
                  <a:lnTo>
                    <a:pt x="3546449" y="2031999"/>
                  </a:lnTo>
                  <a:lnTo>
                    <a:pt x="3511594" y="2031999"/>
                  </a:lnTo>
                  <a:lnTo>
                    <a:pt x="3497322" y="2019299"/>
                  </a:lnTo>
                  <a:lnTo>
                    <a:pt x="3487679" y="2006599"/>
                  </a:lnTo>
                  <a:lnTo>
                    <a:pt x="3484137" y="1993899"/>
                  </a:lnTo>
                  <a:lnTo>
                    <a:pt x="3486683" y="1981199"/>
                  </a:lnTo>
                  <a:lnTo>
                    <a:pt x="3493731" y="1968499"/>
                  </a:lnTo>
                  <a:lnTo>
                    <a:pt x="3504398" y="1955799"/>
                  </a:lnTo>
                  <a:lnTo>
                    <a:pt x="3517800" y="1943099"/>
                  </a:lnTo>
                  <a:lnTo>
                    <a:pt x="3517800" y="1663699"/>
                  </a:lnTo>
                  <a:lnTo>
                    <a:pt x="3517464" y="1663699"/>
                  </a:lnTo>
                  <a:lnTo>
                    <a:pt x="3518361" y="1650999"/>
                  </a:lnTo>
                  <a:lnTo>
                    <a:pt x="4258390" y="914399"/>
                  </a:lnTo>
                  <a:lnTo>
                    <a:pt x="4258390" y="584199"/>
                  </a:lnTo>
                  <a:close/>
                </a:path>
                <a:path w="4972050" h="4965700">
                  <a:moveTo>
                    <a:pt x="4593642" y="1600199"/>
                  </a:moveTo>
                  <a:lnTo>
                    <a:pt x="4645101" y="1600199"/>
                  </a:lnTo>
                  <a:lnTo>
                    <a:pt x="4666149" y="1612899"/>
                  </a:lnTo>
                  <a:lnTo>
                    <a:pt x="4680360" y="1638299"/>
                  </a:lnTo>
                  <a:lnTo>
                    <a:pt x="4685576" y="1663699"/>
                  </a:lnTo>
                  <a:lnTo>
                    <a:pt x="4681356" y="1689099"/>
                  </a:lnTo>
                  <a:lnTo>
                    <a:pt x="4669740" y="1714499"/>
                  </a:lnTo>
                  <a:lnTo>
                    <a:pt x="4652297" y="1727199"/>
                  </a:lnTo>
                  <a:lnTo>
                    <a:pt x="4586399" y="1727199"/>
                  </a:lnTo>
                  <a:lnTo>
                    <a:pt x="4568961" y="1714499"/>
                  </a:lnTo>
                  <a:lnTo>
                    <a:pt x="4557372" y="1689099"/>
                  </a:lnTo>
                  <a:lnTo>
                    <a:pt x="4553167" y="1663699"/>
                  </a:lnTo>
                  <a:lnTo>
                    <a:pt x="4558383" y="1638299"/>
                  </a:lnTo>
                  <a:lnTo>
                    <a:pt x="4572594" y="1612899"/>
                  </a:lnTo>
                  <a:lnTo>
                    <a:pt x="4593642" y="1600199"/>
                  </a:lnTo>
                  <a:close/>
                </a:path>
                <a:path w="4972050" h="4965700">
                  <a:moveTo>
                    <a:pt x="3630460" y="469899"/>
                  </a:moveTo>
                  <a:lnTo>
                    <a:pt x="3668499" y="469899"/>
                  </a:lnTo>
                  <a:lnTo>
                    <a:pt x="3268917" y="863599"/>
                  </a:lnTo>
                  <a:lnTo>
                    <a:pt x="3267683" y="863599"/>
                  </a:lnTo>
                  <a:lnTo>
                    <a:pt x="3265102" y="876299"/>
                  </a:lnTo>
                  <a:lnTo>
                    <a:pt x="2714148" y="876299"/>
                  </a:lnTo>
                  <a:lnTo>
                    <a:pt x="2593185" y="1079499"/>
                  </a:lnTo>
                  <a:lnTo>
                    <a:pt x="1709078" y="1079499"/>
                  </a:lnTo>
                  <a:lnTo>
                    <a:pt x="1705168" y="1104899"/>
                  </a:lnTo>
                  <a:lnTo>
                    <a:pt x="1698418" y="1117599"/>
                  </a:lnTo>
                  <a:lnTo>
                    <a:pt x="1688975" y="1117599"/>
                  </a:lnTo>
                  <a:lnTo>
                    <a:pt x="1676986" y="1130299"/>
                  </a:lnTo>
                  <a:lnTo>
                    <a:pt x="1652014" y="1142999"/>
                  </a:lnTo>
                  <a:lnTo>
                    <a:pt x="1626758" y="1142999"/>
                  </a:lnTo>
                  <a:lnTo>
                    <a:pt x="1604005" y="1130299"/>
                  </a:lnTo>
                  <a:lnTo>
                    <a:pt x="1586544" y="1104899"/>
                  </a:lnTo>
                  <a:lnTo>
                    <a:pt x="1578560" y="1079499"/>
                  </a:lnTo>
                  <a:lnTo>
                    <a:pt x="1578802" y="1066799"/>
                  </a:lnTo>
                  <a:lnTo>
                    <a:pt x="2577027" y="1066799"/>
                  </a:lnTo>
                  <a:lnTo>
                    <a:pt x="2697990" y="850899"/>
                  </a:lnTo>
                  <a:lnTo>
                    <a:pt x="3256799" y="850899"/>
                  </a:lnTo>
                  <a:lnTo>
                    <a:pt x="3630460" y="469899"/>
                  </a:lnTo>
                  <a:close/>
                </a:path>
                <a:path w="4972050" h="4965700">
                  <a:moveTo>
                    <a:pt x="795685" y="685799"/>
                  </a:moveTo>
                  <a:lnTo>
                    <a:pt x="810518" y="698499"/>
                  </a:lnTo>
                  <a:lnTo>
                    <a:pt x="823289" y="698499"/>
                  </a:lnTo>
                  <a:lnTo>
                    <a:pt x="833114" y="711199"/>
                  </a:lnTo>
                  <a:lnTo>
                    <a:pt x="839110" y="723899"/>
                  </a:lnTo>
                  <a:lnTo>
                    <a:pt x="1456829" y="723899"/>
                  </a:lnTo>
                  <a:lnTo>
                    <a:pt x="1458961" y="736599"/>
                  </a:lnTo>
                  <a:lnTo>
                    <a:pt x="1620993" y="1015999"/>
                  </a:lnTo>
                  <a:lnTo>
                    <a:pt x="1666032" y="1015999"/>
                  </a:lnTo>
                  <a:lnTo>
                    <a:pt x="1685863" y="1028699"/>
                  </a:lnTo>
                  <a:lnTo>
                    <a:pt x="1701224" y="1041399"/>
                  </a:lnTo>
                  <a:lnTo>
                    <a:pt x="1705263" y="1054099"/>
                  </a:lnTo>
                  <a:lnTo>
                    <a:pt x="1707957" y="1054099"/>
                  </a:lnTo>
                  <a:lnTo>
                    <a:pt x="1709191" y="1066799"/>
                  </a:lnTo>
                  <a:lnTo>
                    <a:pt x="1578802" y="1066799"/>
                  </a:lnTo>
                  <a:lnTo>
                    <a:pt x="1586702" y="1041399"/>
                  </a:lnTo>
                  <a:lnTo>
                    <a:pt x="1601693" y="1028699"/>
                  </a:lnTo>
                  <a:lnTo>
                    <a:pt x="1594471" y="1015999"/>
                  </a:lnTo>
                  <a:lnTo>
                    <a:pt x="1620993" y="1015999"/>
                  </a:lnTo>
                  <a:lnTo>
                    <a:pt x="1643739" y="1003299"/>
                  </a:lnTo>
                  <a:lnTo>
                    <a:pt x="1587249" y="1003299"/>
                  </a:lnTo>
                  <a:lnTo>
                    <a:pt x="1442803" y="749299"/>
                  </a:lnTo>
                  <a:lnTo>
                    <a:pt x="754342" y="749299"/>
                  </a:lnTo>
                  <a:lnTo>
                    <a:pt x="750801" y="736599"/>
                  </a:lnTo>
                  <a:lnTo>
                    <a:pt x="754342" y="723899"/>
                  </a:lnTo>
                  <a:lnTo>
                    <a:pt x="763985" y="711199"/>
                  </a:lnTo>
                  <a:lnTo>
                    <a:pt x="778257" y="698499"/>
                  </a:lnTo>
                  <a:lnTo>
                    <a:pt x="795685" y="685799"/>
                  </a:lnTo>
                  <a:close/>
                </a:path>
                <a:path w="4972050" h="4965700">
                  <a:moveTo>
                    <a:pt x="3655371" y="444499"/>
                  </a:moveTo>
                  <a:lnTo>
                    <a:pt x="4038682" y="444499"/>
                  </a:lnTo>
                  <a:lnTo>
                    <a:pt x="4038682" y="800099"/>
                  </a:lnTo>
                  <a:lnTo>
                    <a:pt x="4060433" y="812799"/>
                  </a:lnTo>
                  <a:lnTo>
                    <a:pt x="4077871" y="825499"/>
                  </a:lnTo>
                  <a:lnTo>
                    <a:pt x="4089461" y="838199"/>
                  </a:lnTo>
                  <a:lnTo>
                    <a:pt x="4093665" y="863599"/>
                  </a:lnTo>
                  <a:lnTo>
                    <a:pt x="4088449" y="888999"/>
                  </a:lnTo>
                  <a:lnTo>
                    <a:pt x="4074239" y="914399"/>
                  </a:lnTo>
                  <a:lnTo>
                    <a:pt x="4053190" y="927099"/>
                  </a:lnTo>
                  <a:lnTo>
                    <a:pt x="4027461" y="939799"/>
                  </a:lnTo>
                  <a:lnTo>
                    <a:pt x="4001731" y="927099"/>
                  </a:lnTo>
                  <a:lnTo>
                    <a:pt x="3980683" y="914399"/>
                  </a:lnTo>
                  <a:lnTo>
                    <a:pt x="3966473" y="888999"/>
                  </a:lnTo>
                  <a:lnTo>
                    <a:pt x="3961257" y="863599"/>
                  </a:lnTo>
                  <a:lnTo>
                    <a:pt x="3965461" y="838199"/>
                  </a:lnTo>
                  <a:lnTo>
                    <a:pt x="3977050" y="825499"/>
                  </a:lnTo>
                  <a:lnTo>
                    <a:pt x="3994488" y="812799"/>
                  </a:lnTo>
                  <a:lnTo>
                    <a:pt x="4016240" y="800099"/>
                  </a:lnTo>
                  <a:lnTo>
                    <a:pt x="4016240" y="469899"/>
                  </a:lnTo>
                  <a:lnTo>
                    <a:pt x="3630460" y="469899"/>
                  </a:lnTo>
                  <a:lnTo>
                    <a:pt x="3655371" y="444499"/>
                  </a:lnTo>
                  <a:close/>
                </a:path>
                <a:path w="4972050" h="4965700">
                  <a:moveTo>
                    <a:pt x="778257" y="774699"/>
                  </a:moveTo>
                  <a:lnTo>
                    <a:pt x="810581" y="774699"/>
                  </a:lnTo>
                  <a:lnTo>
                    <a:pt x="795685" y="787399"/>
                  </a:lnTo>
                  <a:lnTo>
                    <a:pt x="778257" y="774699"/>
                  </a:lnTo>
                  <a:close/>
                </a:path>
                <a:path w="4972050" h="4965700">
                  <a:moveTo>
                    <a:pt x="3146945" y="50799"/>
                  </a:moveTo>
                  <a:lnTo>
                    <a:pt x="4497062" y="50799"/>
                  </a:lnTo>
                  <a:lnTo>
                    <a:pt x="4738203" y="292099"/>
                  </a:lnTo>
                  <a:lnTo>
                    <a:pt x="4742018" y="292099"/>
                  </a:lnTo>
                  <a:lnTo>
                    <a:pt x="4742018" y="634999"/>
                  </a:lnTo>
                  <a:lnTo>
                    <a:pt x="4763769" y="647699"/>
                  </a:lnTo>
                  <a:lnTo>
                    <a:pt x="4781207" y="660399"/>
                  </a:lnTo>
                  <a:lnTo>
                    <a:pt x="4792797" y="685799"/>
                  </a:lnTo>
                  <a:lnTo>
                    <a:pt x="4797001" y="711199"/>
                  </a:lnTo>
                  <a:lnTo>
                    <a:pt x="4791785" y="736599"/>
                  </a:lnTo>
                  <a:lnTo>
                    <a:pt x="4777574" y="749299"/>
                  </a:lnTo>
                  <a:lnTo>
                    <a:pt x="4756526" y="761999"/>
                  </a:lnTo>
                  <a:lnTo>
                    <a:pt x="4730797" y="774699"/>
                  </a:lnTo>
                  <a:lnTo>
                    <a:pt x="4705067" y="761999"/>
                  </a:lnTo>
                  <a:lnTo>
                    <a:pt x="4684019" y="749299"/>
                  </a:lnTo>
                  <a:lnTo>
                    <a:pt x="4669808" y="736599"/>
                  </a:lnTo>
                  <a:lnTo>
                    <a:pt x="4664592" y="711199"/>
                  </a:lnTo>
                  <a:lnTo>
                    <a:pt x="4668797" y="685799"/>
                  </a:lnTo>
                  <a:lnTo>
                    <a:pt x="4680386" y="660399"/>
                  </a:lnTo>
                  <a:lnTo>
                    <a:pt x="4697824" y="647699"/>
                  </a:lnTo>
                  <a:lnTo>
                    <a:pt x="4719575" y="634999"/>
                  </a:lnTo>
                  <a:lnTo>
                    <a:pt x="4719575" y="304799"/>
                  </a:lnTo>
                  <a:lnTo>
                    <a:pt x="4487187" y="76199"/>
                  </a:lnTo>
                  <a:lnTo>
                    <a:pt x="3122184" y="76199"/>
                  </a:lnTo>
                  <a:lnTo>
                    <a:pt x="3146945" y="50799"/>
                  </a:lnTo>
                  <a:close/>
                </a:path>
                <a:path w="4972050" h="4965700">
                  <a:moveTo>
                    <a:pt x="754342" y="749299"/>
                  </a:moveTo>
                  <a:lnTo>
                    <a:pt x="839110" y="749299"/>
                  </a:lnTo>
                  <a:lnTo>
                    <a:pt x="833177" y="761999"/>
                  </a:lnTo>
                  <a:lnTo>
                    <a:pt x="823373" y="774699"/>
                  </a:lnTo>
                  <a:lnTo>
                    <a:pt x="763985" y="774699"/>
                  </a:lnTo>
                  <a:lnTo>
                    <a:pt x="754342" y="749299"/>
                  </a:lnTo>
                  <a:close/>
                </a:path>
                <a:path w="4972050" h="4965700">
                  <a:moveTo>
                    <a:pt x="3563271" y="266699"/>
                  </a:moveTo>
                  <a:lnTo>
                    <a:pt x="3601173" y="266699"/>
                  </a:lnTo>
                  <a:lnTo>
                    <a:pt x="3201815" y="660399"/>
                  </a:lnTo>
                  <a:lnTo>
                    <a:pt x="2305029" y="660399"/>
                  </a:lnTo>
                  <a:lnTo>
                    <a:pt x="2297144" y="685799"/>
                  </a:lnTo>
                  <a:lnTo>
                    <a:pt x="2282600" y="698499"/>
                  </a:lnTo>
                  <a:lnTo>
                    <a:pt x="2262944" y="711199"/>
                  </a:lnTo>
                  <a:lnTo>
                    <a:pt x="2239722" y="723899"/>
                  </a:lnTo>
                  <a:lnTo>
                    <a:pt x="2213993" y="711199"/>
                  </a:lnTo>
                  <a:lnTo>
                    <a:pt x="2192944" y="698499"/>
                  </a:lnTo>
                  <a:lnTo>
                    <a:pt x="2178734" y="673099"/>
                  </a:lnTo>
                  <a:lnTo>
                    <a:pt x="2173518" y="647699"/>
                  </a:lnTo>
                  <a:lnTo>
                    <a:pt x="2176126" y="634999"/>
                  </a:lnTo>
                  <a:lnTo>
                    <a:pt x="3191043" y="634999"/>
                  </a:lnTo>
                  <a:lnTo>
                    <a:pt x="3563271" y="266699"/>
                  </a:lnTo>
                  <a:close/>
                </a:path>
                <a:path w="4972050" h="4965700">
                  <a:moveTo>
                    <a:pt x="2239722" y="584199"/>
                  </a:moveTo>
                  <a:lnTo>
                    <a:pt x="2262943" y="584199"/>
                  </a:lnTo>
                  <a:lnTo>
                    <a:pt x="2282587" y="596899"/>
                  </a:lnTo>
                  <a:lnTo>
                    <a:pt x="2297097" y="622299"/>
                  </a:lnTo>
                  <a:lnTo>
                    <a:pt x="2304916" y="634999"/>
                  </a:lnTo>
                  <a:lnTo>
                    <a:pt x="2176126" y="634999"/>
                  </a:lnTo>
                  <a:lnTo>
                    <a:pt x="2178734" y="622299"/>
                  </a:lnTo>
                  <a:lnTo>
                    <a:pt x="2192944" y="609599"/>
                  </a:lnTo>
                  <a:lnTo>
                    <a:pt x="2213993" y="596899"/>
                  </a:lnTo>
                  <a:lnTo>
                    <a:pt x="2239722" y="584199"/>
                  </a:lnTo>
                  <a:close/>
                </a:path>
                <a:path w="4972050" h="4965700">
                  <a:moveTo>
                    <a:pt x="4243882" y="457199"/>
                  </a:moveTo>
                  <a:lnTo>
                    <a:pt x="4295341" y="457199"/>
                  </a:lnTo>
                  <a:lnTo>
                    <a:pt x="4316389" y="482599"/>
                  </a:lnTo>
                  <a:lnTo>
                    <a:pt x="4330599" y="495299"/>
                  </a:lnTo>
                  <a:lnTo>
                    <a:pt x="4335815" y="520699"/>
                  </a:lnTo>
                  <a:lnTo>
                    <a:pt x="4331613" y="546099"/>
                  </a:lnTo>
                  <a:lnTo>
                    <a:pt x="4320036" y="571499"/>
                  </a:lnTo>
                  <a:lnTo>
                    <a:pt x="4302631" y="584199"/>
                  </a:lnTo>
                  <a:lnTo>
                    <a:pt x="4236639" y="584199"/>
                  </a:lnTo>
                  <a:lnTo>
                    <a:pt x="4219201" y="571499"/>
                  </a:lnTo>
                  <a:lnTo>
                    <a:pt x="4207611" y="546099"/>
                  </a:lnTo>
                  <a:lnTo>
                    <a:pt x="4203407" y="520699"/>
                  </a:lnTo>
                  <a:lnTo>
                    <a:pt x="4208623" y="495299"/>
                  </a:lnTo>
                  <a:lnTo>
                    <a:pt x="4222833" y="482599"/>
                  </a:lnTo>
                  <a:lnTo>
                    <a:pt x="4243882" y="457199"/>
                  </a:lnTo>
                  <a:close/>
                </a:path>
                <a:path w="4972050" h="4965700">
                  <a:moveTo>
                    <a:pt x="3122184" y="76199"/>
                  </a:moveTo>
                  <a:lnTo>
                    <a:pt x="3160073" y="76199"/>
                  </a:lnTo>
                  <a:lnTo>
                    <a:pt x="2750392" y="482599"/>
                  </a:lnTo>
                  <a:lnTo>
                    <a:pt x="1569601" y="482599"/>
                  </a:lnTo>
                  <a:lnTo>
                    <a:pt x="1563668" y="495299"/>
                  </a:lnTo>
                  <a:lnTo>
                    <a:pt x="1553863" y="507999"/>
                  </a:lnTo>
                  <a:lnTo>
                    <a:pt x="1541071" y="520699"/>
                  </a:lnTo>
                  <a:lnTo>
                    <a:pt x="1508748" y="520699"/>
                  </a:lnTo>
                  <a:lnTo>
                    <a:pt x="1494476" y="507999"/>
                  </a:lnTo>
                  <a:lnTo>
                    <a:pt x="1484833" y="495299"/>
                  </a:lnTo>
                  <a:lnTo>
                    <a:pt x="1481291" y="469899"/>
                  </a:lnTo>
                  <a:lnTo>
                    <a:pt x="2738386" y="469899"/>
                  </a:lnTo>
                  <a:lnTo>
                    <a:pt x="3122184" y="76199"/>
                  </a:lnTo>
                  <a:close/>
                </a:path>
                <a:path w="4972050" h="4965700">
                  <a:moveTo>
                    <a:pt x="1508748" y="431799"/>
                  </a:moveTo>
                  <a:lnTo>
                    <a:pt x="1541008" y="431799"/>
                  </a:lnTo>
                  <a:lnTo>
                    <a:pt x="1553779" y="444499"/>
                  </a:lnTo>
                  <a:lnTo>
                    <a:pt x="1563605" y="444499"/>
                  </a:lnTo>
                  <a:lnTo>
                    <a:pt x="1569601" y="469899"/>
                  </a:lnTo>
                  <a:lnTo>
                    <a:pt x="1481291" y="469899"/>
                  </a:lnTo>
                  <a:lnTo>
                    <a:pt x="1484833" y="457199"/>
                  </a:lnTo>
                  <a:lnTo>
                    <a:pt x="1494476" y="444499"/>
                  </a:lnTo>
                  <a:lnTo>
                    <a:pt x="1508748" y="431799"/>
                  </a:lnTo>
                  <a:close/>
                </a:path>
                <a:path w="4972050" h="4965700">
                  <a:moveTo>
                    <a:pt x="2616306" y="203199"/>
                  </a:moveTo>
                  <a:lnTo>
                    <a:pt x="2665258" y="203199"/>
                  </a:lnTo>
                  <a:lnTo>
                    <a:pt x="2686306" y="228599"/>
                  </a:lnTo>
                  <a:lnTo>
                    <a:pt x="2700516" y="241299"/>
                  </a:lnTo>
                  <a:lnTo>
                    <a:pt x="2705733" y="266699"/>
                  </a:lnTo>
                  <a:lnTo>
                    <a:pt x="2700516" y="292099"/>
                  </a:lnTo>
                  <a:lnTo>
                    <a:pt x="2686306" y="317499"/>
                  </a:lnTo>
                  <a:lnTo>
                    <a:pt x="2665258" y="330199"/>
                  </a:lnTo>
                  <a:lnTo>
                    <a:pt x="2616259" y="330199"/>
                  </a:lnTo>
                  <a:lnTo>
                    <a:pt x="2596608" y="317499"/>
                  </a:lnTo>
                  <a:lnTo>
                    <a:pt x="2582091" y="304799"/>
                  </a:lnTo>
                  <a:lnTo>
                    <a:pt x="2574222" y="279399"/>
                  </a:lnTo>
                  <a:lnTo>
                    <a:pt x="1770" y="279399"/>
                  </a:lnTo>
                  <a:lnTo>
                    <a:pt x="0" y="266699"/>
                  </a:lnTo>
                  <a:lnTo>
                    <a:pt x="3541" y="253999"/>
                  </a:lnTo>
                  <a:lnTo>
                    <a:pt x="2574222" y="253999"/>
                  </a:lnTo>
                  <a:lnTo>
                    <a:pt x="2582106" y="241299"/>
                  </a:lnTo>
                  <a:lnTo>
                    <a:pt x="2596650" y="215899"/>
                  </a:lnTo>
                  <a:lnTo>
                    <a:pt x="2616306" y="203199"/>
                  </a:lnTo>
                  <a:close/>
                </a:path>
                <a:path w="4972050" h="4965700">
                  <a:moveTo>
                    <a:pt x="1770" y="279399"/>
                  </a:moveTo>
                  <a:lnTo>
                    <a:pt x="88309" y="279399"/>
                  </a:lnTo>
                  <a:lnTo>
                    <a:pt x="82376" y="292099"/>
                  </a:lnTo>
                  <a:lnTo>
                    <a:pt x="72572" y="304799"/>
                  </a:lnTo>
                  <a:lnTo>
                    <a:pt x="59780" y="317499"/>
                  </a:lnTo>
                  <a:lnTo>
                    <a:pt x="44884" y="317499"/>
                  </a:lnTo>
                  <a:lnTo>
                    <a:pt x="27456" y="304799"/>
                  </a:lnTo>
                  <a:lnTo>
                    <a:pt x="13184" y="304799"/>
                  </a:lnTo>
                  <a:lnTo>
                    <a:pt x="3541" y="292099"/>
                  </a:lnTo>
                  <a:lnTo>
                    <a:pt x="1770" y="279399"/>
                  </a:lnTo>
                  <a:close/>
                </a:path>
                <a:path w="4972050" h="4965700">
                  <a:moveTo>
                    <a:pt x="27456" y="228599"/>
                  </a:moveTo>
                  <a:lnTo>
                    <a:pt x="72488" y="228599"/>
                  </a:lnTo>
                  <a:lnTo>
                    <a:pt x="82313" y="241299"/>
                  </a:lnTo>
                  <a:lnTo>
                    <a:pt x="88309" y="253999"/>
                  </a:lnTo>
                  <a:lnTo>
                    <a:pt x="3541" y="253999"/>
                  </a:lnTo>
                  <a:lnTo>
                    <a:pt x="13184" y="241299"/>
                  </a:lnTo>
                  <a:lnTo>
                    <a:pt x="27456" y="228599"/>
                  </a:lnTo>
                  <a:close/>
                </a:path>
                <a:path w="4972050" h="4965700">
                  <a:moveTo>
                    <a:pt x="4880116" y="0"/>
                  </a:moveTo>
                  <a:lnTo>
                    <a:pt x="4931575" y="0"/>
                  </a:lnTo>
                  <a:lnTo>
                    <a:pt x="4952623" y="25399"/>
                  </a:lnTo>
                  <a:lnTo>
                    <a:pt x="4966833" y="38099"/>
                  </a:lnTo>
                  <a:lnTo>
                    <a:pt x="4972049" y="63499"/>
                  </a:lnTo>
                  <a:lnTo>
                    <a:pt x="4967847" y="88899"/>
                  </a:lnTo>
                  <a:lnTo>
                    <a:pt x="4956270" y="114299"/>
                  </a:lnTo>
                  <a:lnTo>
                    <a:pt x="4938865" y="126999"/>
                  </a:lnTo>
                  <a:lnTo>
                    <a:pt x="4872873" y="126999"/>
                  </a:lnTo>
                  <a:lnTo>
                    <a:pt x="4855434" y="114299"/>
                  </a:lnTo>
                  <a:lnTo>
                    <a:pt x="4843845" y="88899"/>
                  </a:lnTo>
                  <a:lnTo>
                    <a:pt x="4839641" y="63499"/>
                  </a:lnTo>
                  <a:lnTo>
                    <a:pt x="4844857" y="38099"/>
                  </a:lnTo>
                  <a:lnTo>
                    <a:pt x="4859067" y="25399"/>
                  </a:lnTo>
                  <a:lnTo>
                    <a:pt x="4880116" y="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6577" y="3670730"/>
              <a:ext cx="9588813" cy="83808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16000" y="1569660"/>
            <a:ext cx="6099175" cy="188658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 marR="5080">
              <a:lnSpc>
                <a:spcPts val="6980"/>
              </a:lnSpc>
              <a:spcBef>
                <a:spcPts val="895"/>
              </a:spcBef>
            </a:pPr>
            <a:r>
              <a:rPr spc="-305" dirty="0"/>
              <a:t>Business </a:t>
            </a:r>
            <a:r>
              <a:rPr spc="-90" dirty="0"/>
              <a:t>Requirements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476577" y="0"/>
            <a:ext cx="12811760" cy="8069580"/>
            <a:chOff x="5476577" y="0"/>
            <a:chExt cx="12811760" cy="806958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69052" y="0"/>
              <a:ext cx="3018948" cy="32849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6577" y="4841236"/>
              <a:ext cx="9588813" cy="8380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6577" y="5986809"/>
              <a:ext cx="9588813" cy="8380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6577" y="7231155"/>
              <a:ext cx="9588813" cy="8380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736483" y="3826538"/>
            <a:ext cx="6622415" cy="2746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4485" indent="-313055">
              <a:lnSpc>
                <a:spcPct val="100000"/>
              </a:lnSpc>
              <a:spcBef>
                <a:spcPts val="105"/>
              </a:spcBef>
              <a:buClr>
                <a:srgbClr val="2041E3"/>
              </a:buClr>
              <a:buSzPct val="123255"/>
              <a:buAutoNum type="arabicPeriod"/>
              <a:tabLst>
                <a:tab pos="324485" algn="l"/>
              </a:tabLst>
            </a:pPr>
            <a:r>
              <a:rPr sz="2150" spc="75" dirty="0">
                <a:solidFill>
                  <a:srgbClr val="240045"/>
                </a:solidFill>
                <a:latin typeface="Trebuchet MS"/>
                <a:cs typeface="Trebuchet MS"/>
              </a:rPr>
              <a:t>Analyze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5" dirty="0">
                <a:solidFill>
                  <a:srgbClr val="240045"/>
                </a:solidFill>
                <a:latin typeface="Trebuchet MS"/>
                <a:cs typeface="Trebuchet MS"/>
              </a:rPr>
              <a:t>discount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pricing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40" dirty="0">
                <a:solidFill>
                  <a:srgbClr val="240045"/>
                </a:solidFill>
                <a:latin typeface="Trebuchet MS"/>
                <a:cs typeface="Trebuchet MS"/>
              </a:rPr>
              <a:t>strategies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2041E3"/>
              </a:buClr>
              <a:buFont typeface="Trebuchet MS"/>
              <a:buAutoNum type="arabicPeriod"/>
            </a:pP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40"/>
              </a:spcBef>
              <a:buClr>
                <a:srgbClr val="2041E3"/>
              </a:buClr>
              <a:buFont typeface="Trebuchet MS"/>
              <a:buAutoNum type="arabicPeriod"/>
            </a:pPr>
            <a:endParaRPr sz="2150">
              <a:latin typeface="Trebuchet MS"/>
              <a:cs typeface="Trebuchet MS"/>
            </a:endParaRPr>
          </a:p>
          <a:p>
            <a:pPr marL="324485" indent="-312420">
              <a:lnSpc>
                <a:spcPct val="100000"/>
              </a:lnSpc>
              <a:spcBef>
                <a:spcPts val="5"/>
              </a:spcBef>
              <a:buClr>
                <a:srgbClr val="2041E3"/>
              </a:buClr>
              <a:buSzPct val="123255"/>
              <a:buAutoNum type="arabicPeriod"/>
              <a:tabLst>
                <a:tab pos="324485" algn="l"/>
              </a:tabLst>
            </a:pPr>
            <a:r>
              <a:rPr sz="2150" spc="60" dirty="0">
                <a:solidFill>
                  <a:srgbClr val="240045"/>
                </a:solidFill>
                <a:latin typeface="Trebuchet MS"/>
                <a:cs typeface="Trebuchet MS"/>
              </a:rPr>
              <a:t>Identify</a:t>
            </a:r>
            <a:r>
              <a:rPr sz="215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215" dirty="0">
                <a:solidFill>
                  <a:srgbClr val="240045"/>
                </a:solidFill>
                <a:latin typeface="Trebuchet MS"/>
                <a:cs typeface="Trebuchet MS"/>
              </a:rPr>
              <a:t>out-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of-</a:t>
            </a:r>
            <a:r>
              <a:rPr sz="2150" spc="75" dirty="0">
                <a:solidFill>
                  <a:srgbClr val="240045"/>
                </a:solidFill>
                <a:latin typeface="Trebuchet MS"/>
                <a:cs typeface="Trebuchet MS"/>
              </a:rPr>
              <a:t>stock</a:t>
            </a:r>
            <a:r>
              <a:rPr sz="2150" spc="24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175" dirty="0">
                <a:solidFill>
                  <a:srgbClr val="240045"/>
                </a:solidFill>
                <a:latin typeface="Trebuchet MS"/>
                <a:cs typeface="Trebuchet MS"/>
              </a:rPr>
              <a:t>high-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value</a:t>
            </a:r>
            <a:r>
              <a:rPr sz="215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items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2041E3"/>
              </a:buClr>
              <a:buFont typeface="Trebuchet MS"/>
              <a:buAutoNum type="arabicPeriod"/>
            </a:pP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2041E3"/>
              </a:buClr>
              <a:buFont typeface="Trebuchet MS"/>
              <a:buAutoNum type="arabicPeriod"/>
            </a:pPr>
            <a:endParaRPr sz="2150">
              <a:latin typeface="Trebuchet MS"/>
              <a:cs typeface="Trebuchet MS"/>
            </a:endParaRPr>
          </a:p>
          <a:p>
            <a:pPr marL="324485" indent="-313055">
              <a:lnSpc>
                <a:spcPct val="100000"/>
              </a:lnSpc>
              <a:buClr>
                <a:srgbClr val="2041E3"/>
              </a:buClr>
              <a:buSzPct val="123255"/>
              <a:buAutoNum type="arabicPeriod"/>
              <a:tabLst>
                <a:tab pos="324485" algn="l"/>
              </a:tabLst>
            </a:pP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Estimate</a:t>
            </a:r>
            <a:r>
              <a:rPr sz="2150" spc="229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potential</a:t>
            </a:r>
            <a:r>
              <a:rPr sz="215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45" dirty="0">
                <a:solidFill>
                  <a:srgbClr val="240045"/>
                </a:solidFill>
                <a:latin typeface="Trebuchet MS"/>
                <a:cs typeface="Trebuchet MS"/>
              </a:rPr>
              <a:t>revenue</a:t>
            </a:r>
            <a:r>
              <a:rPr sz="215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85" dirty="0">
                <a:solidFill>
                  <a:srgbClr val="240045"/>
                </a:solidFill>
                <a:latin typeface="Trebuchet MS"/>
                <a:cs typeface="Trebuchet MS"/>
              </a:rPr>
              <a:t>by</a:t>
            </a:r>
            <a:r>
              <a:rPr sz="215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product</a:t>
            </a:r>
            <a:r>
              <a:rPr sz="215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85" dirty="0">
                <a:solidFill>
                  <a:srgbClr val="240045"/>
                </a:solidFill>
                <a:latin typeface="Trebuchet MS"/>
                <a:cs typeface="Trebuchet MS"/>
              </a:rPr>
              <a:t>category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28700" y="443582"/>
            <a:ext cx="14037310" cy="8815070"/>
            <a:chOff x="1028700" y="443582"/>
            <a:chExt cx="14037310" cy="881507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700" y="443582"/>
              <a:ext cx="1762124" cy="5810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6577" y="8420219"/>
              <a:ext cx="9588813" cy="8380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736483" y="7392841"/>
            <a:ext cx="7702550" cy="1619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5120" indent="-313055">
              <a:lnSpc>
                <a:spcPct val="100000"/>
              </a:lnSpc>
              <a:spcBef>
                <a:spcPts val="105"/>
              </a:spcBef>
              <a:buClr>
                <a:srgbClr val="2041E3"/>
              </a:buClr>
              <a:buSzPct val="123255"/>
              <a:buAutoNum type="arabicPeriod" startAt="4"/>
              <a:tabLst>
                <a:tab pos="325120" algn="l"/>
              </a:tabLst>
            </a:pPr>
            <a:r>
              <a:rPr sz="3225" spc="217" baseline="1291" dirty="0">
                <a:solidFill>
                  <a:srgbClr val="240045"/>
                </a:solidFill>
                <a:latin typeface="Trebuchet MS"/>
                <a:cs typeface="Trebuchet MS"/>
              </a:rPr>
              <a:t>Assess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104" baseline="1291" dirty="0">
                <a:solidFill>
                  <a:srgbClr val="240045"/>
                </a:solidFill>
                <a:latin typeface="Trebuchet MS"/>
                <a:cs typeface="Trebuchet MS"/>
              </a:rPr>
              <a:t>inventory</a:t>
            </a:r>
            <a:r>
              <a:rPr sz="3225" spc="457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baseline="1291" dirty="0">
                <a:solidFill>
                  <a:srgbClr val="240045"/>
                </a:solidFill>
                <a:latin typeface="Trebuchet MS"/>
                <a:cs typeface="Trebuchet MS"/>
              </a:rPr>
              <a:t>distribution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127" baseline="1291" dirty="0">
                <a:solidFill>
                  <a:srgbClr val="240045"/>
                </a:solidFill>
                <a:latin typeface="Trebuchet MS"/>
                <a:cs typeface="Trebuchet MS"/>
              </a:rPr>
              <a:t>across</a:t>
            </a:r>
            <a:r>
              <a:rPr sz="3225" spc="457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165" baseline="1291" dirty="0">
                <a:solidFill>
                  <a:srgbClr val="240045"/>
                </a:solidFill>
                <a:latin typeface="Trebuchet MS"/>
                <a:cs typeface="Trebuchet MS"/>
              </a:rPr>
              <a:t>SKUs</a:t>
            </a:r>
            <a:endParaRPr sz="3225" baseline="1291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2041E3"/>
              </a:buClr>
              <a:buFont typeface="Trebuchet MS"/>
              <a:buAutoNum type="arabicPeriod" startAt="4"/>
            </a:pP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Clr>
                <a:srgbClr val="2041E3"/>
              </a:buClr>
              <a:buFont typeface="Trebuchet MS"/>
              <a:buAutoNum type="arabicPeriod" startAt="4"/>
            </a:pPr>
            <a:endParaRPr sz="2150">
              <a:latin typeface="Trebuchet MS"/>
              <a:cs typeface="Trebuchet MS"/>
            </a:endParaRPr>
          </a:p>
          <a:p>
            <a:pPr marL="324485" indent="-313055">
              <a:lnSpc>
                <a:spcPct val="100000"/>
              </a:lnSpc>
              <a:buClr>
                <a:srgbClr val="2041E3"/>
              </a:buClr>
              <a:buSzPct val="123255"/>
              <a:buAutoNum type="arabicPeriod" startAt="4"/>
              <a:tabLst>
                <a:tab pos="324485" algn="l"/>
              </a:tabLst>
            </a:pPr>
            <a:r>
              <a:rPr sz="3225" baseline="1291" dirty="0">
                <a:solidFill>
                  <a:srgbClr val="240045"/>
                </a:solidFill>
                <a:latin typeface="Trebuchet MS"/>
                <a:cs typeface="Trebuchet MS"/>
              </a:rPr>
              <a:t>Classify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97" baseline="1291" dirty="0">
                <a:solidFill>
                  <a:srgbClr val="240045"/>
                </a:solidFill>
                <a:latin typeface="Trebuchet MS"/>
                <a:cs typeface="Trebuchet MS"/>
              </a:rPr>
              <a:t>products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baseline="1291" dirty="0">
                <a:solidFill>
                  <a:srgbClr val="240045"/>
                </a:solidFill>
                <a:latin typeface="Trebuchet MS"/>
                <a:cs typeface="Trebuchet MS"/>
              </a:rPr>
              <a:t>based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97" baseline="1291" dirty="0">
                <a:solidFill>
                  <a:srgbClr val="240045"/>
                </a:solidFill>
                <a:latin typeface="Trebuchet MS"/>
                <a:cs typeface="Trebuchet MS"/>
              </a:rPr>
              <a:t>on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104" baseline="1291" dirty="0">
                <a:solidFill>
                  <a:srgbClr val="240045"/>
                </a:solidFill>
                <a:latin typeface="Trebuchet MS"/>
                <a:cs typeface="Trebuchet MS"/>
              </a:rPr>
              <a:t>weight</a:t>
            </a:r>
            <a:r>
              <a:rPr sz="3225" spc="457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baseline="1291" dirty="0">
                <a:solidFill>
                  <a:srgbClr val="240045"/>
                </a:solidFill>
                <a:latin typeface="Trebuchet MS"/>
                <a:cs typeface="Trebuchet MS"/>
              </a:rPr>
              <a:t>tiers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baseline="1291" dirty="0">
                <a:solidFill>
                  <a:srgbClr val="240045"/>
                </a:solidFill>
                <a:latin typeface="Trebuchet MS"/>
                <a:cs typeface="Trebuchet MS"/>
              </a:rPr>
              <a:t>for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89" baseline="1291" dirty="0">
                <a:solidFill>
                  <a:srgbClr val="240045"/>
                </a:solidFill>
                <a:latin typeface="Trebuchet MS"/>
                <a:cs typeface="Trebuchet MS"/>
              </a:rPr>
              <a:t>logistics</a:t>
            </a:r>
            <a:r>
              <a:rPr sz="3225" spc="465" baseline="129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225" spc="37" baseline="1291" dirty="0">
                <a:solidFill>
                  <a:srgbClr val="240045"/>
                </a:solidFill>
                <a:latin typeface="Trebuchet MS"/>
                <a:cs typeface="Trebuchet MS"/>
              </a:rPr>
              <a:t>use</a:t>
            </a:r>
            <a:endParaRPr sz="3225" baseline="129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209B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2536675"/>
            <a:ext cx="18288000" cy="7750809"/>
            <a:chOff x="0" y="2536675"/>
            <a:chExt cx="18288000" cy="775080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36675"/>
              <a:ext cx="18287999" cy="77503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138773" y="5407875"/>
              <a:ext cx="5147945" cy="4879340"/>
            </a:xfrm>
            <a:custGeom>
              <a:avLst/>
              <a:gdLst/>
              <a:ahLst/>
              <a:cxnLst/>
              <a:rect l="l" t="t" r="r" b="b"/>
              <a:pathLst>
                <a:path w="5147944" h="4879340">
                  <a:moveTo>
                    <a:pt x="4451666" y="3619"/>
                  </a:moveTo>
                  <a:lnTo>
                    <a:pt x="4450474" y="2240"/>
                  </a:lnTo>
                  <a:lnTo>
                    <a:pt x="4450550" y="1194"/>
                  </a:lnTo>
                  <a:lnTo>
                    <a:pt x="4451932" y="0"/>
                  </a:lnTo>
                  <a:lnTo>
                    <a:pt x="4452974" y="78"/>
                  </a:lnTo>
                  <a:lnTo>
                    <a:pt x="4454166" y="1457"/>
                  </a:lnTo>
                  <a:lnTo>
                    <a:pt x="4454091" y="2496"/>
                  </a:lnTo>
                  <a:lnTo>
                    <a:pt x="4452712" y="3694"/>
                  </a:lnTo>
                  <a:lnTo>
                    <a:pt x="4451666" y="3619"/>
                  </a:lnTo>
                  <a:close/>
                </a:path>
                <a:path w="5147944" h="4879340">
                  <a:moveTo>
                    <a:pt x="4644777" y="234512"/>
                  </a:moveTo>
                  <a:lnTo>
                    <a:pt x="4639998" y="228985"/>
                  </a:lnTo>
                  <a:lnTo>
                    <a:pt x="4640300" y="224808"/>
                  </a:lnTo>
                  <a:lnTo>
                    <a:pt x="4645827" y="220029"/>
                  </a:lnTo>
                  <a:lnTo>
                    <a:pt x="4650004" y="220332"/>
                  </a:lnTo>
                  <a:lnTo>
                    <a:pt x="4654784" y="225858"/>
                  </a:lnTo>
                  <a:lnTo>
                    <a:pt x="4654481" y="230035"/>
                  </a:lnTo>
                  <a:lnTo>
                    <a:pt x="4648954" y="234815"/>
                  </a:lnTo>
                  <a:lnTo>
                    <a:pt x="4644777" y="234512"/>
                  </a:lnTo>
                  <a:close/>
                </a:path>
                <a:path w="5147944" h="4879340">
                  <a:moveTo>
                    <a:pt x="4839847" y="460085"/>
                  </a:moveTo>
                  <a:lnTo>
                    <a:pt x="4835068" y="454559"/>
                  </a:lnTo>
                  <a:lnTo>
                    <a:pt x="4835371" y="450381"/>
                  </a:lnTo>
                  <a:lnTo>
                    <a:pt x="4840897" y="445602"/>
                  </a:lnTo>
                  <a:lnTo>
                    <a:pt x="4845075" y="445905"/>
                  </a:lnTo>
                  <a:lnTo>
                    <a:pt x="4849854" y="451432"/>
                  </a:lnTo>
                  <a:lnTo>
                    <a:pt x="4849551" y="455609"/>
                  </a:lnTo>
                  <a:lnTo>
                    <a:pt x="4844024" y="460388"/>
                  </a:lnTo>
                  <a:lnTo>
                    <a:pt x="4839847" y="460085"/>
                  </a:lnTo>
                  <a:close/>
                </a:path>
                <a:path w="5147944" h="4879340">
                  <a:moveTo>
                    <a:pt x="5035572" y="683888"/>
                  </a:moveTo>
                  <a:lnTo>
                    <a:pt x="5031984" y="679740"/>
                  </a:lnTo>
                  <a:lnTo>
                    <a:pt x="5032211" y="676609"/>
                  </a:lnTo>
                  <a:lnTo>
                    <a:pt x="5036360" y="673022"/>
                  </a:lnTo>
                  <a:lnTo>
                    <a:pt x="5039491" y="673249"/>
                  </a:lnTo>
                  <a:lnTo>
                    <a:pt x="5043078" y="677397"/>
                  </a:lnTo>
                  <a:lnTo>
                    <a:pt x="5042851" y="680528"/>
                  </a:lnTo>
                  <a:lnTo>
                    <a:pt x="5038703" y="684115"/>
                  </a:lnTo>
                  <a:lnTo>
                    <a:pt x="5035572" y="683888"/>
                  </a:lnTo>
                  <a:close/>
                </a:path>
                <a:path w="5147944" h="4879340">
                  <a:moveTo>
                    <a:pt x="4221193" y="211988"/>
                  </a:moveTo>
                  <a:lnTo>
                    <a:pt x="4211036" y="200243"/>
                  </a:lnTo>
                  <a:lnTo>
                    <a:pt x="4211680" y="191363"/>
                  </a:lnTo>
                  <a:lnTo>
                    <a:pt x="4223423" y="181208"/>
                  </a:lnTo>
                  <a:lnTo>
                    <a:pt x="4232303" y="181852"/>
                  </a:lnTo>
                  <a:lnTo>
                    <a:pt x="4242457" y="193594"/>
                  </a:lnTo>
                  <a:lnTo>
                    <a:pt x="4241813" y="202475"/>
                  </a:lnTo>
                  <a:lnTo>
                    <a:pt x="4230071" y="212629"/>
                  </a:lnTo>
                  <a:lnTo>
                    <a:pt x="4221193" y="211988"/>
                  </a:lnTo>
                  <a:close/>
                </a:path>
                <a:path w="5147944" h="4879340">
                  <a:moveTo>
                    <a:pt x="4399924" y="441425"/>
                  </a:moveTo>
                  <a:lnTo>
                    <a:pt x="4394276" y="431415"/>
                  </a:lnTo>
                  <a:lnTo>
                    <a:pt x="4392950" y="420399"/>
                  </a:lnTo>
                  <a:lnTo>
                    <a:pt x="4395851" y="409689"/>
                  </a:lnTo>
                  <a:lnTo>
                    <a:pt x="4402884" y="400599"/>
                  </a:lnTo>
                  <a:lnTo>
                    <a:pt x="4412894" y="394951"/>
                  </a:lnTo>
                  <a:lnTo>
                    <a:pt x="4423910" y="393625"/>
                  </a:lnTo>
                  <a:lnTo>
                    <a:pt x="4434621" y="396526"/>
                  </a:lnTo>
                  <a:lnTo>
                    <a:pt x="4443710" y="403559"/>
                  </a:lnTo>
                  <a:lnTo>
                    <a:pt x="4449359" y="413569"/>
                  </a:lnTo>
                  <a:lnTo>
                    <a:pt x="4450685" y="424585"/>
                  </a:lnTo>
                  <a:lnTo>
                    <a:pt x="4447783" y="435296"/>
                  </a:lnTo>
                  <a:lnTo>
                    <a:pt x="4440750" y="444385"/>
                  </a:lnTo>
                  <a:lnTo>
                    <a:pt x="4430740" y="450034"/>
                  </a:lnTo>
                  <a:lnTo>
                    <a:pt x="4419724" y="451359"/>
                  </a:lnTo>
                  <a:lnTo>
                    <a:pt x="4409014" y="448458"/>
                  </a:lnTo>
                  <a:lnTo>
                    <a:pt x="4399924" y="441425"/>
                  </a:lnTo>
                  <a:close/>
                </a:path>
                <a:path w="5147944" h="4879340">
                  <a:moveTo>
                    <a:pt x="4588114" y="672948"/>
                  </a:moveTo>
                  <a:lnTo>
                    <a:pt x="4580690" y="659793"/>
                  </a:lnTo>
                  <a:lnTo>
                    <a:pt x="4578948" y="645314"/>
                  </a:lnTo>
                  <a:lnTo>
                    <a:pt x="4582761" y="631239"/>
                  </a:lnTo>
                  <a:lnTo>
                    <a:pt x="4592005" y="619292"/>
                  </a:lnTo>
                  <a:lnTo>
                    <a:pt x="4605160" y="611868"/>
                  </a:lnTo>
                  <a:lnTo>
                    <a:pt x="4619639" y="610126"/>
                  </a:lnTo>
                  <a:lnTo>
                    <a:pt x="4633714" y="613939"/>
                  </a:lnTo>
                  <a:lnTo>
                    <a:pt x="4645661" y="623183"/>
                  </a:lnTo>
                  <a:lnTo>
                    <a:pt x="4653085" y="636338"/>
                  </a:lnTo>
                  <a:lnTo>
                    <a:pt x="4654827" y="650817"/>
                  </a:lnTo>
                  <a:lnTo>
                    <a:pt x="4651014" y="664892"/>
                  </a:lnTo>
                  <a:lnTo>
                    <a:pt x="4641770" y="676839"/>
                  </a:lnTo>
                  <a:lnTo>
                    <a:pt x="4628615" y="684263"/>
                  </a:lnTo>
                  <a:lnTo>
                    <a:pt x="4614136" y="686005"/>
                  </a:lnTo>
                  <a:lnTo>
                    <a:pt x="4600061" y="682192"/>
                  </a:lnTo>
                  <a:lnTo>
                    <a:pt x="4588114" y="672948"/>
                  </a:lnTo>
                  <a:close/>
                </a:path>
                <a:path w="5147944" h="4879340">
                  <a:moveTo>
                    <a:pt x="4782558" y="899063"/>
                  </a:moveTo>
                  <a:lnTo>
                    <a:pt x="4774972" y="885621"/>
                  </a:lnTo>
                  <a:lnTo>
                    <a:pt x="4773191" y="870828"/>
                  </a:lnTo>
                  <a:lnTo>
                    <a:pt x="4777087" y="856446"/>
                  </a:lnTo>
                  <a:lnTo>
                    <a:pt x="4786534" y="844239"/>
                  </a:lnTo>
                  <a:lnTo>
                    <a:pt x="4799976" y="836653"/>
                  </a:lnTo>
                  <a:lnTo>
                    <a:pt x="4814769" y="834872"/>
                  </a:lnTo>
                  <a:lnTo>
                    <a:pt x="4829151" y="838768"/>
                  </a:lnTo>
                  <a:lnTo>
                    <a:pt x="4841358" y="848215"/>
                  </a:lnTo>
                  <a:lnTo>
                    <a:pt x="4848944" y="861657"/>
                  </a:lnTo>
                  <a:lnTo>
                    <a:pt x="4850725" y="876450"/>
                  </a:lnTo>
                  <a:lnTo>
                    <a:pt x="4846828" y="890832"/>
                  </a:lnTo>
                  <a:lnTo>
                    <a:pt x="4837382" y="903039"/>
                  </a:lnTo>
                  <a:lnTo>
                    <a:pt x="4823940" y="910625"/>
                  </a:lnTo>
                  <a:lnTo>
                    <a:pt x="4809146" y="912405"/>
                  </a:lnTo>
                  <a:lnTo>
                    <a:pt x="4794764" y="908508"/>
                  </a:lnTo>
                  <a:lnTo>
                    <a:pt x="4782558" y="899063"/>
                  </a:lnTo>
                  <a:close/>
                </a:path>
                <a:path w="5147944" h="4879340">
                  <a:moveTo>
                    <a:pt x="4985759" y="1117606"/>
                  </a:moveTo>
                  <a:lnTo>
                    <a:pt x="4980271" y="1107883"/>
                  </a:lnTo>
                  <a:lnTo>
                    <a:pt x="4978983" y="1097181"/>
                  </a:lnTo>
                  <a:lnTo>
                    <a:pt x="4981801" y="1086778"/>
                  </a:lnTo>
                  <a:lnTo>
                    <a:pt x="4988634" y="1077948"/>
                  </a:lnTo>
                  <a:lnTo>
                    <a:pt x="4998358" y="1072461"/>
                  </a:lnTo>
                  <a:lnTo>
                    <a:pt x="5009059" y="1071173"/>
                  </a:lnTo>
                  <a:lnTo>
                    <a:pt x="5019462" y="1073991"/>
                  </a:lnTo>
                  <a:lnTo>
                    <a:pt x="5028292" y="1080824"/>
                  </a:lnTo>
                  <a:lnTo>
                    <a:pt x="5033779" y="1090547"/>
                  </a:lnTo>
                  <a:lnTo>
                    <a:pt x="5035067" y="1101249"/>
                  </a:lnTo>
                  <a:lnTo>
                    <a:pt x="5032249" y="1111652"/>
                  </a:lnTo>
                  <a:lnTo>
                    <a:pt x="5025416" y="1120482"/>
                  </a:lnTo>
                  <a:lnTo>
                    <a:pt x="5015693" y="1125969"/>
                  </a:lnTo>
                  <a:lnTo>
                    <a:pt x="5004992" y="1127257"/>
                  </a:lnTo>
                  <a:lnTo>
                    <a:pt x="4994588" y="1124439"/>
                  </a:lnTo>
                  <a:lnTo>
                    <a:pt x="4985759" y="1117606"/>
                  </a:lnTo>
                  <a:close/>
                </a:path>
                <a:path w="5147944" h="4879340">
                  <a:moveTo>
                    <a:pt x="4584096" y="1074915"/>
                  </a:moveTo>
                  <a:lnTo>
                    <a:pt x="4579913" y="1070078"/>
                  </a:lnTo>
                  <a:lnTo>
                    <a:pt x="4580178" y="1066421"/>
                  </a:lnTo>
                  <a:lnTo>
                    <a:pt x="4585016" y="1062238"/>
                  </a:lnTo>
                  <a:lnTo>
                    <a:pt x="4588673" y="1062503"/>
                  </a:lnTo>
                  <a:lnTo>
                    <a:pt x="4592856" y="1067340"/>
                  </a:lnTo>
                  <a:lnTo>
                    <a:pt x="4592591" y="1070998"/>
                  </a:lnTo>
                  <a:lnTo>
                    <a:pt x="4587753" y="1075181"/>
                  </a:lnTo>
                  <a:lnTo>
                    <a:pt x="4584096" y="1074915"/>
                  </a:lnTo>
                  <a:close/>
                </a:path>
                <a:path w="5147944" h="4879340">
                  <a:moveTo>
                    <a:pt x="4767068" y="1306724"/>
                  </a:moveTo>
                  <a:lnTo>
                    <a:pt x="4763356" y="1300146"/>
                  </a:lnTo>
                  <a:lnTo>
                    <a:pt x="4762485" y="1292907"/>
                  </a:lnTo>
                  <a:lnTo>
                    <a:pt x="4764392" y="1285869"/>
                  </a:lnTo>
                  <a:lnTo>
                    <a:pt x="4769014" y="1279896"/>
                  </a:lnTo>
                  <a:lnTo>
                    <a:pt x="4775591" y="1276184"/>
                  </a:lnTo>
                  <a:lnTo>
                    <a:pt x="4782830" y="1275313"/>
                  </a:lnTo>
                  <a:lnTo>
                    <a:pt x="4789868" y="1277219"/>
                  </a:lnTo>
                  <a:lnTo>
                    <a:pt x="4795841" y="1281841"/>
                  </a:lnTo>
                  <a:lnTo>
                    <a:pt x="4799553" y="1288419"/>
                  </a:lnTo>
                  <a:lnTo>
                    <a:pt x="4800425" y="1295658"/>
                  </a:lnTo>
                  <a:lnTo>
                    <a:pt x="4798518" y="1302696"/>
                  </a:lnTo>
                  <a:lnTo>
                    <a:pt x="4793896" y="1308669"/>
                  </a:lnTo>
                  <a:lnTo>
                    <a:pt x="4787318" y="1312381"/>
                  </a:lnTo>
                  <a:lnTo>
                    <a:pt x="4780079" y="1313253"/>
                  </a:lnTo>
                  <a:lnTo>
                    <a:pt x="4773041" y="1311346"/>
                  </a:lnTo>
                  <a:lnTo>
                    <a:pt x="4767068" y="1306724"/>
                  </a:lnTo>
                  <a:close/>
                </a:path>
                <a:path w="5147944" h="4879340">
                  <a:moveTo>
                    <a:pt x="4962765" y="1531755"/>
                  </a:moveTo>
                  <a:lnTo>
                    <a:pt x="4959216" y="1525465"/>
                  </a:lnTo>
                  <a:lnTo>
                    <a:pt x="4958383" y="1518540"/>
                  </a:lnTo>
                  <a:lnTo>
                    <a:pt x="4960206" y="1511809"/>
                  </a:lnTo>
                  <a:lnTo>
                    <a:pt x="4964626" y="1506096"/>
                  </a:lnTo>
                  <a:lnTo>
                    <a:pt x="4970916" y="1502547"/>
                  </a:lnTo>
                  <a:lnTo>
                    <a:pt x="4977841" y="1501714"/>
                  </a:lnTo>
                  <a:lnTo>
                    <a:pt x="4984573" y="1503537"/>
                  </a:lnTo>
                  <a:lnTo>
                    <a:pt x="4990285" y="1507957"/>
                  </a:lnTo>
                  <a:lnTo>
                    <a:pt x="4993835" y="1514247"/>
                  </a:lnTo>
                  <a:lnTo>
                    <a:pt x="4994668" y="1521172"/>
                  </a:lnTo>
                  <a:lnTo>
                    <a:pt x="4992844" y="1527903"/>
                  </a:lnTo>
                  <a:lnTo>
                    <a:pt x="4988425" y="1533616"/>
                  </a:lnTo>
                  <a:lnTo>
                    <a:pt x="4982134" y="1537166"/>
                  </a:lnTo>
                  <a:lnTo>
                    <a:pt x="4975211" y="1538000"/>
                  </a:lnTo>
                  <a:lnTo>
                    <a:pt x="4968479" y="1536177"/>
                  </a:lnTo>
                  <a:lnTo>
                    <a:pt x="4962765" y="1531755"/>
                  </a:lnTo>
                  <a:close/>
                </a:path>
                <a:path w="5147944" h="4879340">
                  <a:moveTo>
                    <a:pt x="4747358" y="1724676"/>
                  </a:moveTo>
                  <a:lnTo>
                    <a:pt x="4740785" y="1717076"/>
                  </a:lnTo>
                  <a:lnTo>
                    <a:pt x="4741202" y="1711333"/>
                  </a:lnTo>
                  <a:lnTo>
                    <a:pt x="4748802" y="1704760"/>
                  </a:lnTo>
                  <a:lnTo>
                    <a:pt x="4754545" y="1705176"/>
                  </a:lnTo>
                  <a:lnTo>
                    <a:pt x="4761118" y="1712777"/>
                  </a:lnTo>
                  <a:lnTo>
                    <a:pt x="4760702" y="1718520"/>
                  </a:lnTo>
                  <a:lnTo>
                    <a:pt x="4753101" y="1725093"/>
                  </a:lnTo>
                  <a:lnTo>
                    <a:pt x="4747358" y="1724676"/>
                  </a:lnTo>
                  <a:close/>
                </a:path>
                <a:path w="5147944" h="4879340">
                  <a:moveTo>
                    <a:pt x="4941774" y="1952020"/>
                  </a:moveTo>
                  <a:lnTo>
                    <a:pt x="4934010" y="1943041"/>
                  </a:lnTo>
                  <a:lnTo>
                    <a:pt x="4934502" y="1936252"/>
                  </a:lnTo>
                  <a:lnTo>
                    <a:pt x="4943481" y="1928487"/>
                  </a:lnTo>
                  <a:lnTo>
                    <a:pt x="4950270" y="1928980"/>
                  </a:lnTo>
                  <a:lnTo>
                    <a:pt x="4958035" y="1937959"/>
                  </a:lnTo>
                  <a:lnTo>
                    <a:pt x="4957542" y="1944748"/>
                  </a:lnTo>
                  <a:lnTo>
                    <a:pt x="4948563" y="1952512"/>
                  </a:lnTo>
                  <a:lnTo>
                    <a:pt x="4941774" y="1952020"/>
                  </a:lnTo>
                  <a:close/>
                </a:path>
                <a:path w="5147944" h="4879340">
                  <a:moveTo>
                    <a:pt x="5138807" y="2172277"/>
                  </a:moveTo>
                  <a:lnTo>
                    <a:pt x="5134624" y="2167440"/>
                  </a:lnTo>
                  <a:lnTo>
                    <a:pt x="5134889" y="2163782"/>
                  </a:lnTo>
                  <a:lnTo>
                    <a:pt x="5139727" y="2159599"/>
                  </a:lnTo>
                  <a:lnTo>
                    <a:pt x="5143384" y="2159864"/>
                  </a:lnTo>
                  <a:lnTo>
                    <a:pt x="5147567" y="2164702"/>
                  </a:lnTo>
                  <a:lnTo>
                    <a:pt x="5147302" y="2168359"/>
                  </a:lnTo>
                  <a:lnTo>
                    <a:pt x="5142465" y="2172542"/>
                  </a:lnTo>
                  <a:lnTo>
                    <a:pt x="5138807" y="2172277"/>
                  </a:lnTo>
                  <a:close/>
                </a:path>
                <a:path w="5147944" h="4879340">
                  <a:moveTo>
                    <a:pt x="4717510" y="2143544"/>
                  </a:moveTo>
                  <a:lnTo>
                    <a:pt x="4712132" y="2137325"/>
                  </a:lnTo>
                  <a:lnTo>
                    <a:pt x="4712472" y="2132628"/>
                  </a:lnTo>
                  <a:lnTo>
                    <a:pt x="4718694" y="2127247"/>
                  </a:lnTo>
                  <a:lnTo>
                    <a:pt x="4723391" y="2127588"/>
                  </a:lnTo>
                  <a:lnTo>
                    <a:pt x="4728772" y="2133810"/>
                  </a:lnTo>
                  <a:lnTo>
                    <a:pt x="4728431" y="2138507"/>
                  </a:lnTo>
                  <a:lnTo>
                    <a:pt x="4722209" y="2143888"/>
                  </a:lnTo>
                  <a:lnTo>
                    <a:pt x="4717510" y="2143544"/>
                  </a:lnTo>
                  <a:close/>
                </a:path>
                <a:path w="5147944" h="4879340">
                  <a:moveTo>
                    <a:pt x="4912909" y="2368231"/>
                  </a:moveTo>
                  <a:lnTo>
                    <a:pt x="4908129" y="2362704"/>
                  </a:lnTo>
                  <a:lnTo>
                    <a:pt x="4908432" y="2358527"/>
                  </a:lnTo>
                  <a:lnTo>
                    <a:pt x="4913959" y="2353748"/>
                  </a:lnTo>
                  <a:lnTo>
                    <a:pt x="4918136" y="2354051"/>
                  </a:lnTo>
                  <a:lnTo>
                    <a:pt x="4922915" y="2359577"/>
                  </a:lnTo>
                  <a:lnTo>
                    <a:pt x="4922612" y="2363755"/>
                  </a:lnTo>
                  <a:lnTo>
                    <a:pt x="4917086" y="2368534"/>
                  </a:lnTo>
                  <a:lnTo>
                    <a:pt x="4912909" y="2368231"/>
                  </a:lnTo>
                  <a:close/>
                </a:path>
                <a:path w="5147944" h="4879340">
                  <a:moveTo>
                    <a:pt x="5109287" y="2590258"/>
                  </a:moveTo>
                  <a:lnTo>
                    <a:pt x="5106898" y="2587495"/>
                  </a:lnTo>
                  <a:lnTo>
                    <a:pt x="5107049" y="2585403"/>
                  </a:lnTo>
                  <a:lnTo>
                    <a:pt x="5109813" y="2583013"/>
                  </a:lnTo>
                  <a:lnTo>
                    <a:pt x="5111904" y="2583165"/>
                  </a:lnTo>
                  <a:lnTo>
                    <a:pt x="5114294" y="2585929"/>
                  </a:lnTo>
                  <a:lnTo>
                    <a:pt x="5114142" y="2588020"/>
                  </a:lnTo>
                  <a:lnTo>
                    <a:pt x="5111379" y="2590410"/>
                  </a:lnTo>
                  <a:lnTo>
                    <a:pt x="5109287" y="2590258"/>
                  </a:lnTo>
                  <a:close/>
                </a:path>
                <a:path w="5147944" h="4879340">
                  <a:moveTo>
                    <a:pt x="4686355" y="2565961"/>
                  </a:moveTo>
                  <a:lnTo>
                    <a:pt x="4679782" y="2558361"/>
                  </a:lnTo>
                  <a:lnTo>
                    <a:pt x="4680199" y="2552618"/>
                  </a:lnTo>
                  <a:lnTo>
                    <a:pt x="4687799" y="2546045"/>
                  </a:lnTo>
                  <a:lnTo>
                    <a:pt x="4693542" y="2546461"/>
                  </a:lnTo>
                  <a:lnTo>
                    <a:pt x="4700115" y="2554062"/>
                  </a:lnTo>
                  <a:lnTo>
                    <a:pt x="4699699" y="2559805"/>
                  </a:lnTo>
                  <a:lnTo>
                    <a:pt x="4692098" y="2566378"/>
                  </a:lnTo>
                  <a:lnTo>
                    <a:pt x="4686355" y="2565961"/>
                  </a:lnTo>
                  <a:close/>
                </a:path>
                <a:path w="5147944" h="4879340">
                  <a:moveTo>
                    <a:pt x="4882406" y="2788875"/>
                  </a:moveTo>
                  <a:lnTo>
                    <a:pt x="4877626" y="2783348"/>
                  </a:lnTo>
                  <a:lnTo>
                    <a:pt x="4877929" y="2779171"/>
                  </a:lnTo>
                  <a:lnTo>
                    <a:pt x="4883456" y="2774392"/>
                  </a:lnTo>
                  <a:lnTo>
                    <a:pt x="4887633" y="2774695"/>
                  </a:lnTo>
                  <a:lnTo>
                    <a:pt x="4892412" y="2780221"/>
                  </a:lnTo>
                  <a:lnTo>
                    <a:pt x="4892109" y="2784398"/>
                  </a:lnTo>
                  <a:lnTo>
                    <a:pt x="4886583" y="2789178"/>
                  </a:lnTo>
                  <a:lnTo>
                    <a:pt x="4882406" y="2788875"/>
                  </a:lnTo>
                  <a:close/>
                </a:path>
                <a:path w="5147944" h="4879340">
                  <a:moveTo>
                    <a:pt x="5078130" y="3012678"/>
                  </a:moveTo>
                  <a:lnTo>
                    <a:pt x="5074543" y="3008530"/>
                  </a:lnTo>
                  <a:lnTo>
                    <a:pt x="5074770" y="3005398"/>
                  </a:lnTo>
                  <a:lnTo>
                    <a:pt x="5078918" y="3001811"/>
                  </a:lnTo>
                  <a:lnTo>
                    <a:pt x="5082049" y="3002038"/>
                  </a:lnTo>
                  <a:lnTo>
                    <a:pt x="5085636" y="3006186"/>
                  </a:lnTo>
                  <a:lnTo>
                    <a:pt x="5085409" y="3009318"/>
                  </a:lnTo>
                  <a:lnTo>
                    <a:pt x="5081261" y="3012905"/>
                  </a:lnTo>
                  <a:lnTo>
                    <a:pt x="5078130" y="3012678"/>
                  </a:lnTo>
                  <a:close/>
                </a:path>
                <a:path w="5147944" h="4879340">
                  <a:moveTo>
                    <a:pt x="4461436" y="2759255"/>
                  </a:moveTo>
                  <a:lnTo>
                    <a:pt x="4456058" y="2753037"/>
                  </a:lnTo>
                  <a:lnTo>
                    <a:pt x="4456399" y="2748339"/>
                  </a:lnTo>
                  <a:lnTo>
                    <a:pt x="4462621" y="2742959"/>
                  </a:lnTo>
                  <a:lnTo>
                    <a:pt x="4467318" y="2743299"/>
                  </a:lnTo>
                  <a:lnTo>
                    <a:pt x="4472699" y="2749521"/>
                  </a:lnTo>
                  <a:lnTo>
                    <a:pt x="4472358" y="2754218"/>
                  </a:lnTo>
                  <a:lnTo>
                    <a:pt x="4466136" y="2759599"/>
                  </a:lnTo>
                  <a:lnTo>
                    <a:pt x="4461436" y="2759255"/>
                  </a:lnTo>
                  <a:close/>
                </a:path>
                <a:path w="5147944" h="4879340">
                  <a:moveTo>
                    <a:pt x="4654875" y="2989262"/>
                  </a:moveTo>
                  <a:lnTo>
                    <a:pt x="4646509" y="2979588"/>
                  </a:lnTo>
                  <a:lnTo>
                    <a:pt x="4647039" y="2972279"/>
                  </a:lnTo>
                  <a:lnTo>
                    <a:pt x="4656714" y="2963913"/>
                  </a:lnTo>
                  <a:lnTo>
                    <a:pt x="4664022" y="2964442"/>
                  </a:lnTo>
                  <a:lnTo>
                    <a:pt x="4672389" y="2974117"/>
                  </a:lnTo>
                  <a:lnTo>
                    <a:pt x="4671859" y="2981426"/>
                  </a:lnTo>
                  <a:lnTo>
                    <a:pt x="4662184" y="2989792"/>
                  </a:lnTo>
                  <a:lnTo>
                    <a:pt x="4654875" y="2989262"/>
                  </a:lnTo>
                  <a:close/>
                </a:path>
                <a:path w="5147944" h="4879340">
                  <a:moveTo>
                    <a:pt x="4850926" y="3212176"/>
                  </a:moveTo>
                  <a:lnTo>
                    <a:pt x="4844353" y="3204575"/>
                  </a:lnTo>
                  <a:lnTo>
                    <a:pt x="4844769" y="3198832"/>
                  </a:lnTo>
                  <a:lnTo>
                    <a:pt x="4852370" y="3192259"/>
                  </a:lnTo>
                  <a:lnTo>
                    <a:pt x="4858113" y="3192676"/>
                  </a:lnTo>
                  <a:lnTo>
                    <a:pt x="4864686" y="3200276"/>
                  </a:lnTo>
                  <a:lnTo>
                    <a:pt x="4864269" y="3206019"/>
                  </a:lnTo>
                  <a:lnTo>
                    <a:pt x="4856669" y="3212592"/>
                  </a:lnTo>
                  <a:lnTo>
                    <a:pt x="4850926" y="3212176"/>
                  </a:lnTo>
                  <a:close/>
                </a:path>
                <a:path w="5147944" h="4879340">
                  <a:moveTo>
                    <a:pt x="5045996" y="3437749"/>
                  </a:moveTo>
                  <a:lnTo>
                    <a:pt x="5039423" y="3430148"/>
                  </a:lnTo>
                  <a:lnTo>
                    <a:pt x="5039840" y="3424406"/>
                  </a:lnTo>
                  <a:lnTo>
                    <a:pt x="5047440" y="3417833"/>
                  </a:lnTo>
                  <a:lnTo>
                    <a:pt x="5053183" y="3418249"/>
                  </a:lnTo>
                  <a:lnTo>
                    <a:pt x="5059756" y="3425850"/>
                  </a:lnTo>
                  <a:lnTo>
                    <a:pt x="5059340" y="3431593"/>
                  </a:lnTo>
                  <a:lnTo>
                    <a:pt x="5051739" y="3438165"/>
                  </a:lnTo>
                  <a:lnTo>
                    <a:pt x="5045996" y="3437749"/>
                  </a:lnTo>
                  <a:close/>
                </a:path>
                <a:path w="5147944" h="4879340">
                  <a:moveTo>
                    <a:pt x="4237171" y="2950779"/>
                  </a:moveTo>
                  <a:lnTo>
                    <a:pt x="4234186" y="2947327"/>
                  </a:lnTo>
                  <a:lnTo>
                    <a:pt x="4234375" y="2944715"/>
                  </a:lnTo>
                  <a:lnTo>
                    <a:pt x="4237828" y="2941730"/>
                  </a:lnTo>
                  <a:lnTo>
                    <a:pt x="4240439" y="2941919"/>
                  </a:lnTo>
                  <a:lnTo>
                    <a:pt x="4243425" y="2945372"/>
                  </a:lnTo>
                  <a:lnTo>
                    <a:pt x="4243235" y="2947983"/>
                  </a:lnTo>
                  <a:lnTo>
                    <a:pt x="4239783" y="2950969"/>
                  </a:lnTo>
                  <a:lnTo>
                    <a:pt x="4237171" y="2950779"/>
                  </a:lnTo>
                  <a:close/>
                </a:path>
                <a:path w="5147944" h="4879340">
                  <a:moveTo>
                    <a:pt x="4420116" y="3183822"/>
                  </a:moveTo>
                  <a:lnTo>
                    <a:pt x="4416566" y="3177531"/>
                  </a:lnTo>
                  <a:lnTo>
                    <a:pt x="4415733" y="3170607"/>
                  </a:lnTo>
                  <a:lnTo>
                    <a:pt x="4417556" y="3163875"/>
                  </a:lnTo>
                  <a:lnTo>
                    <a:pt x="4421976" y="3158163"/>
                  </a:lnTo>
                  <a:lnTo>
                    <a:pt x="4428267" y="3154613"/>
                  </a:lnTo>
                  <a:lnTo>
                    <a:pt x="4435191" y="3153780"/>
                  </a:lnTo>
                  <a:lnTo>
                    <a:pt x="4441923" y="3155604"/>
                  </a:lnTo>
                  <a:lnTo>
                    <a:pt x="4447635" y="3160023"/>
                  </a:lnTo>
                  <a:lnTo>
                    <a:pt x="4451185" y="3166314"/>
                  </a:lnTo>
                  <a:lnTo>
                    <a:pt x="4452018" y="3173238"/>
                  </a:lnTo>
                  <a:lnTo>
                    <a:pt x="4450195" y="3179970"/>
                  </a:lnTo>
                  <a:lnTo>
                    <a:pt x="4445775" y="3185683"/>
                  </a:lnTo>
                  <a:lnTo>
                    <a:pt x="4439485" y="3189233"/>
                  </a:lnTo>
                  <a:lnTo>
                    <a:pt x="4432561" y="3190066"/>
                  </a:lnTo>
                  <a:lnTo>
                    <a:pt x="4425829" y="3188243"/>
                  </a:lnTo>
                  <a:lnTo>
                    <a:pt x="4420116" y="3183822"/>
                  </a:lnTo>
                  <a:close/>
                </a:path>
                <a:path w="5147944" h="4879340">
                  <a:moveTo>
                    <a:pt x="4622410" y="3415223"/>
                  </a:moveTo>
                  <a:lnTo>
                    <a:pt x="4610462" y="3401406"/>
                  </a:lnTo>
                  <a:lnTo>
                    <a:pt x="4611220" y="3390960"/>
                  </a:lnTo>
                  <a:lnTo>
                    <a:pt x="4625036" y="3379012"/>
                  </a:lnTo>
                  <a:lnTo>
                    <a:pt x="4635482" y="3379770"/>
                  </a:lnTo>
                  <a:lnTo>
                    <a:pt x="4647430" y="3393586"/>
                  </a:lnTo>
                  <a:lnTo>
                    <a:pt x="4646672" y="3404032"/>
                  </a:lnTo>
                  <a:lnTo>
                    <a:pt x="4632856" y="3415980"/>
                  </a:lnTo>
                  <a:lnTo>
                    <a:pt x="4622410" y="3415223"/>
                  </a:lnTo>
                  <a:close/>
                </a:path>
                <a:path w="5147944" h="4879340">
                  <a:moveTo>
                    <a:pt x="4817480" y="3640796"/>
                  </a:moveTo>
                  <a:lnTo>
                    <a:pt x="4805532" y="3626980"/>
                  </a:lnTo>
                  <a:lnTo>
                    <a:pt x="4806290" y="3616534"/>
                  </a:lnTo>
                  <a:lnTo>
                    <a:pt x="4820106" y="3604586"/>
                  </a:lnTo>
                  <a:lnTo>
                    <a:pt x="4830552" y="3605343"/>
                  </a:lnTo>
                  <a:lnTo>
                    <a:pt x="4842500" y="3619159"/>
                  </a:lnTo>
                  <a:lnTo>
                    <a:pt x="4841743" y="3629606"/>
                  </a:lnTo>
                  <a:lnTo>
                    <a:pt x="4827926" y="3641554"/>
                  </a:lnTo>
                  <a:lnTo>
                    <a:pt x="4817480" y="3640796"/>
                  </a:lnTo>
                  <a:close/>
                </a:path>
                <a:path w="5147944" h="4879340">
                  <a:moveTo>
                    <a:pt x="5012540" y="3866357"/>
                  </a:moveTo>
                  <a:lnTo>
                    <a:pt x="5000592" y="3852541"/>
                  </a:lnTo>
                  <a:lnTo>
                    <a:pt x="5001371" y="3842119"/>
                  </a:lnTo>
                  <a:lnTo>
                    <a:pt x="5015187" y="3830171"/>
                  </a:lnTo>
                  <a:lnTo>
                    <a:pt x="5025612" y="3830904"/>
                  </a:lnTo>
                  <a:lnTo>
                    <a:pt x="5037560" y="3844720"/>
                  </a:lnTo>
                  <a:lnTo>
                    <a:pt x="5036808" y="3855173"/>
                  </a:lnTo>
                  <a:lnTo>
                    <a:pt x="5022991" y="3867121"/>
                  </a:lnTo>
                  <a:lnTo>
                    <a:pt x="5012540" y="3866357"/>
                  </a:lnTo>
                  <a:close/>
                </a:path>
                <a:path w="5147944" h="4879340">
                  <a:moveTo>
                    <a:pt x="4012252" y="3144079"/>
                  </a:moveTo>
                  <a:lnTo>
                    <a:pt x="4010458" y="3142005"/>
                  </a:lnTo>
                  <a:lnTo>
                    <a:pt x="4010572" y="3140440"/>
                  </a:lnTo>
                  <a:lnTo>
                    <a:pt x="4012646" y="3138646"/>
                  </a:lnTo>
                  <a:lnTo>
                    <a:pt x="4014212" y="3138760"/>
                  </a:lnTo>
                  <a:lnTo>
                    <a:pt x="4016005" y="3140834"/>
                  </a:lnTo>
                  <a:lnTo>
                    <a:pt x="4015892" y="3142399"/>
                  </a:lnTo>
                  <a:lnTo>
                    <a:pt x="4013818" y="3144193"/>
                  </a:lnTo>
                  <a:lnTo>
                    <a:pt x="4012252" y="3144079"/>
                  </a:lnTo>
                  <a:close/>
                </a:path>
                <a:path w="5147944" h="4879340">
                  <a:moveTo>
                    <a:pt x="4188912" y="3383761"/>
                  </a:moveTo>
                  <a:lnTo>
                    <a:pt x="4183909" y="3374896"/>
                  </a:lnTo>
                  <a:lnTo>
                    <a:pt x="4182735" y="3365139"/>
                  </a:lnTo>
                  <a:lnTo>
                    <a:pt x="4185305" y="3355654"/>
                  </a:lnTo>
                  <a:lnTo>
                    <a:pt x="4191534" y="3347603"/>
                  </a:lnTo>
                  <a:lnTo>
                    <a:pt x="4200399" y="3342600"/>
                  </a:lnTo>
                  <a:lnTo>
                    <a:pt x="4210156" y="3341426"/>
                  </a:lnTo>
                  <a:lnTo>
                    <a:pt x="4219642" y="3343996"/>
                  </a:lnTo>
                  <a:lnTo>
                    <a:pt x="4227692" y="3350225"/>
                  </a:lnTo>
                  <a:lnTo>
                    <a:pt x="4232695" y="3359090"/>
                  </a:lnTo>
                  <a:lnTo>
                    <a:pt x="4233869" y="3368847"/>
                  </a:lnTo>
                  <a:lnTo>
                    <a:pt x="4231300" y="3378332"/>
                  </a:lnTo>
                  <a:lnTo>
                    <a:pt x="4225070" y="3386383"/>
                  </a:lnTo>
                  <a:lnTo>
                    <a:pt x="4216205" y="3391386"/>
                  </a:lnTo>
                  <a:lnTo>
                    <a:pt x="4206448" y="3392560"/>
                  </a:lnTo>
                  <a:lnTo>
                    <a:pt x="4196963" y="3389991"/>
                  </a:lnTo>
                  <a:lnTo>
                    <a:pt x="4188912" y="3383761"/>
                  </a:lnTo>
                  <a:close/>
                </a:path>
                <a:path w="5147944" h="4879340">
                  <a:moveTo>
                    <a:pt x="4384609" y="3608792"/>
                  </a:moveTo>
                  <a:lnTo>
                    <a:pt x="4379767" y="3600213"/>
                  </a:lnTo>
                  <a:lnTo>
                    <a:pt x="4378631" y="3590769"/>
                  </a:lnTo>
                  <a:lnTo>
                    <a:pt x="4381118" y="3581589"/>
                  </a:lnTo>
                  <a:lnTo>
                    <a:pt x="4387147" y="3573797"/>
                  </a:lnTo>
                  <a:lnTo>
                    <a:pt x="4395727" y="3568955"/>
                  </a:lnTo>
                  <a:lnTo>
                    <a:pt x="4405170" y="3567819"/>
                  </a:lnTo>
                  <a:lnTo>
                    <a:pt x="4414350" y="3570306"/>
                  </a:lnTo>
                  <a:lnTo>
                    <a:pt x="4422142" y="3576335"/>
                  </a:lnTo>
                  <a:lnTo>
                    <a:pt x="4426984" y="3584915"/>
                  </a:lnTo>
                  <a:lnTo>
                    <a:pt x="4428121" y="3594358"/>
                  </a:lnTo>
                  <a:lnTo>
                    <a:pt x="4425633" y="3603539"/>
                  </a:lnTo>
                  <a:lnTo>
                    <a:pt x="4419604" y="3611330"/>
                  </a:lnTo>
                  <a:lnTo>
                    <a:pt x="4411024" y="3616172"/>
                  </a:lnTo>
                  <a:lnTo>
                    <a:pt x="4401581" y="3617309"/>
                  </a:lnTo>
                  <a:lnTo>
                    <a:pt x="4392401" y="3614822"/>
                  </a:lnTo>
                  <a:lnTo>
                    <a:pt x="4384609" y="3608792"/>
                  </a:lnTo>
                  <a:close/>
                </a:path>
                <a:path w="5147944" h="4879340">
                  <a:moveTo>
                    <a:pt x="4579680" y="3834366"/>
                  </a:moveTo>
                  <a:lnTo>
                    <a:pt x="4574838" y="3825786"/>
                  </a:lnTo>
                  <a:lnTo>
                    <a:pt x="4573701" y="3816343"/>
                  </a:lnTo>
                  <a:lnTo>
                    <a:pt x="4576188" y="3807162"/>
                  </a:lnTo>
                  <a:lnTo>
                    <a:pt x="4582217" y="3799371"/>
                  </a:lnTo>
                  <a:lnTo>
                    <a:pt x="4590797" y="3794529"/>
                  </a:lnTo>
                  <a:lnTo>
                    <a:pt x="4600240" y="3793392"/>
                  </a:lnTo>
                  <a:lnTo>
                    <a:pt x="4609421" y="3795879"/>
                  </a:lnTo>
                  <a:lnTo>
                    <a:pt x="4617212" y="3801908"/>
                  </a:lnTo>
                  <a:lnTo>
                    <a:pt x="4622054" y="3810488"/>
                  </a:lnTo>
                  <a:lnTo>
                    <a:pt x="4623191" y="3819932"/>
                  </a:lnTo>
                  <a:lnTo>
                    <a:pt x="4620704" y="3829112"/>
                  </a:lnTo>
                  <a:lnTo>
                    <a:pt x="4614675" y="3836904"/>
                  </a:lnTo>
                  <a:lnTo>
                    <a:pt x="4606095" y="3841745"/>
                  </a:lnTo>
                  <a:lnTo>
                    <a:pt x="4596652" y="3842882"/>
                  </a:lnTo>
                  <a:lnTo>
                    <a:pt x="4587471" y="3840395"/>
                  </a:lnTo>
                  <a:lnTo>
                    <a:pt x="4579680" y="3834366"/>
                  </a:lnTo>
                  <a:close/>
                </a:path>
                <a:path w="5147944" h="4879340">
                  <a:moveTo>
                    <a:pt x="4773503" y="4061023"/>
                  </a:moveTo>
                  <a:lnTo>
                    <a:pt x="4768336" y="4051870"/>
                  </a:lnTo>
                  <a:lnTo>
                    <a:pt x="4767122" y="4041797"/>
                  </a:lnTo>
                  <a:lnTo>
                    <a:pt x="4769775" y="4032005"/>
                  </a:lnTo>
                  <a:lnTo>
                    <a:pt x="4776207" y="4023694"/>
                  </a:lnTo>
                  <a:lnTo>
                    <a:pt x="4785359" y="4018529"/>
                  </a:lnTo>
                  <a:lnTo>
                    <a:pt x="4795431" y="4017316"/>
                  </a:lnTo>
                  <a:lnTo>
                    <a:pt x="4805223" y="4019970"/>
                  </a:lnTo>
                  <a:lnTo>
                    <a:pt x="4813536" y="4026404"/>
                  </a:lnTo>
                  <a:lnTo>
                    <a:pt x="4818703" y="4035558"/>
                  </a:lnTo>
                  <a:lnTo>
                    <a:pt x="4819916" y="4045630"/>
                  </a:lnTo>
                  <a:lnTo>
                    <a:pt x="4817263" y="4055422"/>
                  </a:lnTo>
                  <a:lnTo>
                    <a:pt x="4810832" y="4063733"/>
                  </a:lnTo>
                  <a:lnTo>
                    <a:pt x="4801679" y="4068899"/>
                  </a:lnTo>
                  <a:lnTo>
                    <a:pt x="4791607" y="4070111"/>
                  </a:lnTo>
                  <a:lnTo>
                    <a:pt x="4781815" y="4067457"/>
                  </a:lnTo>
                  <a:lnTo>
                    <a:pt x="4773503" y="4061023"/>
                  </a:lnTo>
                  <a:close/>
                </a:path>
                <a:path w="5147944" h="4879340">
                  <a:moveTo>
                    <a:pt x="4985970" y="4276371"/>
                  </a:moveTo>
                  <a:lnTo>
                    <a:pt x="4981202" y="4270857"/>
                  </a:lnTo>
                  <a:lnTo>
                    <a:pt x="4981491" y="4266664"/>
                  </a:lnTo>
                  <a:lnTo>
                    <a:pt x="4987018" y="4261885"/>
                  </a:lnTo>
                  <a:lnTo>
                    <a:pt x="4991209" y="4262203"/>
                  </a:lnTo>
                  <a:lnTo>
                    <a:pt x="4995977" y="4267717"/>
                  </a:lnTo>
                  <a:lnTo>
                    <a:pt x="4995688" y="4271910"/>
                  </a:lnTo>
                  <a:lnTo>
                    <a:pt x="4990161" y="4276690"/>
                  </a:lnTo>
                  <a:lnTo>
                    <a:pt x="4985970" y="4276371"/>
                  </a:lnTo>
                  <a:close/>
                </a:path>
                <a:path w="5147944" h="4879340">
                  <a:moveTo>
                    <a:pt x="3786682" y="3339147"/>
                  </a:moveTo>
                  <a:lnTo>
                    <a:pt x="3784888" y="3337073"/>
                  </a:lnTo>
                  <a:lnTo>
                    <a:pt x="3785002" y="3335507"/>
                  </a:lnTo>
                  <a:lnTo>
                    <a:pt x="3787076" y="3333714"/>
                  </a:lnTo>
                  <a:lnTo>
                    <a:pt x="3788641" y="3333827"/>
                  </a:lnTo>
                  <a:lnTo>
                    <a:pt x="3790435" y="3335901"/>
                  </a:lnTo>
                  <a:lnTo>
                    <a:pt x="3790321" y="3337467"/>
                  </a:lnTo>
                  <a:lnTo>
                    <a:pt x="3788247" y="3339261"/>
                  </a:lnTo>
                  <a:lnTo>
                    <a:pt x="3786682" y="3339147"/>
                  </a:lnTo>
                  <a:close/>
                </a:path>
                <a:path w="5147944" h="4879340">
                  <a:moveTo>
                    <a:pt x="3956462" y="3584778"/>
                  </a:moveTo>
                  <a:lnTo>
                    <a:pt x="3949684" y="3572768"/>
                  </a:lnTo>
                  <a:lnTo>
                    <a:pt x="3948092" y="3559549"/>
                  </a:lnTo>
                  <a:lnTo>
                    <a:pt x="3951574" y="3546698"/>
                  </a:lnTo>
                  <a:lnTo>
                    <a:pt x="3960014" y="3535791"/>
                  </a:lnTo>
                  <a:lnTo>
                    <a:pt x="3972025" y="3529012"/>
                  </a:lnTo>
                  <a:lnTo>
                    <a:pt x="3985244" y="3527421"/>
                  </a:lnTo>
                  <a:lnTo>
                    <a:pt x="3998095" y="3530903"/>
                  </a:lnTo>
                  <a:lnTo>
                    <a:pt x="4009002" y="3539343"/>
                  </a:lnTo>
                  <a:lnTo>
                    <a:pt x="4015780" y="3551354"/>
                  </a:lnTo>
                  <a:lnTo>
                    <a:pt x="4017371" y="3564573"/>
                  </a:lnTo>
                  <a:lnTo>
                    <a:pt x="4013890" y="3577423"/>
                  </a:lnTo>
                  <a:lnTo>
                    <a:pt x="4005449" y="3588331"/>
                  </a:lnTo>
                  <a:lnTo>
                    <a:pt x="3993439" y="3595109"/>
                  </a:lnTo>
                  <a:lnTo>
                    <a:pt x="3980220" y="3596700"/>
                  </a:lnTo>
                  <a:lnTo>
                    <a:pt x="3967369" y="3593219"/>
                  </a:lnTo>
                  <a:lnTo>
                    <a:pt x="3956462" y="3584778"/>
                  </a:lnTo>
                  <a:close/>
                </a:path>
                <a:path w="5147944" h="4879340">
                  <a:moveTo>
                    <a:pt x="4151532" y="3810352"/>
                  </a:moveTo>
                  <a:lnTo>
                    <a:pt x="4144754" y="3798341"/>
                  </a:lnTo>
                  <a:lnTo>
                    <a:pt x="4143163" y="3785122"/>
                  </a:lnTo>
                  <a:lnTo>
                    <a:pt x="4146644" y="3772271"/>
                  </a:lnTo>
                  <a:lnTo>
                    <a:pt x="4155085" y="3761364"/>
                  </a:lnTo>
                  <a:lnTo>
                    <a:pt x="4167095" y="3754586"/>
                  </a:lnTo>
                  <a:lnTo>
                    <a:pt x="4180314" y="3752995"/>
                  </a:lnTo>
                  <a:lnTo>
                    <a:pt x="4193165" y="3756476"/>
                  </a:lnTo>
                  <a:lnTo>
                    <a:pt x="4204072" y="3764916"/>
                  </a:lnTo>
                  <a:lnTo>
                    <a:pt x="4210851" y="3776927"/>
                  </a:lnTo>
                  <a:lnTo>
                    <a:pt x="4212442" y="3790146"/>
                  </a:lnTo>
                  <a:lnTo>
                    <a:pt x="4208960" y="3802997"/>
                  </a:lnTo>
                  <a:lnTo>
                    <a:pt x="4200520" y="3813904"/>
                  </a:lnTo>
                  <a:lnTo>
                    <a:pt x="4188509" y="3820682"/>
                  </a:lnTo>
                  <a:lnTo>
                    <a:pt x="4175290" y="3822274"/>
                  </a:lnTo>
                  <a:lnTo>
                    <a:pt x="4162440" y="3818792"/>
                  </a:lnTo>
                  <a:lnTo>
                    <a:pt x="4151532" y="3810352"/>
                  </a:lnTo>
                  <a:close/>
                </a:path>
                <a:path w="5147944" h="4879340">
                  <a:moveTo>
                    <a:pt x="4346603" y="4035925"/>
                  </a:moveTo>
                  <a:lnTo>
                    <a:pt x="4339824" y="4023914"/>
                  </a:lnTo>
                  <a:lnTo>
                    <a:pt x="4338233" y="4010696"/>
                  </a:lnTo>
                  <a:lnTo>
                    <a:pt x="4341715" y="3997845"/>
                  </a:lnTo>
                  <a:lnTo>
                    <a:pt x="4350155" y="3986938"/>
                  </a:lnTo>
                  <a:lnTo>
                    <a:pt x="4362166" y="3980159"/>
                  </a:lnTo>
                  <a:lnTo>
                    <a:pt x="4375385" y="3978568"/>
                  </a:lnTo>
                  <a:lnTo>
                    <a:pt x="4388235" y="3982050"/>
                  </a:lnTo>
                  <a:lnTo>
                    <a:pt x="4399143" y="3990490"/>
                  </a:lnTo>
                  <a:lnTo>
                    <a:pt x="4405921" y="4002501"/>
                  </a:lnTo>
                  <a:lnTo>
                    <a:pt x="4407512" y="4015719"/>
                  </a:lnTo>
                  <a:lnTo>
                    <a:pt x="4404031" y="4028570"/>
                  </a:lnTo>
                  <a:lnTo>
                    <a:pt x="4395590" y="4039477"/>
                  </a:lnTo>
                  <a:lnTo>
                    <a:pt x="4383579" y="4046256"/>
                  </a:lnTo>
                  <a:lnTo>
                    <a:pt x="4370361" y="4047847"/>
                  </a:lnTo>
                  <a:lnTo>
                    <a:pt x="4357510" y="4044365"/>
                  </a:lnTo>
                  <a:lnTo>
                    <a:pt x="4346603" y="4035925"/>
                  </a:lnTo>
                  <a:close/>
                </a:path>
                <a:path w="5147944" h="4879340">
                  <a:moveTo>
                    <a:pt x="4540426" y="4262583"/>
                  </a:moveTo>
                  <a:lnTo>
                    <a:pt x="4533326" y="4250001"/>
                  </a:lnTo>
                  <a:lnTo>
                    <a:pt x="4531657" y="4236150"/>
                  </a:lnTo>
                  <a:lnTo>
                    <a:pt x="4535303" y="4222684"/>
                  </a:lnTo>
                  <a:lnTo>
                    <a:pt x="4544145" y="4211255"/>
                  </a:lnTo>
                  <a:lnTo>
                    <a:pt x="4556730" y="4204155"/>
                  </a:lnTo>
                  <a:lnTo>
                    <a:pt x="4570581" y="4202490"/>
                  </a:lnTo>
                  <a:lnTo>
                    <a:pt x="4584046" y="4206139"/>
                  </a:lnTo>
                  <a:lnTo>
                    <a:pt x="4595472" y="4214980"/>
                  </a:lnTo>
                  <a:lnTo>
                    <a:pt x="4602569" y="4227559"/>
                  </a:lnTo>
                  <a:lnTo>
                    <a:pt x="4604232" y="4241403"/>
                  </a:lnTo>
                  <a:lnTo>
                    <a:pt x="4600581" y="4254863"/>
                  </a:lnTo>
                  <a:lnTo>
                    <a:pt x="4591736" y="4266289"/>
                  </a:lnTo>
                  <a:lnTo>
                    <a:pt x="4579154" y="4273392"/>
                  </a:lnTo>
                  <a:lnTo>
                    <a:pt x="4565308" y="4275063"/>
                  </a:lnTo>
                  <a:lnTo>
                    <a:pt x="4551849" y="4271421"/>
                  </a:lnTo>
                  <a:lnTo>
                    <a:pt x="4540426" y="4262583"/>
                  </a:lnTo>
                  <a:close/>
                </a:path>
                <a:path w="5147944" h="4879340">
                  <a:moveTo>
                    <a:pt x="4757124" y="4480295"/>
                  </a:moveTo>
                  <a:lnTo>
                    <a:pt x="4746368" y="4467858"/>
                  </a:lnTo>
                  <a:lnTo>
                    <a:pt x="4747074" y="4458486"/>
                  </a:lnTo>
                  <a:lnTo>
                    <a:pt x="4759512" y="4447730"/>
                  </a:lnTo>
                  <a:lnTo>
                    <a:pt x="4768888" y="4448383"/>
                  </a:lnTo>
                  <a:lnTo>
                    <a:pt x="4779643" y="4460821"/>
                  </a:lnTo>
                  <a:lnTo>
                    <a:pt x="4778965" y="4470224"/>
                  </a:lnTo>
                  <a:lnTo>
                    <a:pt x="4766527" y="4480980"/>
                  </a:lnTo>
                  <a:lnTo>
                    <a:pt x="4757124" y="4480295"/>
                  </a:lnTo>
                  <a:close/>
                </a:path>
                <a:path w="5147944" h="4879340">
                  <a:moveTo>
                    <a:pt x="3559803" y="3537761"/>
                  </a:moveTo>
                  <a:lnTo>
                    <a:pt x="3555620" y="3532924"/>
                  </a:lnTo>
                  <a:lnTo>
                    <a:pt x="3555885" y="3529267"/>
                  </a:lnTo>
                  <a:lnTo>
                    <a:pt x="3560722" y="3525083"/>
                  </a:lnTo>
                  <a:lnTo>
                    <a:pt x="3564380" y="3525349"/>
                  </a:lnTo>
                  <a:lnTo>
                    <a:pt x="3568563" y="3530186"/>
                  </a:lnTo>
                  <a:lnTo>
                    <a:pt x="3568298" y="3533843"/>
                  </a:lnTo>
                  <a:lnTo>
                    <a:pt x="3563460" y="3538026"/>
                  </a:lnTo>
                  <a:lnTo>
                    <a:pt x="3559803" y="3537761"/>
                  </a:lnTo>
                  <a:close/>
                </a:path>
                <a:path w="5147944" h="4879340">
                  <a:moveTo>
                    <a:pt x="3721505" y="3787963"/>
                  </a:moveTo>
                  <a:lnTo>
                    <a:pt x="3712306" y="3771662"/>
                  </a:lnTo>
                  <a:lnTo>
                    <a:pt x="3710146" y="3753722"/>
                  </a:lnTo>
                  <a:lnTo>
                    <a:pt x="3714872" y="3736281"/>
                  </a:lnTo>
                  <a:lnTo>
                    <a:pt x="3726326" y="3721478"/>
                  </a:lnTo>
                  <a:lnTo>
                    <a:pt x="3742627" y="3712279"/>
                  </a:lnTo>
                  <a:lnTo>
                    <a:pt x="3760568" y="3710119"/>
                  </a:lnTo>
                  <a:lnTo>
                    <a:pt x="3778009" y="3714844"/>
                  </a:lnTo>
                  <a:lnTo>
                    <a:pt x="3792812" y="3726299"/>
                  </a:lnTo>
                  <a:lnTo>
                    <a:pt x="3802011" y="3742600"/>
                  </a:lnTo>
                  <a:lnTo>
                    <a:pt x="3804171" y="3760540"/>
                  </a:lnTo>
                  <a:lnTo>
                    <a:pt x="3799445" y="3777981"/>
                  </a:lnTo>
                  <a:lnTo>
                    <a:pt x="3787990" y="3792784"/>
                  </a:lnTo>
                  <a:lnTo>
                    <a:pt x="3771690" y="3801984"/>
                  </a:lnTo>
                  <a:lnTo>
                    <a:pt x="3753749" y="3804143"/>
                  </a:lnTo>
                  <a:lnTo>
                    <a:pt x="3736308" y="3799418"/>
                  </a:lnTo>
                  <a:lnTo>
                    <a:pt x="3721505" y="3787963"/>
                  </a:lnTo>
                  <a:close/>
                </a:path>
                <a:path w="5147944" h="4879340">
                  <a:moveTo>
                    <a:pt x="3916576" y="4013536"/>
                  </a:moveTo>
                  <a:lnTo>
                    <a:pt x="3907376" y="3997236"/>
                  </a:lnTo>
                  <a:lnTo>
                    <a:pt x="3905217" y="3979295"/>
                  </a:lnTo>
                  <a:lnTo>
                    <a:pt x="3909942" y="3961854"/>
                  </a:lnTo>
                  <a:lnTo>
                    <a:pt x="3921397" y="3947051"/>
                  </a:lnTo>
                  <a:lnTo>
                    <a:pt x="3937698" y="3937852"/>
                  </a:lnTo>
                  <a:lnTo>
                    <a:pt x="3955638" y="3935692"/>
                  </a:lnTo>
                  <a:lnTo>
                    <a:pt x="3973079" y="3940418"/>
                  </a:lnTo>
                  <a:lnTo>
                    <a:pt x="3987882" y="3951873"/>
                  </a:lnTo>
                  <a:lnTo>
                    <a:pt x="3997081" y="3968173"/>
                  </a:lnTo>
                  <a:lnTo>
                    <a:pt x="3999241" y="3986114"/>
                  </a:lnTo>
                  <a:lnTo>
                    <a:pt x="3994516" y="4003555"/>
                  </a:lnTo>
                  <a:lnTo>
                    <a:pt x="3983061" y="4018358"/>
                  </a:lnTo>
                  <a:lnTo>
                    <a:pt x="3966760" y="4027557"/>
                  </a:lnTo>
                  <a:lnTo>
                    <a:pt x="3948820" y="4029717"/>
                  </a:lnTo>
                  <a:lnTo>
                    <a:pt x="3931379" y="4024991"/>
                  </a:lnTo>
                  <a:lnTo>
                    <a:pt x="3916576" y="4013536"/>
                  </a:lnTo>
                  <a:close/>
                </a:path>
                <a:path w="5147944" h="4879340">
                  <a:moveTo>
                    <a:pt x="4111646" y="4239110"/>
                  </a:moveTo>
                  <a:lnTo>
                    <a:pt x="4102447" y="4222809"/>
                  </a:lnTo>
                  <a:lnTo>
                    <a:pt x="4100287" y="4204869"/>
                  </a:lnTo>
                  <a:lnTo>
                    <a:pt x="4105012" y="4187428"/>
                  </a:lnTo>
                  <a:lnTo>
                    <a:pt x="4116467" y="4172625"/>
                  </a:lnTo>
                  <a:lnTo>
                    <a:pt x="4132768" y="4163425"/>
                  </a:lnTo>
                  <a:lnTo>
                    <a:pt x="4150708" y="4161266"/>
                  </a:lnTo>
                  <a:lnTo>
                    <a:pt x="4168149" y="4165991"/>
                  </a:lnTo>
                  <a:lnTo>
                    <a:pt x="4182952" y="4177446"/>
                  </a:lnTo>
                  <a:lnTo>
                    <a:pt x="4192152" y="4193747"/>
                  </a:lnTo>
                  <a:lnTo>
                    <a:pt x="4194311" y="4211687"/>
                  </a:lnTo>
                  <a:lnTo>
                    <a:pt x="4189586" y="4229128"/>
                  </a:lnTo>
                  <a:lnTo>
                    <a:pt x="4178131" y="4243931"/>
                  </a:lnTo>
                  <a:lnTo>
                    <a:pt x="4161830" y="4253130"/>
                  </a:lnTo>
                  <a:lnTo>
                    <a:pt x="4143890" y="4255290"/>
                  </a:lnTo>
                  <a:lnTo>
                    <a:pt x="4126449" y="4250565"/>
                  </a:lnTo>
                  <a:lnTo>
                    <a:pt x="4111646" y="4239110"/>
                  </a:lnTo>
                  <a:close/>
                </a:path>
                <a:path w="5147944" h="4879340">
                  <a:moveTo>
                    <a:pt x="4305469" y="4465767"/>
                  </a:moveTo>
                  <a:lnTo>
                    <a:pt x="4295941" y="4448888"/>
                  </a:lnTo>
                  <a:lnTo>
                    <a:pt x="4293705" y="4430317"/>
                  </a:lnTo>
                  <a:lnTo>
                    <a:pt x="4298598" y="4412264"/>
                  </a:lnTo>
                  <a:lnTo>
                    <a:pt x="4310457" y="4396942"/>
                  </a:lnTo>
                  <a:lnTo>
                    <a:pt x="4327330" y="4387418"/>
                  </a:lnTo>
                  <a:lnTo>
                    <a:pt x="4345899" y="4385181"/>
                  </a:lnTo>
                  <a:lnTo>
                    <a:pt x="4363953" y="4390073"/>
                  </a:lnTo>
                  <a:lnTo>
                    <a:pt x="4379282" y="4401936"/>
                  </a:lnTo>
                  <a:lnTo>
                    <a:pt x="4388798" y="4418802"/>
                  </a:lnTo>
                  <a:lnTo>
                    <a:pt x="4391034" y="4437374"/>
                  </a:lnTo>
                  <a:lnTo>
                    <a:pt x="4386146" y="4455432"/>
                  </a:lnTo>
                  <a:lnTo>
                    <a:pt x="4374291" y="4470758"/>
                  </a:lnTo>
                  <a:lnTo>
                    <a:pt x="4357415" y="4480278"/>
                  </a:lnTo>
                  <a:lnTo>
                    <a:pt x="4338840" y="4482509"/>
                  </a:lnTo>
                  <a:lnTo>
                    <a:pt x="4320786" y="4477617"/>
                  </a:lnTo>
                  <a:lnTo>
                    <a:pt x="4305469" y="4465767"/>
                  </a:lnTo>
                  <a:close/>
                </a:path>
                <a:path w="5147944" h="4879340">
                  <a:moveTo>
                    <a:pt x="4521806" y="4672950"/>
                  </a:moveTo>
                  <a:lnTo>
                    <a:pt x="4517768" y="4665797"/>
                  </a:lnTo>
                  <a:lnTo>
                    <a:pt x="4516823" y="4657930"/>
                  </a:lnTo>
                  <a:lnTo>
                    <a:pt x="4518898" y="4650284"/>
                  </a:lnTo>
                  <a:lnTo>
                    <a:pt x="4523923" y="4643794"/>
                  </a:lnTo>
                  <a:lnTo>
                    <a:pt x="4531070" y="4639758"/>
                  </a:lnTo>
                  <a:lnTo>
                    <a:pt x="4538935" y="4638807"/>
                  </a:lnTo>
                  <a:lnTo>
                    <a:pt x="4546583" y="4640878"/>
                  </a:lnTo>
                  <a:lnTo>
                    <a:pt x="4553079" y="4645906"/>
                  </a:lnTo>
                  <a:lnTo>
                    <a:pt x="4557117" y="4653059"/>
                  </a:lnTo>
                  <a:lnTo>
                    <a:pt x="4558063" y="4660926"/>
                  </a:lnTo>
                  <a:lnTo>
                    <a:pt x="4555987" y="4668572"/>
                  </a:lnTo>
                  <a:lnTo>
                    <a:pt x="4550962" y="4675061"/>
                  </a:lnTo>
                  <a:lnTo>
                    <a:pt x="4543815" y="4679098"/>
                  </a:lnTo>
                  <a:lnTo>
                    <a:pt x="4535950" y="4680048"/>
                  </a:lnTo>
                  <a:lnTo>
                    <a:pt x="4528302" y="4677978"/>
                  </a:lnTo>
                  <a:lnTo>
                    <a:pt x="4521806" y="4672950"/>
                  </a:lnTo>
                  <a:close/>
                </a:path>
                <a:path w="5147944" h="4879340">
                  <a:moveTo>
                    <a:pt x="3321505" y="3739608"/>
                  </a:moveTo>
                  <a:lnTo>
                    <a:pt x="3317630" y="3732744"/>
                  </a:lnTo>
                  <a:lnTo>
                    <a:pt x="3316721" y="3725190"/>
                  </a:lnTo>
                  <a:lnTo>
                    <a:pt x="3318710" y="3717846"/>
                  </a:lnTo>
                  <a:lnTo>
                    <a:pt x="3323535" y="3711612"/>
                  </a:lnTo>
                  <a:lnTo>
                    <a:pt x="3330399" y="3707738"/>
                  </a:lnTo>
                  <a:lnTo>
                    <a:pt x="3337953" y="3706828"/>
                  </a:lnTo>
                  <a:lnTo>
                    <a:pt x="3345297" y="3708818"/>
                  </a:lnTo>
                  <a:lnTo>
                    <a:pt x="3351531" y="3713642"/>
                  </a:lnTo>
                  <a:lnTo>
                    <a:pt x="3355405" y="3720507"/>
                  </a:lnTo>
                  <a:lnTo>
                    <a:pt x="3356315" y="3728061"/>
                  </a:lnTo>
                  <a:lnTo>
                    <a:pt x="3354325" y="3735405"/>
                  </a:lnTo>
                  <a:lnTo>
                    <a:pt x="3349501" y="3741639"/>
                  </a:lnTo>
                  <a:lnTo>
                    <a:pt x="3342636" y="3745513"/>
                  </a:lnTo>
                  <a:lnTo>
                    <a:pt x="3335081" y="3746421"/>
                  </a:lnTo>
                  <a:lnTo>
                    <a:pt x="3327737" y="3744431"/>
                  </a:lnTo>
                  <a:lnTo>
                    <a:pt x="3321505" y="3739608"/>
                  </a:lnTo>
                  <a:close/>
                </a:path>
                <a:path w="5147944" h="4879340">
                  <a:moveTo>
                    <a:pt x="3484048" y="3993310"/>
                  </a:moveTo>
                  <a:lnTo>
                    <a:pt x="3471781" y="3971574"/>
                  </a:lnTo>
                  <a:lnTo>
                    <a:pt x="3468901" y="3947653"/>
                  </a:lnTo>
                  <a:lnTo>
                    <a:pt x="3475202" y="3924398"/>
                  </a:lnTo>
                  <a:lnTo>
                    <a:pt x="3490477" y="3904659"/>
                  </a:lnTo>
                  <a:lnTo>
                    <a:pt x="3512213" y="3892392"/>
                  </a:lnTo>
                  <a:lnTo>
                    <a:pt x="3536134" y="3889512"/>
                  </a:lnTo>
                  <a:lnTo>
                    <a:pt x="3559389" y="3895813"/>
                  </a:lnTo>
                  <a:lnTo>
                    <a:pt x="3579128" y="3911088"/>
                  </a:lnTo>
                  <a:lnTo>
                    <a:pt x="3591395" y="3932824"/>
                  </a:lnTo>
                  <a:lnTo>
                    <a:pt x="3594275" y="3956745"/>
                  </a:lnTo>
                  <a:lnTo>
                    <a:pt x="3587974" y="3980000"/>
                  </a:lnTo>
                  <a:lnTo>
                    <a:pt x="3572699" y="3999738"/>
                  </a:lnTo>
                  <a:lnTo>
                    <a:pt x="3550963" y="4012005"/>
                  </a:lnTo>
                  <a:lnTo>
                    <a:pt x="3527041" y="4014885"/>
                  </a:lnTo>
                  <a:lnTo>
                    <a:pt x="3503786" y="4008583"/>
                  </a:lnTo>
                  <a:lnTo>
                    <a:pt x="3484048" y="3993310"/>
                  </a:lnTo>
                  <a:close/>
                </a:path>
                <a:path w="5147944" h="4879340">
                  <a:moveTo>
                    <a:pt x="3680369" y="4217802"/>
                  </a:moveTo>
                  <a:lnTo>
                    <a:pt x="3668427" y="4196640"/>
                  </a:lnTo>
                  <a:lnTo>
                    <a:pt x="3665623" y="4173349"/>
                  </a:lnTo>
                  <a:lnTo>
                    <a:pt x="3671758" y="4150706"/>
                  </a:lnTo>
                  <a:lnTo>
                    <a:pt x="3686628" y="4131488"/>
                  </a:lnTo>
                  <a:lnTo>
                    <a:pt x="3707790" y="4119546"/>
                  </a:lnTo>
                  <a:lnTo>
                    <a:pt x="3731081" y="4116743"/>
                  </a:lnTo>
                  <a:lnTo>
                    <a:pt x="3753724" y="4122877"/>
                  </a:lnTo>
                  <a:lnTo>
                    <a:pt x="3772942" y="4137748"/>
                  </a:lnTo>
                  <a:lnTo>
                    <a:pt x="3784884" y="4158909"/>
                  </a:lnTo>
                  <a:lnTo>
                    <a:pt x="3787687" y="4182201"/>
                  </a:lnTo>
                  <a:lnTo>
                    <a:pt x="3781553" y="4204844"/>
                  </a:lnTo>
                  <a:lnTo>
                    <a:pt x="3766683" y="4224061"/>
                  </a:lnTo>
                  <a:lnTo>
                    <a:pt x="3745521" y="4236004"/>
                  </a:lnTo>
                  <a:lnTo>
                    <a:pt x="3722231" y="4238808"/>
                  </a:lnTo>
                  <a:lnTo>
                    <a:pt x="3699588" y="4232674"/>
                  </a:lnTo>
                  <a:lnTo>
                    <a:pt x="3680369" y="4217802"/>
                  </a:lnTo>
                  <a:close/>
                </a:path>
                <a:path w="5147944" h="4879340">
                  <a:moveTo>
                    <a:pt x="3875439" y="4443376"/>
                  </a:moveTo>
                  <a:lnTo>
                    <a:pt x="3863497" y="4422214"/>
                  </a:lnTo>
                  <a:lnTo>
                    <a:pt x="3860694" y="4398922"/>
                  </a:lnTo>
                  <a:lnTo>
                    <a:pt x="3866828" y="4376279"/>
                  </a:lnTo>
                  <a:lnTo>
                    <a:pt x="3881698" y="4357062"/>
                  </a:lnTo>
                  <a:lnTo>
                    <a:pt x="3902860" y="4345120"/>
                  </a:lnTo>
                  <a:lnTo>
                    <a:pt x="3926152" y="4342316"/>
                  </a:lnTo>
                  <a:lnTo>
                    <a:pt x="3948795" y="4348451"/>
                  </a:lnTo>
                  <a:lnTo>
                    <a:pt x="3968012" y="4363321"/>
                  </a:lnTo>
                  <a:lnTo>
                    <a:pt x="3979954" y="4384483"/>
                  </a:lnTo>
                  <a:lnTo>
                    <a:pt x="3982758" y="4407774"/>
                  </a:lnTo>
                  <a:lnTo>
                    <a:pt x="3976624" y="4430417"/>
                  </a:lnTo>
                  <a:lnTo>
                    <a:pt x="3961753" y="4449635"/>
                  </a:lnTo>
                  <a:lnTo>
                    <a:pt x="3940592" y="4461577"/>
                  </a:lnTo>
                  <a:lnTo>
                    <a:pt x="3917301" y="4464381"/>
                  </a:lnTo>
                  <a:lnTo>
                    <a:pt x="3894658" y="4458247"/>
                  </a:lnTo>
                  <a:lnTo>
                    <a:pt x="3875439" y="4443376"/>
                  </a:lnTo>
                  <a:close/>
                </a:path>
                <a:path w="5147944" h="4879340">
                  <a:moveTo>
                    <a:pt x="4068636" y="4670575"/>
                  </a:moveTo>
                  <a:lnTo>
                    <a:pt x="4056208" y="4648553"/>
                  </a:lnTo>
                  <a:lnTo>
                    <a:pt x="4053290" y="4624317"/>
                  </a:lnTo>
                  <a:lnTo>
                    <a:pt x="4059672" y="4600755"/>
                  </a:lnTo>
                  <a:lnTo>
                    <a:pt x="4075146" y="4580759"/>
                  </a:lnTo>
                  <a:lnTo>
                    <a:pt x="4097166" y="4568332"/>
                  </a:lnTo>
                  <a:lnTo>
                    <a:pt x="4121402" y="4565415"/>
                  </a:lnTo>
                  <a:lnTo>
                    <a:pt x="4144964" y="4571799"/>
                  </a:lnTo>
                  <a:lnTo>
                    <a:pt x="4164962" y="4587275"/>
                  </a:lnTo>
                  <a:lnTo>
                    <a:pt x="4177387" y="4609293"/>
                  </a:lnTo>
                  <a:lnTo>
                    <a:pt x="4180302" y="4633525"/>
                  </a:lnTo>
                  <a:lnTo>
                    <a:pt x="4173916" y="4657083"/>
                  </a:lnTo>
                  <a:lnTo>
                    <a:pt x="4158441" y="4677079"/>
                  </a:lnTo>
                  <a:lnTo>
                    <a:pt x="4136422" y="4689507"/>
                  </a:lnTo>
                  <a:lnTo>
                    <a:pt x="4112190" y="4692427"/>
                  </a:lnTo>
                  <a:lnTo>
                    <a:pt x="4088631" y="4686047"/>
                  </a:lnTo>
                  <a:lnTo>
                    <a:pt x="4068636" y="4670575"/>
                  </a:lnTo>
                  <a:close/>
                </a:path>
                <a:path w="5147944" h="4879340">
                  <a:moveTo>
                    <a:pt x="4292479" y="4871266"/>
                  </a:moveTo>
                  <a:lnTo>
                    <a:pt x="4287474" y="4862398"/>
                  </a:lnTo>
                  <a:lnTo>
                    <a:pt x="4286298" y="4852640"/>
                  </a:lnTo>
                  <a:lnTo>
                    <a:pt x="4288869" y="4843155"/>
                  </a:lnTo>
                  <a:lnTo>
                    <a:pt x="4295099" y="4835105"/>
                  </a:lnTo>
                  <a:lnTo>
                    <a:pt x="4303963" y="4830102"/>
                  </a:lnTo>
                  <a:lnTo>
                    <a:pt x="4313720" y="4828927"/>
                  </a:lnTo>
                  <a:lnTo>
                    <a:pt x="4323206" y="4831498"/>
                  </a:lnTo>
                  <a:lnTo>
                    <a:pt x="4331259" y="4837730"/>
                  </a:lnTo>
                  <a:lnTo>
                    <a:pt x="4336265" y="4846599"/>
                  </a:lnTo>
                  <a:lnTo>
                    <a:pt x="4337440" y="4856356"/>
                  </a:lnTo>
                  <a:lnTo>
                    <a:pt x="4334870" y="4865841"/>
                  </a:lnTo>
                  <a:lnTo>
                    <a:pt x="4328640" y="4873891"/>
                  </a:lnTo>
                  <a:lnTo>
                    <a:pt x="4319775" y="4878895"/>
                  </a:lnTo>
                  <a:lnTo>
                    <a:pt x="4317878" y="4879123"/>
                  </a:lnTo>
                  <a:lnTo>
                    <a:pt x="4306526" y="4879123"/>
                  </a:lnTo>
                  <a:lnTo>
                    <a:pt x="4300532" y="4877499"/>
                  </a:lnTo>
                  <a:lnTo>
                    <a:pt x="4292479" y="4871266"/>
                  </a:lnTo>
                  <a:close/>
                </a:path>
                <a:path w="5147944" h="4879340">
                  <a:moveTo>
                    <a:pt x="3069658" y="3957399"/>
                  </a:moveTo>
                  <a:lnTo>
                    <a:pt x="3059007" y="3938525"/>
                  </a:lnTo>
                  <a:lnTo>
                    <a:pt x="3056507" y="3917751"/>
                  </a:lnTo>
                  <a:lnTo>
                    <a:pt x="3061978" y="3897555"/>
                  </a:lnTo>
                  <a:lnTo>
                    <a:pt x="3075241" y="3880415"/>
                  </a:lnTo>
                  <a:lnTo>
                    <a:pt x="3094115" y="3869764"/>
                  </a:lnTo>
                  <a:lnTo>
                    <a:pt x="3114889" y="3867264"/>
                  </a:lnTo>
                  <a:lnTo>
                    <a:pt x="3135084" y="3872735"/>
                  </a:lnTo>
                  <a:lnTo>
                    <a:pt x="3152224" y="3885998"/>
                  </a:lnTo>
                  <a:lnTo>
                    <a:pt x="3162876" y="3904872"/>
                  </a:lnTo>
                  <a:lnTo>
                    <a:pt x="3165376" y="3925646"/>
                  </a:lnTo>
                  <a:lnTo>
                    <a:pt x="3159905" y="3945841"/>
                  </a:lnTo>
                  <a:lnTo>
                    <a:pt x="3146642" y="3962981"/>
                  </a:lnTo>
                  <a:lnTo>
                    <a:pt x="3127768" y="3973633"/>
                  </a:lnTo>
                  <a:lnTo>
                    <a:pt x="3106995" y="3976134"/>
                  </a:lnTo>
                  <a:lnTo>
                    <a:pt x="3086800" y="3970663"/>
                  </a:lnTo>
                  <a:lnTo>
                    <a:pt x="3069658" y="3957399"/>
                  </a:lnTo>
                  <a:close/>
                </a:path>
                <a:path w="5147944" h="4879340">
                  <a:moveTo>
                    <a:pt x="3245339" y="4199740"/>
                  </a:moveTo>
                  <a:lnTo>
                    <a:pt x="3229684" y="4172001"/>
                  </a:lnTo>
                  <a:lnTo>
                    <a:pt x="3226010" y="4141471"/>
                  </a:lnTo>
                  <a:lnTo>
                    <a:pt x="3234051" y="4111790"/>
                  </a:lnTo>
                  <a:lnTo>
                    <a:pt x="3253543" y="4086599"/>
                  </a:lnTo>
                  <a:lnTo>
                    <a:pt x="3281283" y="4070945"/>
                  </a:lnTo>
                  <a:lnTo>
                    <a:pt x="3311813" y="4067270"/>
                  </a:lnTo>
                  <a:lnTo>
                    <a:pt x="3341494" y="4075311"/>
                  </a:lnTo>
                  <a:lnTo>
                    <a:pt x="3366685" y="4094803"/>
                  </a:lnTo>
                  <a:lnTo>
                    <a:pt x="3382339" y="4122543"/>
                  </a:lnTo>
                  <a:lnTo>
                    <a:pt x="3386014" y="4153073"/>
                  </a:lnTo>
                  <a:lnTo>
                    <a:pt x="3377973" y="4182754"/>
                  </a:lnTo>
                  <a:lnTo>
                    <a:pt x="3358480" y="4207945"/>
                  </a:lnTo>
                  <a:lnTo>
                    <a:pt x="3330741" y="4223600"/>
                  </a:lnTo>
                  <a:lnTo>
                    <a:pt x="3300211" y="4227275"/>
                  </a:lnTo>
                  <a:lnTo>
                    <a:pt x="3270530" y="4219234"/>
                  </a:lnTo>
                  <a:lnTo>
                    <a:pt x="3245339" y="4199740"/>
                  </a:lnTo>
                  <a:close/>
                </a:path>
                <a:path w="5147944" h="4879340">
                  <a:moveTo>
                    <a:pt x="3442286" y="4423691"/>
                  </a:moveTo>
                  <a:lnTo>
                    <a:pt x="3427114" y="4396809"/>
                  </a:lnTo>
                  <a:lnTo>
                    <a:pt x="3423553" y="4367223"/>
                  </a:lnTo>
                  <a:lnTo>
                    <a:pt x="3431346" y="4338461"/>
                  </a:lnTo>
                  <a:lnTo>
                    <a:pt x="3450236" y="4314049"/>
                  </a:lnTo>
                  <a:lnTo>
                    <a:pt x="3477119" y="4298878"/>
                  </a:lnTo>
                  <a:lnTo>
                    <a:pt x="3506704" y="4295316"/>
                  </a:lnTo>
                  <a:lnTo>
                    <a:pt x="3535466" y="4303109"/>
                  </a:lnTo>
                  <a:lnTo>
                    <a:pt x="3559878" y="4322000"/>
                  </a:lnTo>
                  <a:lnTo>
                    <a:pt x="3575050" y="4348882"/>
                  </a:lnTo>
                  <a:lnTo>
                    <a:pt x="3578611" y="4378467"/>
                  </a:lnTo>
                  <a:lnTo>
                    <a:pt x="3570819" y="4407230"/>
                  </a:lnTo>
                  <a:lnTo>
                    <a:pt x="3551928" y="4431642"/>
                  </a:lnTo>
                  <a:lnTo>
                    <a:pt x="3525046" y="4446813"/>
                  </a:lnTo>
                  <a:lnTo>
                    <a:pt x="3495460" y="4450374"/>
                  </a:lnTo>
                  <a:lnTo>
                    <a:pt x="3466698" y="4442582"/>
                  </a:lnTo>
                  <a:lnTo>
                    <a:pt x="3442286" y="4423691"/>
                  </a:lnTo>
                  <a:close/>
                </a:path>
                <a:path w="5147944" h="4879340">
                  <a:moveTo>
                    <a:pt x="3637356" y="4649264"/>
                  </a:moveTo>
                  <a:lnTo>
                    <a:pt x="3622185" y="4622382"/>
                  </a:lnTo>
                  <a:lnTo>
                    <a:pt x="3618623" y="4592797"/>
                  </a:lnTo>
                  <a:lnTo>
                    <a:pt x="3626416" y="4564034"/>
                  </a:lnTo>
                  <a:lnTo>
                    <a:pt x="3645307" y="4539622"/>
                  </a:lnTo>
                  <a:lnTo>
                    <a:pt x="3672189" y="4524451"/>
                  </a:lnTo>
                  <a:lnTo>
                    <a:pt x="3701774" y="4520890"/>
                  </a:lnTo>
                  <a:lnTo>
                    <a:pt x="3730537" y="4528682"/>
                  </a:lnTo>
                  <a:lnTo>
                    <a:pt x="3754949" y="4547573"/>
                  </a:lnTo>
                  <a:lnTo>
                    <a:pt x="3770120" y="4574455"/>
                  </a:lnTo>
                  <a:lnTo>
                    <a:pt x="3773682" y="4604041"/>
                  </a:lnTo>
                  <a:lnTo>
                    <a:pt x="3765889" y="4632803"/>
                  </a:lnTo>
                  <a:lnTo>
                    <a:pt x="3746998" y="4657215"/>
                  </a:lnTo>
                  <a:lnTo>
                    <a:pt x="3720116" y="4672386"/>
                  </a:lnTo>
                  <a:lnTo>
                    <a:pt x="3690530" y="4675948"/>
                  </a:lnTo>
                  <a:lnTo>
                    <a:pt x="3661768" y="4668155"/>
                  </a:lnTo>
                  <a:lnTo>
                    <a:pt x="3637356" y="4649264"/>
                  </a:lnTo>
                  <a:close/>
                </a:path>
                <a:path w="5147944" h="4879340">
                  <a:moveTo>
                    <a:pt x="3830552" y="4876464"/>
                  </a:moveTo>
                  <a:lnTo>
                    <a:pt x="3814897" y="4848723"/>
                  </a:lnTo>
                  <a:lnTo>
                    <a:pt x="3811221" y="4818191"/>
                  </a:lnTo>
                  <a:lnTo>
                    <a:pt x="3819262" y="4788510"/>
                  </a:lnTo>
                  <a:lnTo>
                    <a:pt x="3838754" y="4763319"/>
                  </a:lnTo>
                  <a:lnTo>
                    <a:pt x="3866494" y="4747665"/>
                  </a:lnTo>
                  <a:lnTo>
                    <a:pt x="3897024" y="4743991"/>
                  </a:lnTo>
                  <a:lnTo>
                    <a:pt x="3926706" y="4752032"/>
                  </a:lnTo>
                  <a:lnTo>
                    <a:pt x="3951898" y="4771527"/>
                  </a:lnTo>
                  <a:lnTo>
                    <a:pt x="3967549" y="4799262"/>
                  </a:lnTo>
                  <a:lnTo>
                    <a:pt x="3971228" y="4829797"/>
                  </a:lnTo>
                  <a:lnTo>
                    <a:pt x="3963194" y="4859486"/>
                  </a:lnTo>
                  <a:lnTo>
                    <a:pt x="3948004" y="4879123"/>
                  </a:lnTo>
                  <a:lnTo>
                    <a:pt x="3833989" y="4879123"/>
                  </a:lnTo>
                  <a:lnTo>
                    <a:pt x="3830552" y="4876464"/>
                  </a:lnTo>
                  <a:close/>
                </a:path>
                <a:path w="5147944" h="4879340">
                  <a:moveTo>
                    <a:pt x="2674034" y="3905259"/>
                  </a:moveTo>
                  <a:lnTo>
                    <a:pt x="2669838" y="3897824"/>
                  </a:lnTo>
                  <a:lnTo>
                    <a:pt x="2668853" y="3889640"/>
                  </a:lnTo>
                  <a:lnTo>
                    <a:pt x="2671008" y="3881685"/>
                  </a:lnTo>
                  <a:lnTo>
                    <a:pt x="2676234" y="3874932"/>
                  </a:lnTo>
                  <a:lnTo>
                    <a:pt x="2683669" y="3870736"/>
                  </a:lnTo>
                  <a:lnTo>
                    <a:pt x="2691853" y="3869751"/>
                  </a:lnTo>
                  <a:lnTo>
                    <a:pt x="2699808" y="3871906"/>
                  </a:lnTo>
                  <a:lnTo>
                    <a:pt x="2706561" y="3877131"/>
                  </a:lnTo>
                  <a:lnTo>
                    <a:pt x="2710757" y="3884567"/>
                  </a:lnTo>
                  <a:lnTo>
                    <a:pt x="2711742" y="3892751"/>
                  </a:lnTo>
                  <a:lnTo>
                    <a:pt x="2709587" y="3900706"/>
                  </a:lnTo>
                  <a:lnTo>
                    <a:pt x="2704362" y="3907459"/>
                  </a:lnTo>
                  <a:lnTo>
                    <a:pt x="2696926" y="3911655"/>
                  </a:lnTo>
                  <a:lnTo>
                    <a:pt x="2688743" y="3912640"/>
                  </a:lnTo>
                  <a:lnTo>
                    <a:pt x="2680787" y="3910485"/>
                  </a:lnTo>
                  <a:lnTo>
                    <a:pt x="2674034" y="3905259"/>
                  </a:lnTo>
                  <a:close/>
                </a:path>
                <a:path w="5147944" h="4879340">
                  <a:moveTo>
                    <a:pt x="2809682" y="4182220"/>
                  </a:moveTo>
                  <a:lnTo>
                    <a:pt x="2790153" y="4147616"/>
                  </a:lnTo>
                  <a:lnTo>
                    <a:pt x="2785569" y="4109532"/>
                  </a:lnTo>
                  <a:lnTo>
                    <a:pt x="2795600" y="4072507"/>
                  </a:lnTo>
                  <a:lnTo>
                    <a:pt x="2819916" y="4041083"/>
                  </a:lnTo>
                  <a:lnTo>
                    <a:pt x="2854520" y="4021554"/>
                  </a:lnTo>
                  <a:lnTo>
                    <a:pt x="2892605" y="4016970"/>
                  </a:lnTo>
                  <a:lnTo>
                    <a:pt x="2929630" y="4027000"/>
                  </a:lnTo>
                  <a:lnTo>
                    <a:pt x="2961054" y="4051317"/>
                  </a:lnTo>
                  <a:lnTo>
                    <a:pt x="2980583" y="4085921"/>
                  </a:lnTo>
                  <a:lnTo>
                    <a:pt x="2985167" y="4124006"/>
                  </a:lnTo>
                  <a:lnTo>
                    <a:pt x="2975136" y="4161031"/>
                  </a:lnTo>
                  <a:lnTo>
                    <a:pt x="2950819" y="4192455"/>
                  </a:lnTo>
                  <a:lnTo>
                    <a:pt x="2916216" y="4211984"/>
                  </a:lnTo>
                  <a:lnTo>
                    <a:pt x="2878131" y="4216568"/>
                  </a:lnTo>
                  <a:lnTo>
                    <a:pt x="2841106" y="4206537"/>
                  </a:lnTo>
                  <a:lnTo>
                    <a:pt x="2809682" y="4182220"/>
                  </a:lnTo>
                  <a:close/>
                </a:path>
                <a:path w="5147944" h="4879340">
                  <a:moveTo>
                    <a:pt x="3005379" y="4407252"/>
                  </a:moveTo>
                  <a:lnTo>
                    <a:pt x="2986012" y="4372935"/>
                  </a:lnTo>
                  <a:lnTo>
                    <a:pt x="2981466" y="4335165"/>
                  </a:lnTo>
                  <a:lnTo>
                    <a:pt x="2991414" y="4298446"/>
                  </a:lnTo>
                  <a:lnTo>
                    <a:pt x="3015529" y="4267283"/>
                  </a:lnTo>
                  <a:lnTo>
                    <a:pt x="3049845" y="4247916"/>
                  </a:lnTo>
                  <a:lnTo>
                    <a:pt x="3087615" y="4243370"/>
                  </a:lnTo>
                  <a:lnTo>
                    <a:pt x="3124334" y="4253318"/>
                  </a:lnTo>
                  <a:lnTo>
                    <a:pt x="3155498" y="4277432"/>
                  </a:lnTo>
                  <a:lnTo>
                    <a:pt x="3174864" y="4311749"/>
                  </a:lnTo>
                  <a:lnTo>
                    <a:pt x="3179410" y="4349519"/>
                  </a:lnTo>
                  <a:lnTo>
                    <a:pt x="3169462" y="4386238"/>
                  </a:lnTo>
                  <a:lnTo>
                    <a:pt x="3145348" y="4417402"/>
                  </a:lnTo>
                  <a:lnTo>
                    <a:pt x="3111031" y="4436768"/>
                  </a:lnTo>
                  <a:lnTo>
                    <a:pt x="3073262" y="4441315"/>
                  </a:lnTo>
                  <a:lnTo>
                    <a:pt x="3036544" y="4431368"/>
                  </a:lnTo>
                  <a:lnTo>
                    <a:pt x="3005379" y="4407252"/>
                  </a:lnTo>
                  <a:close/>
                </a:path>
                <a:path w="5147944" h="4879340">
                  <a:moveTo>
                    <a:pt x="3202326" y="4631202"/>
                  </a:moveTo>
                  <a:lnTo>
                    <a:pt x="3183442" y="4597743"/>
                  </a:lnTo>
                  <a:lnTo>
                    <a:pt x="3179010" y="4560918"/>
                  </a:lnTo>
                  <a:lnTo>
                    <a:pt x="3188709" y="4525118"/>
                  </a:lnTo>
                  <a:lnTo>
                    <a:pt x="3212222" y="4494733"/>
                  </a:lnTo>
                  <a:lnTo>
                    <a:pt x="3245681" y="4475849"/>
                  </a:lnTo>
                  <a:lnTo>
                    <a:pt x="3282506" y="4471417"/>
                  </a:lnTo>
                  <a:lnTo>
                    <a:pt x="3318306" y="4481116"/>
                  </a:lnTo>
                  <a:lnTo>
                    <a:pt x="3348692" y="4504629"/>
                  </a:lnTo>
                  <a:lnTo>
                    <a:pt x="3367575" y="4538088"/>
                  </a:lnTo>
                  <a:lnTo>
                    <a:pt x="3372008" y="4574913"/>
                  </a:lnTo>
                  <a:lnTo>
                    <a:pt x="3362308" y="4610713"/>
                  </a:lnTo>
                  <a:lnTo>
                    <a:pt x="3338795" y="4641099"/>
                  </a:lnTo>
                  <a:lnTo>
                    <a:pt x="3305336" y="4659982"/>
                  </a:lnTo>
                  <a:lnTo>
                    <a:pt x="3268511" y="4664415"/>
                  </a:lnTo>
                  <a:lnTo>
                    <a:pt x="3232711" y="4654715"/>
                  </a:lnTo>
                  <a:lnTo>
                    <a:pt x="3202326" y="4631202"/>
                  </a:lnTo>
                  <a:close/>
                </a:path>
                <a:path w="5147944" h="4879340">
                  <a:moveTo>
                    <a:pt x="3397396" y="4856776"/>
                  </a:moveTo>
                  <a:lnTo>
                    <a:pt x="3378513" y="4823316"/>
                  </a:lnTo>
                  <a:lnTo>
                    <a:pt x="3374080" y="4786491"/>
                  </a:lnTo>
                  <a:lnTo>
                    <a:pt x="3383779" y="4750691"/>
                  </a:lnTo>
                  <a:lnTo>
                    <a:pt x="3407292" y="4720306"/>
                  </a:lnTo>
                  <a:lnTo>
                    <a:pt x="3440752" y="4701423"/>
                  </a:lnTo>
                  <a:lnTo>
                    <a:pt x="3477577" y="4696990"/>
                  </a:lnTo>
                  <a:lnTo>
                    <a:pt x="3513377" y="4706689"/>
                  </a:lnTo>
                  <a:lnTo>
                    <a:pt x="3543762" y="4730202"/>
                  </a:lnTo>
                  <a:lnTo>
                    <a:pt x="3562645" y="4763662"/>
                  </a:lnTo>
                  <a:lnTo>
                    <a:pt x="3567078" y="4800487"/>
                  </a:lnTo>
                  <a:lnTo>
                    <a:pt x="3557379" y="4836287"/>
                  </a:lnTo>
                  <a:lnTo>
                    <a:pt x="3533866" y="4866672"/>
                  </a:lnTo>
                  <a:lnTo>
                    <a:pt x="3511804" y="4879123"/>
                  </a:lnTo>
                  <a:lnTo>
                    <a:pt x="3426275" y="4879123"/>
                  </a:lnTo>
                  <a:lnTo>
                    <a:pt x="3397396" y="4856776"/>
                  </a:lnTo>
                  <a:close/>
                </a:path>
                <a:path w="5147944" h="4879340">
                  <a:moveTo>
                    <a:pt x="2267043" y="3867780"/>
                  </a:moveTo>
                  <a:lnTo>
                    <a:pt x="2262264" y="3862253"/>
                  </a:lnTo>
                  <a:lnTo>
                    <a:pt x="2262551" y="3858089"/>
                  </a:lnTo>
                  <a:lnTo>
                    <a:pt x="2268096" y="3853294"/>
                  </a:lnTo>
                  <a:lnTo>
                    <a:pt x="2272258" y="3853611"/>
                  </a:lnTo>
                  <a:lnTo>
                    <a:pt x="2277037" y="3859137"/>
                  </a:lnTo>
                  <a:lnTo>
                    <a:pt x="2276750" y="3863301"/>
                  </a:lnTo>
                  <a:lnTo>
                    <a:pt x="2271205" y="3868096"/>
                  </a:lnTo>
                  <a:lnTo>
                    <a:pt x="2267043" y="3867780"/>
                  </a:lnTo>
                  <a:close/>
                </a:path>
                <a:path w="5147944" h="4879340">
                  <a:moveTo>
                    <a:pt x="2401545" y="4140902"/>
                  </a:moveTo>
                  <a:lnTo>
                    <a:pt x="2385245" y="4112016"/>
                  </a:lnTo>
                  <a:lnTo>
                    <a:pt x="2381421" y="4080224"/>
                  </a:lnTo>
                  <a:lnTo>
                    <a:pt x="2389799" y="4049315"/>
                  </a:lnTo>
                  <a:lnTo>
                    <a:pt x="2410103" y="4023079"/>
                  </a:lnTo>
                  <a:lnTo>
                    <a:pt x="2438981" y="4006784"/>
                  </a:lnTo>
                  <a:lnTo>
                    <a:pt x="2470767" y="4002960"/>
                  </a:lnTo>
                  <a:lnTo>
                    <a:pt x="2501670" y="4011334"/>
                  </a:lnTo>
                  <a:lnTo>
                    <a:pt x="2527900" y="4031633"/>
                  </a:lnTo>
                  <a:lnTo>
                    <a:pt x="2544202" y="4060517"/>
                  </a:lnTo>
                  <a:lnTo>
                    <a:pt x="2548030" y="4092305"/>
                  </a:lnTo>
                  <a:lnTo>
                    <a:pt x="2539661" y="4123207"/>
                  </a:lnTo>
                  <a:lnTo>
                    <a:pt x="2519370" y="4149431"/>
                  </a:lnTo>
                  <a:lnTo>
                    <a:pt x="2490479" y="4165738"/>
                  </a:lnTo>
                  <a:lnTo>
                    <a:pt x="2458684" y="4169569"/>
                  </a:lnTo>
                  <a:lnTo>
                    <a:pt x="2427776" y="4161199"/>
                  </a:lnTo>
                  <a:lnTo>
                    <a:pt x="2401545" y="4140902"/>
                  </a:lnTo>
                  <a:close/>
                </a:path>
                <a:path w="5147944" h="4879340">
                  <a:moveTo>
                    <a:pt x="2576595" y="4383788"/>
                  </a:moveTo>
                  <a:lnTo>
                    <a:pt x="2555131" y="4345751"/>
                  </a:lnTo>
                  <a:lnTo>
                    <a:pt x="2550095" y="4303887"/>
                  </a:lnTo>
                  <a:lnTo>
                    <a:pt x="2561126" y="4263185"/>
                  </a:lnTo>
                  <a:lnTo>
                    <a:pt x="2587864" y="4228636"/>
                  </a:lnTo>
                  <a:lnTo>
                    <a:pt x="2625892" y="4207177"/>
                  </a:lnTo>
                  <a:lnTo>
                    <a:pt x="2667751" y="4202141"/>
                  </a:lnTo>
                  <a:lnTo>
                    <a:pt x="2708447" y="4213168"/>
                  </a:lnTo>
                  <a:lnTo>
                    <a:pt x="2742987" y="4239896"/>
                  </a:lnTo>
                  <a:lnTo>
                    <a:pt x="2764453" y="4277932"/>
                  </a:lnTo>
                  <a:lnTo>
                    <a:pt x="2769493" y="4319793"/>
                  </a:lnTo>
                  <a:lnTo>
                    <a:pt x="2758471" y="4360486"/>
                  </a:lnTo>
                  <a:lnTo>
                    <a:pt x="2731750" y="4395021"/>
                  </a:lnTo>
                  <a:lnTo>
                    <a:pt x="2693705" y="4416495"/>
                  </a:lnTo>
                  <a:lnTo>
                    <a:pt x="2651837" y="4421538"/>
                  </a:lnTo>
                  <a:lnTo>
                    <a:pt x="2611137" y="4410515"/>
                  </a:lnTo>
                  <a:lnTo>
                    <a:pt x="2576595" y="4383788"/>
                  </a:lnTo>
                  <a:close/>
                </a:path>
                <a:path w="5147944" h="4879340">
                  <a:moveTo>
                    <a:pt x="2770412" y="4610445"/>
                  </a:moveTo>
                  <a:lnTo>
                    <a:pt x="2748625" y="4571836"/>
                  </a:lnTo>
                  <a:lnTo>
                    <a:pt x="2743515" y="4529341"/>
                  </a:lnTo>
                  <a:lnTo>
                    <a:pt x="2754714" y="4488027"/>
                  </a:lnTo>
                  <a:lnTo>
                    <a:pt x="2781853" y="4452959"/>
                  </a:lnTo>
                  <a:lnTo>
                    <a:pt x="2820454" y="4431176"/>
                  </a:lnTo>
                  <a:lnTo>
                    <a:pt x="2862941" y="4426065"/>
                  </a:lnTo>
                  <a:lnTo>
                    <a:pt x="2904247" y="4437258"/>
                  </a:lnTo>
                  <a:lnTo>
                    <a:pt x="2939308" y="4464388"/>
                  </a:lnTo>
                  <a:lnTo>
                    <a:pt x="2961097" y="4502996"/>
                  </a:lnTo>
                  <a:lnTo>
                    <a:pt x="2966213" y="4545485"/>
                  </a:lnTo>
                  <a:lnTo>
                    <a:pt x="2955025" y="4586790"/>
                  </a:lnTo>
                  <a:lnTo>
                    <a:pt x="2927901" y="4621845"/>
                  </a:lnTo>
                  <a:lnTo>
                    <a:pt x="2889285" y="4643641"/>
                  </a:lnTo>
                  <a:lnTo>
                    <a:pt x="2846787" y="4648762"/>
                  </a:lnTo>
                  <a:lnTo>
                    <a:pt x="2805475" y="4637574"/>
                  </a:lnTo>
                  <a:lnTo>
                    <a:pt x="2770412" y="4610445"/>
                  </a:lnTo>
                  <a:close/>
                </a:path>
                <a:path w="5147944" h="4879340">
                  <a:moveTo>
                    <a:pt x="2964856" y="4836560"/>
                  </a:moveTo>
                  <a:lnTo>
                    <a:pt x="2942908" y="4797665"/>
                  </a:lnTo>
                  <a:lnTo>
                    <a:pt x="2937760" y="4754855"/>
                  </a:lnTo>
                  <a:lnTo>
                    <a:pt x="2949042" y="4713233"/>
                  </a:lnTo>
                  <a:lnTo>
                    <a:pt x="2976382" y="4677906"/>
                  </a:lnTo>
                  <a:lnTo>
                    <a:pt x="3015268" y="4655962"/>
                  </a:lnTo>
                  <a:lnTo>
                    <a:pt x="3058071" y="4650813"/>
                  </a:lnTo>
                  <a:lnTo>
                    <a:pt x="3099685" y="4662089"/>
                  </a:lnTo>
                  <a:lnTo>
                    <a:pt x="3135005" y="4689420"/>
                  </a:lnTo>
                  <a:lnTo>
                    <a:pt x="3156955" y="4728314"/>
                  </a:lnTo>
                  <a:lnTo>
                    <a:pt x="3162108" y="4771119"/>
                  </a:lnTo>
                  <a:lnTo>
                    <a:pt x="3150838" y="4812731"/>
                  </a:lnTo>
                  <a:lnTo>
                    <a:pt x="3123514" y="4848045"/>
                  </a:lnTo>
                  <a:lnTo>
                    <a:pt x="3084611" y="4870002"/>
                  </a:lnTo>
                  <a:lnTo>
                    <a:pt x="3041798" y="4875160"/>
                  </a:lnTo>
                  <a:lnTo>
                    <a:pt x="3000178" y="4863890"/>
                  </a:lnTo>
                  <a:lnTo>
                    <a:pt x="2964856" y="4836560"/>
                  </a:lnTo>
                  <a:close/>
                </a:path>
                <a:path w="5147944" h="4879340">
                  <a:moveTo>
                    <a:pt x="3230394" y="4879123"/>
                  </a:moveTo>
                  <a:lnTo>
                    <a:pt x="3253141" y="4876386"/>
                  </a:lnTo>
                  <a:lnTo>
                    <a:pt x="3263241" y="4879123"/>
                  </a:lnTo>
                  <a:lnTo>
                    <a:pt x="3230394" y="4879123"/>
                  </a:lnTo>
                  <a:close/>
                </a:path>
                <a:path w="5147944" h="4879340">
                  <a:moveTo>
                    <a:pt x="1846728" y="3836390"/>
                  </a:moveTo>
                  <a:lnTo>
                    <a:pt x="1842545" y="3831553"/>
                  </a:lnTo>
                  <a:lnTo>
                    <a:pt x="1842791" y="3827912"/>
                  </a:lnTo>
                  <a:lnTo>
                    <a:pt x="1847647" y="3823712"/>
                  </a:lnTo>
                  <a:lnTo>
                    <a:pt x="1851317" y="3823967"/>
                  </a:lnTo>
                  <a:lnTo>
                    <a:pt x="1855500" y="3828804"/>
                  </a:lnTo>
                  <a:lnTo>
                    <a:pt x="1855223" y="3832472"/>
                  </a:lnTo>
                  <a:lnTo>
                    <a:pt x="1850366" y="3836672"/>
                  </a:lnTo>
                  <a:lnTo>
                    <a:pt x="1846728" y="3836390"/>
                  </a:lnTo>
                  <a:close/>
                </a:path>
                <a:path w="5147944" h="4879340">
                  <a:moveTo>
                    <a:pt x="2002174" y="4092002"/>
                  </a:moveTo>
                  <a:lnTo>
                    <a:pt x="1991361" y="4072841"/>
                  </a:lnTo>
                  <a:lnTo>
                    <a:pt x="1988824" y="4051751"/>
                  </a:lnTo>
                  <a:lnTo>
                    <a:pt x="1994381" y="4031246"/>
                  </a:lnTo>
                  <a:lnTo>
                    <a:pt x="2007850" y="4013842"/>
                  </a:lnTo>
                  <a:lnTo>
                    <a:pt x="2026998" y="4003040"/>
                  </a:lnTo>
                  <a:lnTo>
                    <a:pt x="2048080" y="4000507"/>
                  </a:lnTo>
                  <a:lnTo>
                    <a:pt x="2068580" y="4006063"/>
                  </a:lnTo>
                  <a:lnTo>
                    <a:pt x="2085981" y="4019528"/>
                  </a:lnTo>
                  <a:lnTo>
                    <a:pt x="2096794" y="4038690"/>
                  </a:lnTo>
                  <a:lnTo>
                    <a:pt x="2099335" y="4059777"/>
                  </a:lnTo>
                  <a:lnTo>
                    <a:pt x="2093787" y="4080273"/>
                  </a:lnTo>
                  <a:lnTo>
                    <a:pt x="2080335" y="4097661"/>
                  </a:lnTo>
                  <a:lnTo>
                    <a:pt x="2061170" y="4108479"/>
                  </a:lnTo>
                  <a:lnTo>
                    <a:pt x="2040079" y="4111020"/>
                  </a:lnTo>
                  <a:lnTo>
                    <a:pt x="2019575" y="4105467"/>
                  </a:lnTo>
                  <a:lnTo>
                    <a:pt x="2002174" y="4092002"/>
                  </a:lnTo>
                  <a:close/>
                </a:path>
                <a:path w="5147944" h="4879340">
                  <a:moveTo>
                    <a:pt x="2178478" y="4333805"/>
                  </a:moveTo>
                  <a:lnTo>
                    <a:pt x="2162823" y="4306065"/>
                  </a:lnTo>
                  <a:lnTo>
                    <a:pt x="2159149" y="4275534"/>
                  </a:lnTo>
                  <a:lnTo>
                    <a:pt x="2167194" y="4245850"/>
                  </a:lnTo>
                  <a:lnTo>
                    <a:pt x="2186695" y="4220652"/>
                  </a:lnTo>
                  <a:lnTo>
                    <a:pt x="2214425" y="4205006"/>
                  </a:lnTo>
                  <a:lnTo>
                    <a:pt x="2244949" y="4201337"/>
                  </a:lnTo>
                  <a:lnTo>
                    <a:pt x="2274627" y="4209380"/>
                  </a:lnTo>
                  <a:lnTo>
                    <a:pt x="2299817" y="4228873"/>
                  </a:lnTo>
                  <a:lnTo>
                    <a:pt x="2315472" y="4256612"/>
                  </a:lnTo>
                  <a:lnTo>
                    <a:pt x="2319150" y="4287140"/>
                  </a:lnTo>
                  <a:lnTo>
                    <a:pt x="2311115" y="4316816"/>
                  </a:lnTo>
                  <a:lnTo>
                    <a:pt x="2291632" y="4341998"/>
                  </a:lnTo>
                  <a:lnTo>
                    <a:pt x="2263884" y="4357660"/>
                  </a:lnTo>
                  <a:lnTo>
                    <a:pt x="2233351" y="4361339"/>
                  </a:lnTo>
                  <a:lnTo>
                    <a:pt x="2203669" y="4353299"/>
                  </a:lnTo>
                  <a:lnTo>
                    <a:pt x="2178478" y="4333805"/>
                  </a:lnTo>
                  <a:close/>
                </a:path>
                <a:path w="5147944" h="4879340">
                  <a:moveTo>
                    <a:pt x="2369162" y="4563171"/>
                  </a:moveTo>
                  <a:lnTo>
                    <a:pt x="2352378" y="4533427"/>
                  </a:lnTo>
                  <a:lnTo>
                    <a:pt x="2348443" y="4500689"/>
                  </a:lnTo>
                  <a:lnTo>
                    <a:pt x="2357071" y="4468861"/>
                  </a:lnTo>
                  <a:lnTo>
                    <a:pt x="2377978" y="4441846"/>
                  </a:lnTo>
                  <a:lnTo>
                    <a:pt x="2407708" y="4425071"/>
                  </a:lnTo>
                  <a:lnTo>
                    <a:pt x="2440438" y="4421133"/>
                  </a:lnTo>
                  <a:lnTo>
                    <a:pt x="2472263" y="4429753"/>
                  </a:lnTo>
                  <a:lnTo>
                    <a:pt x="2499274" y="4450653"/>
                  </a:lnTo>
                  <a:lnTo>
                    <a:pt x="2516058" y="4480397"/>
                  </a:lnTo>
                  <a:lnTo>
                    <a:pt x="2519997" y="4513133"/>
                  </a:lnTo>
                  <a:lnTo>
                    <a:pt x="2511379" y="4544953"/>
                  </a:lnTo>
                  <a:lnTo>
                    <a:pt x="2490490" y="4571952"/>
                  </a:lnTo>
                  <a:lnTo>
                    <a:pt x="2460741" y="4588742"/>
                  </a:lnTo>
                  <a:lnTo>
                    <a:pt x="2428002" y="4592688"/>
                  </a:lnTo>
                  <a:lnTo>
                    <a:pt x="2396174" y="4584071"/>
                  </a:lnTo>
                  <a:lnTo>
                    <a:pt x="2369162" y="4563171"/>
                  </a:lnTo>
                  <a:close/>
                </a:path>
                <a:path w="5147944" h="4879340">
                  <a:moveTo>
                    <a:pt x="2561726" y="4790912"/>
                  </a:moveTo>
                  <a:lnTo>
                    <a:pt x="2544298" y="4760022"/>
                  </a:lnTo>
                  <a:lnTo>
                    <a:pt x="2540212" y="4726023"/>
                  </a:lnTo>
                  <a:lnTo>
                    <a:pt x="2549173" y="4692969"/>
                  </a:lnTo>
                  <a:lnTo>
                    <a:pt x="2570883" y="4664916"/>
                  </a:lnTo>
                  <a:lnTo>
                    <a:pt x="2601770" y="4647485"/>
                  </a:lnTo>
                  <a:lnTo>
                    <a:pt x="2635760" y="4643396"/>
                  </a:lnTo>
                  <a:lnTo>
                    <a:pt x="2668803" y="4652353"/>
                  </a:lnTo>
                  <a:lnTo>
                    <a:pt x="2696851" y="4674059"/>
                  </a:lnTo>
                  <a:lnTo>
                    <a:pt x="2714284" y="4704945"/>
                  </a:lnTo>
                  <a:lnTo>
                    <a:pt x="2718380" y="4738935"/>
                  </a:lnTo>
                  <a:lnTo>
                    <a:pt x="2709430" y="4771979"/>
                  </a:lnTo>
                  <a:lnTo>
                    <a:pt x="2687725" y="4800028"/>
                  </a:lnTo>
                  <a:lnTo>
                    <a:pt x="2656833" y="4817464"/>
                  </a:lnTo>
                  <a:lnTo>
                    <a:pt x="2622832" y="4821562"/>
                  </a:lnTo>
                  <a:lnTo>
                    <a:pt x="2589778" y="4812614"/>
                  </a:lnTo>
                  <a:lnTo>
                    <a:pt x="2561726" y="4790912"/>
                  </a:lnTo>
                  <a:close/>
                </a:path>
                <a:path w="5147944" h="4879340">
                  <a:moveTo>
                    <a:pt x="2781146" y="4879123"/>
                  </a:moveTo>
                  <a:lnTo>
                    <a:pt x="2796075" y="4870698"/>
                  </a:lnTo>
                  <a:lnTo>
                    <a:pt x="2831010" y="4866494"/>
                  </a:lnTo>
                  <a:lnTo>
                    <a:pt x="2864973" y="4875698"/>
                  </a:lnTo>
                  <a:lnTo>
                    <a:pt x="2869399" y="4879123"/>
                  </a:lnTo>
                  <a:lnTo>
                    <a:pt x="2781146" y="4879123"/>
                  </a:lnTo>
                  <a:close/>
                </a:path>
                <a:path w="5147944" h="4879340">
                  <a:moveTo>
                    <a:pt x="1232654" y="3575878"/>
                  </a:moveTo>
                  <a:lnTo>
                    <a:pt x="1231459" y="3574496"/>
                  </a:lnTo>
                  <a:lnTo>
                    <a:pt x="1231538" y="3573448"/>
                  </a:lnTo>
                  <a:lnTo>
                    <a:pt x="1232917" y="3572256"/>
                  </a:lnTo>
                  <a:lnTo>
                    <a:pt x="1233934" y="3572356"/>
                  </a:lnTo>
                  <a:lnTo>
                    <a:pt x="1235126" y="3573735"/>
                  </a:lnTo>
                  <a:lnTo>
                    <a:pt x="1235079" y="3574756"/>
                  </a:lnTo>
                  <a:lnTo>
                    <a:pt x="1233700" y="3575948"/>
                  </a:lnTo>
                  <a:lnTo>
                    <a:pt x="1232654" y="3575878"/>
                  </a:lnTo>
                  <a:close/>
                </a:path>
                <a:path w="5147944" h="4879340">
                  <a:moveTo>
                    <a:pt x="1422149" y="3816534"/>
                  </a:moveTo>
                  <a:lnTo>
                    <a:pt x="1410797" y="3803407"/>
                  </a:lnTo>
                  <a:lnTo>
                    <a:pt x="1411523" y="3793481"/>
                  </a:lnTo>
                  <a:lnTo>
                    <a:pt x="1424650" y="3782130"/>
                  </a:lnTo>
                  <a:lnTo>
                    <a:pt x="1434576" y="3782844"/>
                  </a:lnTo>
                  <a:lnTo>
                    <a:pt x="1445928" y="3795971"/>
                  </a:lnTo>
                  <a:lnTo>
                    <a:pt x="1445203" y="3805896"/>
                  </a:lnTo>
                  <a:lnTo>
                    <a:pt x="1432076" y="3817248"/>
                  </a:lnTo>
                  <a:lnTo>
                    <a:pt x="1422149" y="3816534"/>
                  </a:lnTo>
                  <a:close/>
                </a:path>
                <a:path w="5147944" h="4879340">
                  <a:moveTo>
                    <a:pt x="1591524" y="4052857"/>
                  </a:moveTo>
                  <a:lnTo>
                    <a:pt x="1583295" y="4038272"/>
                  </a:lnTo>
                  <a:lnTo>
                    <a:pt x="1581366" y="4022217"/>
                  </a:lnTo>
                  <a:lnTo>
                    <a:pt x="1585601" y="4006605"/>
                  </a:lnTo>
                  <a:lnTo>
                    <a:pt x="1595863" y="3993349"/>
                  </a:lnTo>
                  <a:lnTo>
                    <a:pt x="1610442" y="3985123"/>
                  </a:lnTo>
                  <a:lnTo>
                    <a:pt x="1626493" y="3983192"/>
                  </a:lnTo>
                  <a:lnTo>
                    <a:pt x="1642098" y="3987420"/>
                  </a:lnTo>
                  <a:lnTo>
                    <a:pt x="1655343" y="3997668"/>
                  </a:lnTo>
                  <a:lnTo>
                    <a:pt x="1663573" y="4012253"/>
                  </a:lnTo>
                  <a:lnTo>
                    <a:pt x="1665505" y="4028305"/>
                  </a:lnTo>
                  <a:lnTo>
                    <a:pt x="1661279" y="4043909"/>
                  </a:lnTo>
                  <a:lnTo>
                    <a:pt x="1651035" y="4057149"/>
                  </a:lnTo>
                  <a:lnTo>
                    <a:pt x="1636438" y="4065391"/>
                  </a:lnTo>
                  <a:lnTo>
                    <a:pt x="1620379" y="4067330"/>
                  </a:lnTo>
                  <a:lnTo>
                    <a:pt x="1604770" y="4063106"/>
                  </a:lnTo>
                  <a:lnTo>
                    <a:pt x="1591524" y="4052857"/>
                  </a:lnTo>
                  <a:close/>
                </a:path>
                <a:path w="5147944" h="4879340">
                  <a:moveTo>
                    <a:pt x="1777854" y="4285989"/>
                  </a:moveTo>
                  <a:lnTo>
                    <a:pt x="1767363" y="4267401"/>
                  </a:lnTo>
                  <a:lnTo>
                    <a:pt x="1764902" y="4246942"/>
                  </a:lnTo>
                  <a:lnTo>
                    <a:pt x="1770293" y="4227051"/>
                  </a:lnTo>
                  <a:lnTo>
                    <a:pt x="1783361" y="4210166"/>
                  </a:lnTo>
                  <a:lnTo>
                    <a:pt x="1801936" y="4199686"/>
                  </a:lnTo>
                  <a:lnTo>
                    <a:pt x="1822388" y="4197229"/>
                  </a:lnTo>
                  <a:lnTo>
                    <a:pt x="1842274" y="4202620"/>
                  </a:lnTo>
                  <a:lnTo>
                    <a:pt x="1859154" y="4215682"/>
                  </a:lnTo>
                  <a:lnTo>
                    <a:pt x="1869645" y="4234270"/>
                  </a:lnTo>
                  <a:lnTo>
                    <a:pt x="1872110" y="4254726"/>
                  </a:lnTo>
                  <a:lnTo>
                    <a:pt x="1866728" y="4274609"/>
                  </a:lnTo>
                  <a:lnTo>
                    <a:pt x="1853678" y="4291479"/>
                  </a:lnTo>
                  <a:lnTo>
                    <a:pt x="1835084" y="4301974"/>
                  </a:lnTo>
                  <a:lnTo>
                    <a:pt x="1814624" y="4304439"/>
                  </a:lnTo>
                  <a:lnTo>
                    <a:pt x="1794734" y="4299051"/>
                  </a:lnTo>
                  <a:lnTo>
                    <a:pt x="1777854" y="4285989"/>
                  </a:lnTo>
                  <a:close/>
                </a:path>
                <a:path w="5147944" h="4879340">
                  <a:moveTo>
                    <a:pt x="1968538" y="4515355"/>
                  </a:moveTo>
                  <a:lnTo>
                    <a:pt x="1956920" y="4494763"/>
                  </a:lnTo>
                  <a:lnTo>
                    <a:pt x="1954196" y="4472097"/>
                  </a:lnTo>
                  <a:lnTo>
                    <a:pt x="1960170" y="4450061"/>
                  </a:lnTo>
                  <a:lnTo>
                    <a:pt x="1974644" y="4431359"/>
                  </a:lnTo>
                  <a:lnTo>
                    <a:pt x="1995220" y="4419751"/>
                  </a:lnTo>
                  <a:lnTo>
                    <a:pt x="2017878" y="4417027"/>
                  </a:lnTo>
                  <a:lnTo>
                    <a:pt x="2039910" y="4422995"/>
                  </a:lnTo>
                  <a:lnTo>
                    <a:pt x="2058611" y="4437463"/>
                  </a:lnTo>
                  <a:lnTo>
                    <a:pt x="2070229" y="4458055"/>
                  </a:lnTo>
                  <a:lnTo>
                    <a:pt x="2072956" y="4480718"/>
                  </a:lnTo>
                  <a:lnTo>
                    <a:pt x="2066991" y="4502746"/>
                  </a:lnTo>
                  <a:lnTo>
                    <a:pt x="2052536" y="4521432"/>
                  </a:lnTo>
                  <a:lnTo>
                    <a:pt x="2031942" y="4533056"/>
                  </a:lnTo>
                  <a:lnTo>
                    <a:pt x="2009275" y="4535788"/>
                  </a:lnTo>
                  <a:lnTo>
                    <a:pt x="1987239" y="4529823"/>
                  </a:lnTo>
                  <a:lnTo>
                    <a:pt x="1968538" y="4515355"/>
                  </a:lnTo>
                  <a:close/>
                </a:path>
                <a:path w="5147944" h="4879340">
                  <a:moveTo>
                    <a:pt x="2160475" y="4743638"/>
                  </a:moveTo>
                  <a:lnTo>
                    <a:pt x="2148052" y="4721615"/>
                  </a:lnTo>
                  <a:lnTo>
                    <a:pt x="2145142" y="4697373"/>
                  </a:lnTo>
                  <a:lnTo>
                    <a:pt x="2151533" y="4673806"/>
                  </a:lnTo>
                  <a:lnTo>
                    <a:pt x="2167010" y="4653806"/>
                  </a:lnTo>
                  <a:lnTo>
                    <a:pt x="2189029" y="4641380"/>
                  </a:lnTo>
                  <a:lnTo>
                    <a:pt x="2213261" y="4638466"/>
                  </a:lnTo>
                  <a:lnTo>
                    <a:pt x="2236819" y="4644852"/>
                  </a:lnTo>
                  <a:lnTo>
                    <a:pt x="2256814" y="4660327"/>
                  </a:lnTo>
                  <a:lnTo>
                    <a:pt x="2269242" y="4682346"/>
                  </a:lnTo>
                  <a:lnTo>
                    <a:pt x="2272162" y="4706578"/>
                  </a:lnTo>
                  <a:lnTo>
                    <a:pt x="2265783" y="4730136"/>
                  </a:lnTo>
                  <a:lnTo>
                    <a:pt x="2250310" y="4750132"/>
                  </a:lnTo>
                  <a:lnTo>
                    <a:pt x="2228287" y="4762562"/>
                  </a:lnTo>
                  <a:lnTo>
                    <a:pt x="2204044" y="4765485"/>
                  </a:lnTo>
                  <a:lnTo>
                    <a:pt x="2180476" y="4759109"/>
                  </a:lnTo>
                  <a:lnTo>
                    <a:pt x="2160475" y="4743638"/>
                  </a:lnTo>
                  <a:close/>
                </a:path>
                <a:path w="5147944" h="4879340">
                  <a:moveTo>
                    <a:pt x="2358176" y="4879123"/>
                  </a:moveTo>
                  <a:lnTo>
                    <a:pt x="2359916" y="4876876"/>
                  </a:lnTo>
                  <a:lnTo>
                    <a:pt x="2383077" y="4863805"/>
                  </a:lnTo>
                  <a:lnTo>
                    <a:pt x="2408570" y="4860738"/>
                  </a:lnTo>
                  <a:lnTo>
                    <a:pt x="2433354" y="4867454"/>
                  </a:lnTo>
                  <a:lnTo>
                    <a:pt x="2448433" y="4879123"/>
                  </a:lnTo>
                  <a:lnTo>
                    <a:pt x="2358176" y="4879123"/>
                  </a:lnTo>
                  <a:close/>
                </a:path>
                <a:path w="5147944" h="4879340">
                  <a:moveTo>
                    <a:pt x="31697" y="2643109"/>
                  </a:moveTo>
                  <a:lnTo>
                    <a:pt x="30503" y="2641727"/>
                  </a:lnTo>
                  <a:lnTo>
                    <a:pt x="30582" y="2640678"/>
                  </a:lnTo>
                  <a:lnTo>
                    <a:pt x="31960" y="2639486"/>
                  </a:lnTo>
                  <a:lnTo>
                    <a:pt x="33009" y="2639559"/>
                  </a:lnTo>
                  <a:lnTo>
                    <a:pt x="34201" y="2640938"/>
                  </a:lnTo>
                  <a:lnTo>
                    <a:pt x="34122" y="2641986"/>
                  </a:lnTo>
                  <a:lnTo>
                    <a:pt x="32744" y="2643178"/>
                  </a:lnTo>
                  <a:lnTo>
                    <a:pt x="31697" y="2643109"/>
                  </a:lnTo>
                  <a:close/>
                </a:path>
                <a:path w="5147944" h="4879340">
                  <a:moveTo>
                    <a:pt x="226439" y="2869568"/>
                  </a:moveTo>
                  <a:lnTo>
                    <a:pt x="224646" y="2867494"/>
                  </a:lnTo>
                  <a:lnTo>
                    <a:pt x="224765" y="2865923"/>
                  </a:lnTo>
                  <a:lnTo>
                    <a:pt x="226833" y="2864135"/>
                  </a:lnTo>
                  <a:lnTo>
                    <a:pt x="228405" y="2864243"/>
                  </a:lnTo>
                  <a:lnTo>
                    <a:pt x="230199" y="2866317"/>
                  </a:lnTo>
                  <a:lnTo>
                    <a:pt x="230079" y="2867889"/>
                  </a:lnTo>
                  <a:lnTo>
                    <a:pt x="228011" y="2869677"/>
                  </a:lnTo>
                  <a:lnTo>
                    <a:pt x="226439" y="2869568"/>
                  </a:lnTo>
                  <a:close/>
                </a:path>
                <a:path w="5147944" h="4879340">
                  <a:moveTo>
                    <a:pt x="421181" y="3096028"/>
                  </a:moveTo>
                  <a:lnTo>
                    <a:pt x="418791" y="3093265"/>
                  </a:lnTo>
                  <a:lnTo>
                    <a:pt x="418949" y="3091168"/>
                  </a:lnTo>
                  <a:lnTo>
                    <a:pt x="421706" y="3088784"/>
                  </a:lnTo>
                  <a:lnTo>
                    <a:pt x="423804" y="3088930"/>
                  </a:lnTo>
                  <a:lnTo>
                    <a:pt x="426194" y="3091694"/>
                  </a:lnTo>
                  <a:lnTo>
                    <a:pt x="426036" y="3093791"/>
                  </a:lnTo>
                  <a:lnTo>
                    <a:pt x="423279" y="3096175"/>
                  </a:lnTo>
                  <a:lnTo>
                    <a:pt x="421181" y="3096028"/>
                  </a:lnTo>
                  <a:close/>
                </a:path>
                <a:path w="5147944" h="4879340">
                  <a:moveTo>
                    <a:pt x="615268" y="3324264"/>
                  </a:moveTo>
                  <a:lnTo>
                    <a:pt x="611085" y="3319427"/>
                  </a:lnTo>
                  <a:lnTo>
                    <a:pt x="611363" y="3315759"/>
                  </a:lnTo>
                  <a:lnTo>
                    <a:pt x="616188" y="3311587"/>
                  </a:lnTo>
                  <a:lnTo>
                    <a:pt x="619858" y="3311841"/>
                  </a:lnTo>
                  <a:lnTo>
                    <a:pt x="624041" y="3316678"/>
                  </a:lnTo>
                  <a:lnTo>
                    <a:pt x="623763" y="3320346"/>
                  </a:lnTo>
                  <a:lnTo>
                    <a:pt x="618938" y="3324519"/>
                  </a:lnTo>
                  <a:lnTo>
                    <a:pt x="615268" y="3324264"/>
                  </a:lnTo>
                  <a:close/>
                </a:path>
                <a:path w="5147944" h="4879340">
                  <a:moveTo>
                    <a:pt x="808075" y="3556022"/>
                  </a:moveTo>
                  <a:lnTo>
                    <a:pt x="799709" y="3546348"/>
                  </a:lnTo>
                  <a:lnTo>
                    <a:pt x="800236" y="3539042"/>
                  </a:lnTo>
                  <a:lnTo>
                    <a:pt x="809917" y="3530670"/>
                  </a:lnTo>
                  <a:lnTo>
                    <a:pt x="817222" y="3531203"/>
                  </a:lnTo>
                  <a:lnTo>
                    <a:pt x="825589" y="3540877"/>
                  </a:lnTo>
                  <a:lnTo>
                    <a:pt x="825062" y="3548183"/>
                  </a:lnTo>
                  <a:lnTo>
                    <a:pt x="815381" y="3556555"/>
                  </a:lnTo>
                  <a:lnTo>
                    <a:pt x="808075" y="3556022"/>
                  </a:lnTo>
                  <a:close/>
                </a:path>
                <a:path w="5147944" h="4879340">
                  <a:moveTo>
                    <a:pt x="992070" y="3782719"/>
                  </a:moveTo>
                  <a:lnTo>
                    <a:pt x="988038" y="3775568"/>
                  </a:lnTo>
                  <a:lnTo>
                    <a:pt x="987095" y="3767697"/>
                  </a:lnTo>
                  <a:lnTo>
                    <a:pt x="989167" y="3760047"/>
                  </a:lnTo>
                  <a:lnTo>
                    <a:pt x="994181" y="3753563"/>
                  </a:lnTo>
                  <a:lnTo>
                    <a:pt x="1001335" y="3749525"/>
                  </a:lnTo>
                  <a:lnTo>
                    <a:pt x="1009202" y="3748579"/>
                  </a:lnTo>
                  <a:lnTo>
                    <a:pt x="1016847" y="3750655"/>
                  </a:lnTo>
                  <a:lnTo>
                    <a:pt x="1023337" y="3755680"/>
                  </a:lnTo>
                  <a:lnTo>
                    <a:pt x="1027373" y="3762827"/>
                  </a:lnTo>
                  <a:lnTo>
                    <a:pt x="1028324" y="3770692"/>
                  </a:lnTo>
                  <a:lnTo>
                    <a:pt x="1026254" y="3778340"/>
                  </a:lnTo>
                  <a:lnTo>
                    <a:pt x="1021226" y="3784836"/>
                  </a:lnTo>
                  <a:lnTo>
                    <a:pt x="1014086" y="3788863"/>
                  </a:lnTo>
                  <a:lnTo>
                    <a:pt x="1006218" y="3789811"/>
                  </a:lnTo>
                  <a:lnTo>
                    <a:pt x="998565" y="3787741"/>
                  </a:lnTo>
                  <a:lnTo>
                    <a:pt x="992070" y="3782719"/>
                  </a:lnTo>
                  <a:close/>
                </a:path>
                <a:path w="5147944" h="4879340">
                  <a:moveTo>
                    <a:pt x="1182128" y="4012627"/>
                  </a:moveTo>
                  <a:lnTo>
                    <a:pt x="1176802" y="4003189"/>
                  </a:lnTo>
                  <a:lnTo>
                    <a:pt x="1175551" y="3992801"/>
                  </a:lnTo>
                  <a:lnTo>
                    <a:pt x="1178288" y="3982702"/>
                  </a:lnTo>
                  <a:lnTo>
                    <a:pt x="1184922" y="3974130"/>
                  </a:lnTo>
                  <a:lnTo>
                    <a:pt x="1194362" y="3968802"/>
                  </a:lnTo>
                  <a:lnTo>
                    <a:pt x="1204751" y="3967551"/>
                  </a:lnTo>
                  <a:lnTo>
                    <a:pt x="1214849" y="3970286"/>
                  </a:lnTo>
                  <a:lnTo>
                    <a:pt x="1223420" y="3976919"/>
                  </a:lnTo>
                  <a:lnTo>
                    <a:pt x="1228747" y="3986357"/>
                  </a:lnTo>
                  <a:lnTo>
                    <a:pt x="1229997" y="3996744"/>
                  </a:lnTo>
                  <a:lnTo>
                    <a:pt x="1227260" y="4006844"/>
                  </a:lnTo>
                  <a:lnTo>
                    <a:pt x="1220626" y="4015416"/>
                  </a:lnTo>
                  <a:lnTo>
                    <a:pt x="1211186" y="4020744"/>
                  </a:lnTo>
                  <a:lnTo>
                    <a:pt x="1200797" y="4021995"/>
                  </a:lnTo>
                  <a:lnTo>
                    <a:pt x="1190699" y="4019259"/>
                  </a:lnTo>
                  <a:lnTo>
                    <a:pt x="1182128" y="4012627"/>
                  </a:lnTo>
                  <a:close/>
                </a:path>
                <a:path w="5147944" h="4879340">
                  <a:moveTo>
                    <a:pt x="1372843" y="4241966"/>
                  </a:moveTo>
                  <a:lnTo>
                    <a:pt x="1366386" y="4230530"/>
                  </a:lnTo>
                  <a:lnTo>
                    <a:pt x="1364864" y="4217946"/>
                  </a:lnTo>
                  <a:lnTo>
                    <a:pt x="1368173" y="4205712"/>
                  </a:lnTo>
                  <a:lnTo>
                    <a:pt x="1376208" y="4195326"/>
                  </a:lnTo>
                  <a:lnTo>
                    <a:pt x="1387648" y="4188870"/>
                  </a:lnTo>
                  <a:lnTo>
                    <a:pt x="1400243" y="4187351"/>
                  </a:lnTo>
                  <a:lnTo>
                    <a:pt x="1412487" y="4190663"/>
                  </a:lnTo>
                  <a:lnTo>
                    <a:pt x="1422877" y="4198699"/>
                  </a:lnTo>
                  <a:lnTo>
                    <a:pt x="1429330" y="4210139"/>
                  </a:lnTo>
                  <a:lnTo>
                    <a:pt x="1430841" y="4222733"/>
                  </a:lnTo>
                  <a:lnTo>
                    <a:pt x="1427521" y="4234977"/>
                  </a:lnTo>
                  <a:lnTo>
                    <a:pt x="1419481" y="4245366"/>
                  </a:lnTo>
                  <a:lnTo>
                    <a:pt x="1408046" y="4251819"/>
                  </a:lnTo>
                  <a:lnTo>
                    <a:pt x="1395463" y="4253329"/>
                  </a:lnTo>
                  <a:lnTo>
                    <a:pt x="1383229" y="4250008"/>
                  </a:lnTo>
                  <a:lnTo>
                    <a:pt x="1372843" y="4241966"/>
                  </a:lnTo>
                  <a:close/>
                </a:path>
                <a:path w="5147944" h="4879340">
                  <a:moveTo>
                    <a:pt x="1564154" y="4470791"/>
                  </a:moveTo>
                  <a:lnTo>
                    <a:pt x="1556729" y="4457637"/>
                  </a:lnTo>
                  <a:lnTo>
                    <a:pt x="1554984" y="4443161"/>
                  </a:lnTo>
                  <a:lnTo>
                    <a:pt x="1558793" y="4429089"/>
                  </a:lnTo>
                  <a:lnTo>
                    <a:pt x="1568033" y="4417147"/>
                  </a:lnTo>
                  <a:lnTo>
                    <a:pt x="1581183" y="4409727"/>
                  </a:lnTo>
                  <a:lnTo>
                    <a:pt x="1595657" y="4407988"/>
                  </a:lnTo>
                  <a:lnTo>
                    <a:pt x="1609730" y="4411803"/>
                  </a:lnTo>
                  <a:lnTo>
                    <a:pt x="1621675" y="4421048"/>
                  </a:lnTo>
                  <a:lnTo>
                    <a:pt x="1629100" y="4434202"/>
                  </a:lnTo>
                  <a:lnTo>
                    <a:pt x="1630846" y="4448678"/>
                  </a:lnTo>
                  <a:lnTo>
                    <a:pt x="1627037" y="4462751"/>
                  </a:lnTo>
                  <a:lnTo>
                    <a:pt x="1617797" y="4474693"/>
                  </a:lnTo>
                  <a:lnTo>
                    <a:pt x="1604647" y="4482113"/>
                  </a:lnTo>
                  <a:lnTo>
                    <a:pt x="1590172" y="4483852"/>
                  </a:lnTo>
                  <a:lnTo>
                    <a:pt x="1576099" y="4480036"/>
                  </a:lnTo>
                  <a:lnTo>
                    <a:pt x="1564154" y="4470791"/>
                  </a:lnTo>
                  <a:close/>
                </a:path>
                <a:path w="5147944" h="4879340">
                  <a:moveTo>
                    <a:pt x="1756091" y="4699074"/>
                  </a:moveTo>
                  <a:lnTo>
                    <a:pt x="1747861" y="4684489"/>
                  </a:lnTo>
                  <a:lnTo>
                    <a:pt x="1745930" y="4668437"/>
                  </a:lnTo>
                  <a:lnTo>
                    <a:pt x="1750155" y="4652833"/>
                  </a:lnTo>
                  <a:lnTo>
                    <a:pt x="1760399" y="4639593"/>
                  </a:lnTo>
                  <a:lnTo>
                    <a:pt x="1774978" y="4631367"/>
                  </a:lnTo>
                  <a:lnTo>
                    <a:pt x="1791029" y="4629437"/>
                  </a:lnTo>
                  <a:lnTo>
                    <a:pt x="1806634" y="4633664"/>
                  </a:lnTo>
                  <a:lnTo>
                    <a:pt x="1819879" y="4643912"/>
                  </a:lnTo>
                  <a:lnTo>
                    <a:pt x="1828109" y="4658497"/>
                  </a:lnTo>
                  <a:lnTo>
                    <a:pt x="1830041" y="4674549"/>
                  </a:lnTo>
                  <a:lnTo>
                    <a:pt x="1825815" y="4690153"/>
                  </a:lnTo>
                  <a:lnTo>
                    <a:pt x="1815571" y="4703393"/>
                  </a:lnTo>
                  <a:lnTo>
                    <a:pt x="1800992" y="4711619"/>
                  </a:lnTo>
                  <a:lnTo>
                    <a:pt x="1784943" y="4713551"/>
                  </a:lnTo>
                  <a:lnTo>
                    <a:pt x="1769337" y="4709323"/>
                  </a:lnTo>
                  <a:lnTo>
                    <a:pt x="1756091" y="4699074"/>
                  </a:lnTo>
                  <a:close/>
                </a:path>
                <a:path w="5147944" h="4879340">
                  <a:moveTo>
                    <a:pt x="1941667" y="4879123"/>
                  </a:moveTo>
                  <a:lnTo>
                    <a:pt x="1942258" y="4876942"/>
                  </a:lnTo>
                  <a:lnTo>
                    <a:pt x="1953305" y="4862664"/>
                  </a:lnTo>
                  <a:lnTo>
                    <a:pt x="1969040" y="4853781"/>
                  </a:lnTo>
                  <a:lnTo>
                    <a:pt x="1986349" y="4851698"/>
                  </a:lnTo>
                  <a:lnTo>
                    <a:pt x="2003174" y="4856262"/>
                  </a:lnTo>
                  <a:lnTo>
                    <a:pt x="2017455" y="4867318"/>
                  </a:lnTo>
                  <a:lnTo>
                    <a:pt x="2024121" y="4879123"/>
                  </a:lnTo>
                  <a:lnTo>
                    <a:pt x="1941667" y="4879123"/>
                  </a:lnTo>
                  <a:close/>
                </a:path>
                <a:path w="5147944" h="4879340">
                  <a:moveTo>
                    <a:pt x="1194" y="3063752"/>
                  </a:moveTo>
                  <a:lnTo>
                    <a:pt x="0" y="3062371"/>
                  </a:lnTo>
                  <a:lnTo>
                    <a:pt x="79" y="3061322"/>
                  </a:lnTo>
                  <a:lnTo>
                    <a:pt x="1457" y="3060130"/>
                  </a:lnTo>
                  <a:lnTo>
                    <a:pt x="2506" y="3060203"/>
                  </a:lnTo>
                  <a:lnTo>
                    <a:pt x="3698" y="3061582"/>
                  </a:lnTo>
                  <a:lnTo>
                    <a:pt x="3619" y="3062630"/>
                  </a:lnTo>
                  <a:lnTo>
                    <a:pt x="2241" y="3063822"/>
                  </a:lnTo>
                  <a:lnTo>
                    <a:pt x="1194" y="3063752"/>
                  </a:lnTo>
                  <a:close/>
                </a:path>
                <a:path w="5147944" h="4879340">
                  <a:moveTo>
                    <a:pt x="195607" y="3291099"/>
                  </a:moveTo>
                  <a:lnTo>
                    <a:pt x="193218" y="3288336"/>
                  </a:lnTo>
                  <a:lnTo>
                    <a:pt x="193376" y="3286239"/>
                  </a:lnTo>
                  <a:lnTo>
                    <a:pt x="196133" y="3283854"/>
                  </a:lnTo>
                  <a:lnTo>
                    <a:pt x="198230" y="3284001"/>
                  </a:lnTo>
                  <a:lnTo>
                    <a:pt x="200620" y="3286764"/>
                  </a:lnTo>
                  <a:lnTo>
                    <a:pt x="200462" y="3288861"/>
                  </a:lnTo>
                  <a:lnTo>
                    <a:pt x="197705" y="3291245"/>
                  </a:lnTo>
                  <a:lnTo>
                    <a:pt x="195607" y="3291099"/>
                  </a:lnTo>
                  <a:close/>
                </a:path>
                <a:path w="5147944" h="4879340">
                  <a:moveTo>
                    <a:pt x="389695" y="3519335"/>
                  </a:moveTo>
                  <a:lnTo>
                    <a:pt x="385512" y="3514497"/>
                  </a:lnTo>
                  <a:lnTo>
                    <a:pt x="385789" y="3510829"/>
                  </a:lnTo>
                  <a:lnTo>
                    <a:pt x="390614" y="3506657"/>
                  </a:lnTo>
                  <a:lnTo>
                    <a:pt x="394284" y="3506911"/>
                  </a:lnTo>
                  <a:lnTo>
                    <a:pt x="398467" y="3511749"/>
                  </a:lnTo>
                  <a:lnTo>
                    <a:pt x="398190" y="3515417"/>
                  </a:lnTo>
                  <a:lnTo>
                    <a:pt x="393365" y="3519589"/>
                  </a:lnTo>
                  <a:lnTo>
                    <a:pt x="389695" y="3519335"/>
                  </a:lnTo>
                  <a:close/>
                </a:path>
                <a:path w="5147944" h="4879340">
                  <a:moveTo>
                    <a:pt x="583454" y="3748457"/>
                  </a:moveTo>
                  <a:lnTo>
                    <a:pt x="576881" y="3740857"/>
                  </a:lnTo>
                  <a:lnTo>
                    <a:pt x="577319" y="3735095"/>
                  </a:lnTo>
                  <a:lnTo>
                    <a:pt x="584901" y="3728538"/>
                  </a:lnTo>
                  <a:lnTo>
                    <a:pt x="590666" y="3728936"/>
                  </a:lnTo>
                  <a:lnTo>
                    <a:pt x="597239" y="3736536"/>
                  </a:lnTo>
                  <a:lnTo>
                    <a:pt x="596800" y="3742298"/>
                  </a:lnTo>
                  <a:lnTo>
                    <a:pt x="589218" y="3748855"/>
                  </a:lnTo>
                  <a:lnTo>
                    <a:pt x="583454" y="3748457"/>
                  </a:lnTo>
                  <a:close/>
                </a:path>
                <a:path w="5147944" h="4879340">
                  <a:moveTo>
                    <a:pt x="776915" y="3978439"/>
                  </a:moveTo>
                  <a:lnTo>
                    <a:pt x="767357" y="3967386"/>
                  </a:lnTo>
                  <a:lnTo>
                    <a:pt x="767963" y="3959032"/>
                  </a:lnTo>
                  <a:lnTo>
                    <a:pt x="779022" y="3949468"/>
                  </a:lnTo>
                  <a:lnTo>
                    <a:pt x="787345" y="3950101"/>
                  </a:lnTo>
                  <a:lnTo>
                    <a:pt x="796903" y="3961154"/>
                  </a:lnTo>
                  <a:lnTo>
                    <a:pt x="796329" y="3969481"/>
                  </a:lnTo>
                  <a:lnTo>
                    <a:pt x="785270" y="3979045"/>
                  </a:lnTo>
                  <a:lnTo>
                    <a:pt x="776915" y="3978439"/>
                  </a:lnTo>
                  <a:close/>
                </a:path>
                <a:path w="5147944" h="4879340">
                  <a:moveTo>
                    <a:pt x="970348" y="4208451"/>
                  </a:moveTo>
                  <a:lnTo>
                    <a:pt x="957799" y="4193939"/>
                  </a:lnTo>
                  <a:lnTo>
                    <a:pt x="958603" y="4182965"/>
                  </a:lnTo>
                  <a:lnTo>
                    <a:pt x="973109" y="4170421"/>
                  </a:lnTo>
                  <a:lnTo>
                    <a:pt x="984053" y="4171235"/>
                  </a:lnTo>
                  <a:lnTo>
                    <a:pt x="996602" y="4185747"/>
                  </a:lnTo>
                  <a:lnTo>
                    <a:pt x="995829" y="4196694"/>
                  </a:lnTo>
                  <a:lnTo>
                    <a:pt x="981324" y="4209238"/>
                  </a:lnTo>
                  <a:lnTo>
                    <a:pt x="970348" y="4208451"/>
                  </a:lnTo>
                  <a:close/>
                </a:path>
                <a:path w="5147944" h="4879340">
                  <a:moveTo>
                    <a:pt x="1156638" y="4428936"/>
                  </a:moveTo>
                  <a:lnTo>
                    <a:pt x="1152606" y="4421786"/>
                  </a:lnTo>
                  <a:lnTo>
                    <a:pt x="1151662" y="4413914"/>
                  </a:lnTo>
                  <a:lnTo>
                    <a:pt x="1153734" y="4406265"/>
                  </a:lnTo>
                  <a:lnTo>
                    <a:pt x="1158749" y="4399780"/>
                  </a:lnTo>
                  <a:lnTo>
                    <a:pt x="1165902" y="4395742"/>
                  </a:lnTo>
                  <a:lnTo>
                    <a:pt x="1173769" y="4394797"/>
                  </a:lnTo>
                  <a:lnTo>
                    <a:pt x="1181415" y="4396872"/>
                  </a:lnTo>
                  <a:lnTo>
                    <a:pt x="1187904" y="4401897"/>
                  </a:lnTo>
                  <a:lnTo>
                    <a:pt x="1191941" y="4409044"/>
                  </a:lnTo>
                  <a:lnTo>
                    <a:pt x="1192892" y="4416909"/>
                  </a:lnTo>
                  <a:lnTo>
                    <a:pt x="1190821" y="4424557"/>
                  </a:lnTo>
                  <a:lnTo>
                    <a:pt x="1185793" y="4431053"/>
                  </a:lnTo>
                  <a:lnTo>
                    <a:pt x="1178653" y="4435080"/>
                  </a:lnTo>
                  <a:lnTo>
                    <a:pt x="1170786" y="4436028"/>
                  </a:lnTo>
                  <a:lnTo>
                    <a:pt x="1163133" y="4433959"/>
                  </a:lnTo>
                  <a:lnTo>
                    <a:pt x="1156638" y="4428936"/>
                  </a:lnTo>
                  <a:close/>
                </a:path>
                <a:path w="5147944" h="4879340">
                  <a:moveTo>
                    <a:pt x="1348575" y="4657219"/>
                  </a:moveTo>
                  <a:lnTo>
                    <a:pt x="1343732" y="4648640"/>
                  </a:lnTo>
                  <a:lnTo>
                    <a:pt x="1342594" y="4639198"/>
                  </a:lnTo>
                  <a:lnTo>
                    <a:pt x="1345081" y="4630018"/>
                  </a:lnTo>
                  <a:lnTo>
                    <a:pt x="1351113" y="4622224"/>
                  </a:lnTo>
                  <a:lnTo>
                    <a:pt x="1359695" y="4617379"/>
                  </a:lnTo>
                  <a:lnTo>
                    <a:pt x="1369138" y="4616243"/>
                  </a:lnTo>
                  <a:lnTo>
                    <a:pt x="1378317" y="4618731"/>
                  </a:lnTo>
                  <a:lnTo>
                    <a:pt x="1386108" y="4624761"/>
                  </a:lnTo>
                  <a:lnTo>
                    <a:pt x="1390951" y="4633340"/>
                  </a:lnTo>
                  <a:lnTo>
                    <a:pt x="1392089" y="4642782"/>
                  </a:lnTo>
                  <a:lnTo>
                    <a:pt x="1389602" y="4651963"/>
                  </a:lnTo>
                  <a:lnTo>
                    <a:pt x="1383570" y="4659756"/>
                  </a:lnTo>
                  <a:lnTo>
                    <a:pt x="1374987" y="4664601"/>
                  </a:lnTo>
                  <a:lnTo>
                    <a:pt x="1365545" y="4665737"/>
                  </a:lnTo>
                  <a:lnTo>
                    <a:pt x="1356366" y="4663249"/>
                  </a:lnTo>
                  <a:lnTo>
                    <a:pt x="1348575" y="4657219"/>
                  </a:lnTo>
                  <a:close/>
                </a:path>
                <a:path w="5147944" h="4879340">
                  <a:moveTo>
                    <a:pt x="1538778" y="4879123"/>
                  </a:moveTo>
                  <a:lnTo>
                    <a:pt x="1536439" y="4874980"/>
                  </a:lnTo>
                  <a:lnTo>
                    <a:pt x="1535189" y="4864592"/>
                  </a:lnTo>
                  <a:lnTo>
                    <a:pt x="1537926" y="4854493"/>
                  </a:lnTo>
                  <a:lnTo>
                    <a:pt x="1544560" y="4845920"/>
                  </a:lnTo>
                  <a:lnTo>
                    <a:pt x="1553461" y="4840896"/>
                  </a:lnTo>
                  <a:lnTo>
                    <a:pt x="1554000" y="4840592"/>
                  </a:lnTo>
                  <a:lnTo>
                    <a:pt x="1564388" y="4839341"/>
                  </a:lnTo>
                  <a:lnTo>
                    <a:pt x="1574487" y="4842077"/>
                  </a:lnTo>
                  <a:lnTo>
                    <a:pt x="1583058" y="4848709"/>
                  </a:lnTo>
                  <a:lnTo>
                    <a:pt x="1588384" y="4858147"/>
                  </a:lnTo>
                  <a:lnTo>
                    <a:pt x="1589634" y="4868535"/>
                  </a:lnTo>
                  <a:lnTo>
                    <a:pt x="1586898" y="4878634"/>
                  </a:lnTo>
                  <a:lnTo>
                    <a:pt x="1586519" y="4879123"/>
                  </a:lnTo>
                  <a:lnTo>
                    <a:pt x="1538778" y="4879123"/>
                  </a:lnTo>
                  <a:close/>
                </a:path>
                <a:path w="5147944" h="4879340">
                  <a:moveTo>
                    <a:pt x="165433" y="3710856"/>
                  </a:moveTo>
                  <a:lnTo>
                    <a:pt x="163640" y="3708782"/>
                  </a:lnTo>
                  <a:lnTo>
                    <a:pt x="163759" y="3707211"/>
                  </a:lnTo>
                  <a:lnTo>
                    <a:pt x="165827" y="3705423"/>
                  </a:lnTo>
                  <a:lnTo>
                    <a:pt x="167399" y="3705531"/>
                  </a:lnTo>
                  <a:lnTo>
                    <a:pt x="169193" y="3707605"/>
                  </a:lnTo>
                  <a:lnTo>
                    <a:pt x="169073" y="3709176"/>
                  </a:lnTo>
                  <a:lnTo>
                    <a:pt x="167005" y="3710964"/>
                  </a:lnTo>
                  <a:lnTo>
                    <a:pt x="165433" y="3710856"/>
                  </a:lnTo>
                  <a:close/>
                </a:path>
                <a:path w="5147944" h="4879340">
                  <a:moveTo>
                    <a:pt x="359846" y="3938202"/>
                  </a:moveTo>
                  <a:lnTo>
                    <a:pt x="356861" y="3934750"/>
                  </a:lnTo>
                  <a:lnTo>
                    <a:pt x="357059" y="3932130"/>
                  </a:lnTo>
                  <a:lnTo>
                    <a:pt x="360506" y="3929150"/>
                  </a:lnTo>
                  <a:lnTo>
                    <a:pt x="363127" y="3929331"/>
                  </a:lnTo>
                  <a:lnTo>
                    <a:pt x="366112" y="3932784"/>
                  </a:lnTo>
                  <a:lnTo>
                    <a:pt x="365913" y="3935404"/>
                  </a:lnTo>
                  <a:lnTo>
                    <a:pt x="362467" y="3938384"/>
                  </a:lnTo>
                  <a:lnTo>
                    <a:pt x="359846" y="3938202"/>
                  </a:lnTo>
                  <a:close/>
                </a:path>
                <a:path w="5147944" h="4879340">
                  <a:moveTo>
                    <a:pt x="553934" y="4166438"/>
                  </a:moveTo>
                  <a:lnTo>
                    <a:pt x="549155" y="4160912"/>
                  </a:lnTo>
                  <a:lnTo>
                    <a:pt x="549473" y="4156721"/>
                  </a:lnTo>
                  <a:lnTo>
                    <a:pt x="554987" y="4151953"/>
                  </a:lnTo>
                  <a:lnTo>
                    <a:pt x="559180" y="4152242"/>
                  </a:lnTo>
                  <a:lnTo>
                    <a:pt x="563959" y="4157769"/>
                  </a:lnTo>
                  <a:lnTo>
                    <a:pt x="563641" y="4161959"/>
                  </a:lnTo>
                  <a:lnTo>
                    <a:pt x="558127" y="4166728"/>
                  </a:lnTo>
                  <a:lnTo>
                    <a:pt x="553934" y="4166438"/>
                  </a:lnTo>
                  <a:close/>
                </a:path>
                <a:path w="5147944" h="4879340">
                  <a:moveTo>
                    <a:pt x="748021" y="4394675"/>
                  </a:moveTo>
                  <a:lnTo>
                    <a:pt x="741448" y="4387074"/>
                  </a:lnTo>
                  <a:lnTo>
                    <a:pt x="741886" y="4381312"/>
                  </a:lnTo>
                  <a:lnTo>
                    <a:pt x="749468" y="4374755"/>
                  </a:lnTo>
                  <a:lnTo>
                    <a:pt x="755233" y="4375153"/>
                  </a:lnTo>
                  <a:lnTo>
                    <a:pt x="761806" y="4382754"/>
                  </a:lnTo>
                  <a:lnTo>
                    <a:pt x="761368" y="4388515"/>
                  </a:lnTo>
                  <a:lnTo>
                    <a:pt x="753786" y="4395072"/>
                  </a:lnTo>
                  <a:lnTo>
                    <a:pt x="748021" y="4394675"/>
                  </a:lnTo>
                  <a:close/>
                </a:path>
                <a:path w="5147944" h="4879340">
                  <a:moveTo>
                    <a:pt x="942140" y="4622883"/>
                  </a:moveTo>
                  <a:lnTo>
                    <a:pt x="933773" y="4613209"/>
                  </a:lnTo>
                  <a:lnTo>
                    <a:pt x="934300" y="4605903"/>
                  </a:lnTo>
                  <a:lnTo>
                    <a:pt x="943981" y="4597531"/>
                  </a:lnTo>
                  <a:lnTo>
                    <a:pt x="951287" y="4598064"/>
                  </a:lnTo>
                  <a:lnTo>
                    <a:pt x="959653" y="4607738"/>
                  </a:lnTo>
                  <a:lnTo>
                    <a:pt x="959126" y="4615044"/>
                  </a:lnTo>
                  <a:lnTo>
                    <a:pt x="949445" y="4623416"/>
                  </a:lnTo>
                  <a:lnTo>
                    <a:pt x="942140" y="4622883"/>
                  </a:lnTo>
                  <a:close/>
                </a:path>
                <a:path w="5147944" h="4879340">
                  <a:moveTo>
                    <a:pt x="1137210" y="4848457"/>
                  </a:moveTo>
                  <a:lnTo>
                    <a:pt x="1128844" y="4838782"/>
                  </a:lnTo>
                  <a:lnTo>
                    <a:pt x="1129371" y="4831476"/>
                  </a:lnTo>
                  <a:lnTo>
                    <a:pt x="1139051" y="4823105"/>
                  </a:lnTo>
                  <a:lnTo>
                    <a:pt x="1146357" y="4823637"/>
                  </a:lnTo>
                  <a:lnTo>
                    <a:pt x="1154723" y="4833312"/>
                  </a:lnTo>
                  <a:lnTo>
                    <a:pt x="1154196" y="4840618"/>
                  </a:lnTo>
                  <a:lnTo>
                    <a:pt x="1144516" y="4848989"/>
                  </a:lnTo>
                  <a:lnTo>
                    <a:pt x="1137210" y="4848457"/>
                  </a:lnTo>
                  <a:close/>
                </a:path>
              </a:pathLst>
            </a:custGeom>
            <a:solidFill>
              <a:srgbClr val="CAF0F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4980" y="3393992"/>
              <a:ext cx="3811082" cy="528077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4432" y="3393992"/>
              <a:ext cx="3811081" cy="52807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4706" y="3393992"/>
              <a:ext cx="3811082" cy="528077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74158" y="3393992"/>
              <a:ext cx="3811081" cy="528077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324" y="4278316"/>
              <a:ext cx="1035796" cy="11239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46557" y="4353026"/>
              <a:ext cx="784860" cy="995044"/>
            </a:xfrm>
            <a:custGeom>
              <a:avLst/>
              <a:gdLst/>
              <a:ahLst/>
              <a:cxnLst/>
              <a:rect l="l" t="t" r="r" b="b"/>
              <a:pathLst>
                <a:path w="784859" h="995045">
                  <a:moveTo>
                    <a:pt x="156298" y="972997"/>
                  </a:moveTo>
                  <a:lnTo>
                    <a:pt x="154622" y="958418"/>
                  </a:lnTo>
                  <a:lnTo>
                    <a:pt x="145516" y="946899"/>
                  </a:lnTo>
                  <a:lnTo>
                    <a:pt x="130492" y="942213"/>
                  </a:lnTo>
                  <a:lnTo>
                    <a:pt x="18808" y="942213"/>
                  </a:lnTo>
                  <a:lnTo>
                    <a:pt x="12242" y="944943"/>
                  </a:lnTo>
                  <a:lnTo>
                    <a:pt x="7302" y="949883"/>
                  </a:lnTo>
                  <a:lnTo>
                    <a:pt x="0" y="963777"/>
                  </a:lnTo>
                  <a:lnTo>
                    <a:pt x="1676" y="978369"/>
                  </a:lnTo>
                  <a:lnTo>
                    <a:pt x="10782" y="989888"/>
                  </a:lnTo>
                  <a:lnTo>
                    <a:pt x="25806" y="994562"/>
                  </a:lnTo>
                  <a:lnTo>
                    <a:pt x="137477" y="994562"/>
                  </a:lnTo>
                  <a:lnTo>
                    <a:pt x="144056" y="991844"/>
                  </a:lnTo>
                  <a:lnTo>
                    <a:pt x="148996" y="986891"/>
                  </a:lnTo>
                  <a:lnTo>
                    <a:pt x="156298" y="972997"/>
                  </a:lnTo>
                  <a:close/>
                </a:path>
                <a:path w="784859" h="995045">
                  <a:moveTo>
                    <a:pt x="418388" y="26174"/>
                  </a:moveTo>
                  <a:lnTo>
                    <a:pt x="416331" y="16002"/>
                  </a:lnTo>
                  <a:lnTo>
                    <a:pt x="410718" y="7683"/>
                  </a:lnTo>
                  <a:lnTo>
                    <a:pt x="402399" y="2057"/>
                  </a:lnTo>
                  <a:lnTo>
                    <a:pt x="392214" y="0"/>
                  </a:lnTo>
                  <a:lnTo>
                    <a:pt x="382041" y="2057"/>
                  </a:lnTo>
                  <a:lnTo>
                    <a:pt x="373722" y="7683"/>
                  </a:lnTo>
                  <a:lnTo>
                    <a:pt x="368109" y="16002"/>
                  </a:lnTo>
                  <a:lnTo>
                    <a:pt x="366052" y="26174"/>
                  </a:lnTo>
                  <a:lnTo>
                    <a:pt x="368096" y="36309"/>
                  </a:lnTo>
                  <a:lnTo>
                    <a:pt x="373672" y="44615"/>
                  </a:lnTo>
                  <a:lnTo>
                    <a:pt x="381952" y="50241"/>
                  </a:lnTo>
                  <a:lnTo>
                    <a:pt x="392061" y="52349"/>
                  </a:lnTo>
                  <a:lnTo>
                    <a:pt x="402475" y="50241"/>
                  </a:lnTo>
                  <a:lnTo>
                    <a:pt x="410756" y="44615"/>
                  </a:lnTo>
                  <a:lnTo>
                    <a:pt x="416344" y="36309"/>
                  </a:lnTo>
                  <a:lnTo>
                    <a:pt x="418388" y="26174"/>
                  </a:lnTo>
                  <a:close/>
                </a:path>
                <a:path w="784859" h="995045">
                  <a:moveTo>
                    <a:pt x="784809" y="968387"/>
                  </a:moveTo>
                  <a:lnTo>
                    <a:pt x="782751" y="958215"/>
                  </a:lnTo>
                  <a:lnTo>
                    <a:pt x="777138" y="949896"/>
                  </a:lnTo>
                  <a:lnTo>
                    <a:pt x="768807" y="944283"/>
                  </a:lnTo>
                  <a:lnTo>
                    <a:pt x="758634" y="942213"/>
                  </a:lnTo>
                  <a:lnTo>
                    <a:pt x="646963" y="942213"/>
                  </a:lnTo>
                  <a:lnTo>
                    <a:pt x="640384" y="944943"/>
                  </a:lnTo>
                  <a:lnTo>
                    <a:pt x="635444" y="949883"/>
                  </a:lnTo>
                  <a:lnTo>
                    <a:pt x="628142" y="963777"/>
                  </a:lnTo>
                  <a:lnTo>
                    <a:pt x="629818" y="978369"/>
                  </a:lnTo>
                  <a:lnTo>
                    <a:pt x="638924" y="989888"/>
                  </a:lnTo>
                  <a:lnTo>
                    <a:pt x="653948" y="994562"/>
                  </a:lnTo>
                  <a:lnTo>
                    <a:pt x="758634" y="994562"/>
                  </a:lnTo>
                  <a:lnTo>
                    <a:pt x="768819" y="992505"/>
                  </a:lnTo>
                  <a:lnTo>
                    <a:pt x="777138" y="986904"/>
                  </a:lnTo>
                  <a:lnTo>
                    <a:pt x="782751" y="978585"/>
                  </a:lnTo>
                  <a:lnTo>
                    <a:pt x="784809" y="968387"/>
                  </a:lnTo>
                  <a:close/>
                </a:path>
              </a:pathLst>
            </a:custGeom>
            <a:solidFill>
              <a:srgbClr val="7209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20459" y="4065129"/>
              <a:ext cx="219075" cy="620395"/>
            </a:xfrm>
            <a:custGeom>
              <a:avLst/>
              <a:gdLst/>
              <a:ahLst/>
              <a:cxnLst/>
              <a:rect l="l" t="t" r="r" b="b"/>
              <a:pathLst>
                <a:path w="219075" h="620395">
                  <a:moveTo>
                    <a:pt x="170992" y="26403"/>
                  </a:moveTo>
                  <a:lnTo>
                    <a:pt x="169164" y="16535"/>
                  </a:lnTo>
                  <a:lnTo>
                    <a:pt x="163499" y="7823"/>
                  </a:lnTo>
                  <a:lnTo>
                    <a:pt x="154889" y="1993"/>
                  </a:lnTo>
                  <a:lnTo>
                    <a:pt x="145059" y="0"/>
                  </a:lnTo>
                  <a:lnTo>
                    <a:pt x="135191" y="1828"/>
                  </a:lnTo>
                  <a:lnTo>
                    <a:pt x="94869" y="42125"/>
                  </a:lnTo>
                  <a:lnTo>
                    <a:pt x="67767" y="79209"/>
                  </a:lnTo>
                  <a:lnTo>
                    <a:pt x="45173" y="118351"/>
                  </a:lnTo>
                  <a:lnTo>
                    <a:pt x="27114" y="159194"/>
                  </a:lnTo>
                  <a:lnTo>
                    <a:pt x="13563" y="201358"/>
                  </a:lnTo>
                  <a:lnTo>
                    <a:pt x="4521" y="244449"/>
                  </a:lnTo>
                  <a:lnTo>
                    <a:pt x="0" y="288112"/>
                  </a:lnTo>
                  <a:lnTo>
                    <a:pt x="0" y="331965"/>
                  </a:lnTo>
                  <a:lnTo>
                    <a:pt x="4521" y="375640"/>
                  </a:lnTo>
                  <a:lnTo>
                    <a:pt x="13550" y="418731"/>
                  </a:lnTo>
                  <a:lnTo>
                    <a:pt x="27101" y="460895"/>
                  </a:lnTo>
                  <a:lnTo>
                    <a:pt x="45173" y="501738"/>
                  </a:lnTo>
                  <a:lnTo>
                    <a:pt x="67754" y="540893"/>
                  </a:lnTo>
                  <a:lnTo>
                    <a:pt x="94856" y="577977"/>
                  </a:lnTo>
                  <a:lnTo>
                    <a:pt x="126479" y="612609"/>
                  </a:lnTo>
                  <a:lnTo>
                    <a:pt x="145059" y="620115"/>
                  </a:lnTo>
                  <a:lnTo>
                    <a:pt x="154889" y="618109"/>
                  </a:lnTo>
                  <a:lnTo>
                    <a:pt x="163499" y="612279"/>
                  </a:lnTo>
                  <a:lnTo>
                    <a:pt x="169164" y="603567"/>
                  </a:lnTo>
                  <a:lnTo>
                    <a:pt x="170992" y="593712"/>
                  </a:lnTo>
                  <a:lnTo>
                    <a:pt x="168998" y="583882"/>
                  </a:lnTo>
                  <a:lnTo>
                    <a:pt x="163169" y="575271"/>
                  </a:lnTo>
                  <a:lnTo>
                    <a:pt x="131533" y="540042"/>
                  </a:lnTo>
                  <a:lnTo>
                    <a:pt x="105181" y="502031"/>
                  </a:lnTo>
                  <a:lnTo>
                    <a:pt x="84086" y="461733"/>
                  </a:lnTo>
                  <a:lnTo>
                    <a:pt x="68275" y="419671"/>
                  </a:lnTo>
                  <a:lnTo>
                    <a:pt x="57734" y="376326"/>
                  </a:lnTo>
                  <a:lnTo>
                    <a:pt x="52463" y="332232"/>
                  </a:lnTo>
                  <a:lnTo>
                    <a:pt x="52463" y="287883"/>
                  </a:lnTo>
                  <a:lnTo>
                    <a:pt x="57734" y="243789"/>
                  </a:lnTo>
                  <a:lnTo>
                    <a:pt x="68275" y="200456"/>
                  </a:lnTo>
                  <a:lnTo>
                    <a:pt x="84086" y="158381"/>
                  </a:lnTo>
                  <a:lnTo>
                    <a:pt x="105181" y="118084"/>
                  </a:lnTo>
                  <a:lnTo>
                    <a:pt x="131533" y="80073"/>
                  </a:lnTo>
                  <a:lnTo>
                    <a:pt x="163169" y="44843"/>
                  </a:lnTo>
                  <a:lnTo>
                    <a:pt x="168998" y="36233"/>
                  </a:lnTo>
                  <a:lnTo>
                    <a:pt x="170992" y="26403"/>
                  </a:lnTo>
                  <a:close/>
                </a:path>
                <a:path w="219075" h="620395">
                  <a:moveTo>
                    <a:pt x="218948" y="163436"/>
                  </a:moveTo>
                  <a:lnTo>
                    <a:pt x="217182" y="153568"/>
                  </a:lnTo>
                  <a:lnTo>
                    <a:pt x="211582" y="144818"/>
                  </a:lnTo>
                  <a:lnTo>
                    <a:pt x="203009" y="138925"/>
                  </a:lnTo>
                  <a:lnTo>
                    <a:pt x="193192" y="136842"/>
                  </a:lnTo>
                  <a:lnTo>
                    <a:pt x="183311" y="138607"/>
                  </a:lnTo>
                  <a:lnTo>
                    <a:pt x="143725" y="180886"/>
                  </a:lnTo>
                  <a:lnTo>
                    <a:pt x="121729" y="221691"/>
                  </a:lnTo>
                  <a:lnTo>
                    <a:pt x="108546" y="265252"/>
                  </a:lnTo>
                  <a:lnTo>
                    <a:pt x="104178" y="310184"/>
                  </a:lnTo>
                  <a:lnTo>
                    <a:pt x="108610" y="355092"/>
                  </a:lnTo>
                  <a:lnTo>
                    <a:pt x="121831" y="398602"/>
                  </a:lnTo>
                  <a:lnTo>
                    <a:pt x="143814" y="439331"/>
                  </a:lnTo>
                  <a:lnTo>
                    <a:pt x="174574" y="475894"/>
                  </a:lnTo>
                  <a:lnTo>
                    <a:pt x="193217" y="483260"/>
                  </a:lnTo>
                  <a:lnTo>
                    <a:pt x="203034" y="481164"/>
                  </a:lnTo>
                  <a:lnTo>
                    <a:pt x="211582" y="475284"/>
                  </a:lnTo>
                  <a:lnTo>
                    <a:pt x="217182" y="466534"/>
                  </a:lnTo>
                  <a:lnTo>
                    <a:pt x="218948" y="456666"/>
                  </a:lnTo>
                  <a:lnTo>
                    <a:pt x="216865" y="446849"/>
                  </a:lnTo>
                  <a:lnTo>
                    <a:pt x="210985" y="438277"/>
                  </a:lnTo>
                  <a:lnTo>
                    <a:pt x="180695" y="399707"/>
                  </a:lnTo>
                  <a:lnTo>
                    <a:pt x="162560" y="356082"/>
                  </a:lnTo>
                  <a:lnTo>
                    <a:pt x="156540" y="309956"/>
                  </a:lnTo>
                  <a:lnTo>
                    <a:pt x="162623" y="263842"/>
                  </a:lnTo>
                  <a:lnTo>
                    <a:pt x="180771" y="220294"/>
                  </a:lnTo>
                  <a:lnTo>
                    <a:pt x="210985" y="181825"/>
                  </a:lnTo>
                  <a:lnTo>
                    <a:pt x="216865" y="173253"/>
                  </a:lnTo>
                  <a:lnTo>
                    <a:pt x="218948" y="163436"/>
                  </a:lnTo>
                  <a:close/>
                </a:path>
              </a:pathLst>
            </a:custGeom>
            <a:solidFill>
              <a:srgbClr val="240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9756" y="4290251"/>
              <a:ext cx="78138" cy="1698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38149" y="4065129"/>
              <a:ext cx="219075" cy="620395"/>
            </a:xfrm>
            <a:custGeom>
              <a:avLst/>
              <a:gdLst/>
              <a:ahLst/>
              <a:cxnLst/>
              <a:rect l="l" t="t" r="r" b="b"/>
              <a:pathLst>
                <a:path w="219075" h="620395">
                  <a:moveTo>
                    <a:pt x="114769" y="309930"/>
                  </a:moveTo>
                  <a:lnTo>
                    <a:pt x="110337" y="265010"/>
                  </a:lnTo>
                  <a:lnTo>
                    <a:pt x="97116" y="221500"/>
                  </a:lnTo>
                  <a:lnTo>
                    <a:pt x="75133" y="180771"/>
                  </a:lnTo>
                  <a:lnTo>
                    <a:pt x="44373" y="144221"/>
                  </a:lnTo>
                  <a:lnTo>
                    <a:pt x="25755" y="136855"/>
                  </a:lnTo>
                  <a:lnTo>
                    <a:pt x="15938" y="138925"/>
                  </a:lnTo>
                  <a:lnTo>
                    <a:pt x="7366" y="144818"/>
                  </a:lnTo>
                  <a:lnTo>
                    <a:pt x="1765" y="153568"/>
                  </a:lnTo>
                  <a:lnTo>
                    <a:pt x="0" y="163449"/>
                  </a:lnTo>
                  <a:lnTo>
                    <a:pt x="2082" y="173266"/>
                  </a:lnTo>
                  <a:lnTo>
                    <a:pt x="7962" y="181825"/>
                  </a:lnTo>
                  <a:lnTo>
                    <a:pt x="38252" y="220408"/>
                  </a:lnTo>
                  <a:lnTo>
                    <a:pt x="56388" y="264020"/>
                  </a:lnTo>
                  <a:lnTo>
                    <a:pt x="62407" y="310159"/>
                  </a:lnTo>
                  <a:lnTo>
                    <a:pt x="56324" y="356260"/>
                  </a:lnTo>
                  <a:lnTo>
                    <a:pt x="38176" y="399821"/>
                  </a:lnTo>
                  <a:lnTo>
                    <a:pt x="7962" y="438277"/>
                  </a:lnTo>
                  <a:lnTo>
                    <a:pt x="2082" y="446849"/>
                  </a:lnTo>
                  <a:lnTo>
                    <a:pt x="0" y="456666"/>
                  </a:lnTo>
                  <a:lnTo>
                    <a:pt x="1765" y="466547"/>
                  </a:lnTo>
                  <a:lnTo>
                    <a:pt x="7366" y="475297"/>
                  </a:lnTo>
                  <a:lnTo>
                    <a:pt x="15938" y="481190"/>
                  </a:lnTo>
                  <a:lnTo>
                    <a:pt x="25768" y="483260"/>
                  </a:lnTo>
                  <a:lnTo>
                    <a:pt x="35636" y="481495"/>
                  </a:lnTo>
                  <a:lnTo>
                    <a:pt x="44373" y="475894"/>
                  </a:lnTo>
                  <a:lnTo>
                    <a:pt x="75222" y="439216"/>
                  </a:lnTo>
                  <a:lnTo>
                    <a:pt x="97218" y="398411"/>
                  </a:lnTo>
                  <a:lnTo>
                    <a:pt x="110401" y="354850"/>
                  </a:lnTo>
                  <a:lnTo>
                    <a:pt x="114769" y="309930"/>
                  </a:lnTo>
                  <a:close/>
                </a:path>
                <a:path w="219075" h="620395">
                  <a:moveTo>
                    <a:pt x="218948" y="288137"/>
                  </a:moveTo>
                  <a:lnTo>
                    <a:pt x="214426" y="244475"/>
                  </a:lnTo>
                  <a:lnTo>
                    <a:pt x="205397" y="201371"/>
                  </a:lnTo>
                  <a:lnTo>
                    <a:pt x="191846" y="159207"/>
                  </a:lnTo>
                  <a:lnTo>
                    <a:pt x="173774" y="118364"/>
                  </a:lnTo>
                  <a:lnTo>
                    <a:pt x="151193" y="79209"/>
                  </a:lnTo>
                  <a:lnTo>
                    <a:pt x="124091" y="42138"/>
                  </a:lnTo>
                  <a:lnTo>
                    <a:pt x="92468" y="7505"/>
                  </a:lnTo>
                  <a:lnTo>
                    <a:pt x="73888" y="0"/>
                  </a:lnTo>
                  <a:lnTo>
                    <a:pt x="64058" y="2006"/>
                  </a:lnTo>
                  <a:lnTo>
                    <a:pt x="55448" y="7823"/>
                  </a:lnTo>
                  <a:lnTo>
                    <a:pt x="49784" y="16535"/>
                  </a:lnTo>
                  <a:lnTo>
                    <a:pt x="47955" y="26403"/>
                  </a:lnTo>
                  <a:lnTo>
                    <a:pt x="49949" y="36233"/>
                  </a:lnTo>
                  <a:lnTo>
                    <a:pt x="55778" y="44843"/>
                  </a:lnTo>
                  <a:lnTo>
                    <a:pt x="87414" y="80060"/>
                  </a:lnTo>
                  <a:lnTo>
                    <a:pt x="113766" y="118084"/>
                  </a:lnTo>
                  <a:lnTo>
                    <a:pt x="134848" y="158369"/>
                  </a:lnTo>
                  <a:lnTo>
                    <a:pt x="150672" y="200444"/>
                  </a:lnTo>
                  <a:lnTo>
                    <a:pt x="161213" y="243776"/>
                  </a:lnTo>
                  <a:lnTo>
                    <a:pt x="166484" y="287870"/>
                  </a:lnTo>
                  <a:lnTo>
                    <a:pt x="166484" y="332219"/>
                  </a:lnTo>
                  <a:lnTo>
                    <a:pt x="161213" y="376313"/>
                  </a:lnTo>
                  <a:lnTo>
                    <a:pt x="150672" y="419658"/>
                  </a:lnTo>
                  <a:lnTo>
                    <a:pt x="134861" y="461721"/>
                  </a:lnTo>
                  <a:lnTo>
                    <a:pt x="113766" y="502018"/>
                  </a:lnTo>
                  <a:lnTo>
                    <a:pt x="87414" y="540042"/>
                  </a:lnTo>
                  <a:lnTo>
                    <a:pt x="55778" y="575271"/>
                  </a:lnTo>
                  <a:lnTo>
                    <a:pt x="49949" y="583869"/>
                  </a:lnTo>
                  <a:lnTo>
                    <a:pt x="47955" y="593712"/>
                  </a:lnTo>
                  <a:lnTo>
                    <a:pt x="49784" y="603567"/>
                  </a:lnTo>
                  <a:lnTo>
                    <a:pt x="55448" y="612279"/>
                  </a:lnTo>
                  <a:lnTo>
                    <a:pt x="64058" y="618109"/>
                  </a:lnTo>
                  <a:lnTo>
                    <a:pt x="73888" y="620115"/>
                  </a:lnTo>
                  <a:lnTo>
                    <a:pt x="83756" y="618286"/>
                  </a:lnTo>
                  <a:lnTo>
                    <a:pt x="124079" y="577977"/>
                  </a:lnTo>
                  <a:lnTo>
                    <a:pt x="151180" y="540905"/>
                  </a:lnTo>
                  <a:lnTo>
                    <a:pt x="173774" y="501751"/>
                  </a:lnTo>
                  <a:lnTo>
                    <a:pt x="191833" y="460908"/>
                  </a:lnTo>
                  <a:lnTo>
                    <a:pt x="205384" y="418757"/>
                  </a:lnTo>
                  <a:lnTo>
                    <a:pt x="214426" y="375653"/>
                  </a:lnTo>
                  <a:lnTo>
                    <a:pt x="218948" y="331990"/>
                  </a:lnTo>
                  <a:lnTo>
                    <a:pt x="218948" y="288137"/>
                  </a:lnTo>
                  <a:close/>
                </a:path>
              </a:pathLst>
            </a:custGeom>
            <a:solidFill>
              <a:srgbClr val="240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69671" y="4290252"/>
              <a:ext cx="78139" cy="1698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93847" y="4300674"/>
              <a:ext cx="890269" cy="1099820"/>
            </a:xfrm>
            <a:custGeom>
              <a:avLst/>
              <a:gdLst/>
              <a:ahLst/>
              <a:cxnLst/>
              <a:rect l="l" t="t" r="r" b="b"/>
              <a:pathLst>
                <a:path w="890270" h="1099820">
                  <a:moveTo>
                    <a:pt x="179764" y="942219"/>
                  </a:moveTo>
                  <a:lnTo>
                    <a:pt x="124108" y="942219"/>
                  </a:lnTo>
                  <a:lnTo>
                    <a:pt x="410532" y="149079"/>
                  </a:lnTo>
                  <a:lnTo>
                    <a:pt x="392630" y="137019"/>
                  </a:lnTo>
                  <a:lnTo>
                    <a:pt x="378689" y="120618"/>
                  </a:lnTo>
                  <a:lnTo>
                    <a:pt x="369641" y="100808"/>
                  </a:lnTo>
                  <a:lnTo>
                    <a:pt x="366418" y="78518"/>
                  </a:lnTo>
                  <a:lnTo>
                    <a:pt x="372598" y="47984"/>
                  </a:lnTo>
                  <a:lnTo>
                    <a:pt x="389442" y="23023"/>
                  </a:lnTo>
                  <a:lnTo>
                    <a:pt x="414403" y="6180"/>
                  </a:lnTo>
                  <a:lnTo>
                    <a:pt x="444936" y="0"/>
                  </a:lnTo>
                  <a:lnTo>
                    <a:pt x="475470" y="6180"/>
                  </a:lnTo>
                  <a:lnTo>
                    <a:pt x="500431" y="23023"/>
                  </a:lnTo>
                  <a:lnTo>
                    <a:pt x="517274" y="47984"/>
                  </a:lnTo>
                  <a:lnTo>
                    <a:pt x="518157" y="52345"/>
                  </a:lnTo>
                  <a:lnTo>
                    <a:pt x="444936" y="52345"/>
                  </a:lnTo>
                  <a:lnTo>
                    <a:pt x="434758" y="54405"/>
                  </a:lnTo>
                  <a:lnTo>
                    <a:pt x="426438" y="60020"/>
                  </a:lnTo>
                  <a:lnTo>
                    <a:pt x="420824" y="68340"/>
                  </a:lnTo>
                  <a:lnTo>
                    <a:pt x="418764" y="78518"/>
                  </a:lnTo>
                  <a:lnTo>
                    <a:pt x="420824" y="88696"/>
                  </a:lnTo>
                  <a:lnTo>
                    <a:pt x="426438" y="97016"/>
                  </a:lnTo>
                  <a:lnTo>
                    <a:pt x="434758" y="102630"/>
                  </a:lnTo>
                  <a:lnTo>
                    <a:pt x="444936" y="104691"/>
                  </a:lnTo>
                  <a:lnTo>
                    <a:pt x="518458" y="104691"/>
                  </a:lnTo>
                  <a:lnTo>
                    <a:pt x="511184" y="120618"/>
                  </a:lnTo>
                  <a:lnTo>
                    <a:pt x="497244" y="137019"/>
                  </a:lnTo>
                  <a:lnTo>
                    <a:pt x="479343" y="149079"/>
                  </a:lnTo>
                  <a:lnTo>
                    <a:pt x="500592" y="207921"/>
                  </a:lnTo>
                  <a:lnTo>
                    <a:pt x="444936" y="207921"/>
                  </a:lnTo>
                  <a:lnTo>
                    <a:pt x="356064" y="454013"/>
                  </a:lnTo>
                  <a:lnTo>
                    <a:pt x="434864" y="454013"/>
                  </a:lnTo>
                  <a:lnTo>
                    <a:pt x="330106" y="547123"/>
                  </a:lnTo>
                  <a:lnTo>
                    <a:pt x="396980" y="593838"/>
                  </a:lnTo>
                  <a:lnTo>
                    <a:pt x="305572" y="593838"/>
                  </a:lnTo>
                  <a:lnTo>
                    <a:pt x="227022" y="811355"/>
                  </a:lnTo>
                  <a:lnTo>
                    <a:pt x="718506" y="811355"/>
                  </a:lnTo>
                  <a:lnTo>
                    <a:pt x="737410" y="863700"/>
                  </a:lnTo>
                  <a:lnTo>
                    <a:pt x="208120" y="863700"/>
                  </a:lnTo>
                  <a:lnTo>
                    <a:pt x="179764" y="942219"/>
                  </a:lnTo>
                  <a:close/>
                </a:path>
                <a:path w="890270" h="1099820">
                  <a:moveTo>
                    <a:pt x="518458" y="104691"/>
                  </a:moveTo>
                  <a:lnTo>
                    <a:pt x="444936" y="104691"/>
                  </a:lnTo>
                  <a:lnTo>
                    <a:pt x="455114" y="102630"/>
                  </a:lnTo>
                  <a:lnTo>
                    <a:pt x="463435" y="97016"/>
                  </a:lnTo>
                  <a:lnTo>
                    <a:pt x="469049" y="88696"/>
                  </a:lnTo>
                  <a:lnTo>
                    <a:pt x="471109" y="78518"/>
                  </a:lnTo>
                  <a:lnTo>
                    <a:pt x="469049" y="68340"/>
                  </a:lnTo>
                  <a:lnTo>
                    <a:pt x="463435" y="60020"/>
                  </a:lnTo>
                  <a:lnTo>
                    <a:pt x="455114" y="54405"/>
                  </a:lnTo>
                  <a:lnTo>
                    <a:pt x="444936" y="52345"/>
                  </a:lnTo>
                  <a:lnTo>
                    <a:pt x="518157" y="52345"/>
                  </a:lnTo>
                  <a:lnTo>
                    <a:pt x="523455" y="78518"/>
                  </a:lnTo>
                  <a:lnTo>
                    <a:pt x="520232" y="100808"/>
                  </a:lnTo>
                  <a:lnTo>
                    <a:pt x="518458" y="104691"/>
                  </a:lnTo>
                  <a:close/>
                </a:path>
                <a:path w="890270" h="1099820">
                  <a:moveTo>
                    <a:pt x="434864" y="454013"/>
                  </a:moveTo>
                  <a:lnTo>
                    <a:pt x="356064" y="454013"/>
                  </a:lnTo>
                  <a:lnTo>
                    <a:pt x="490618" y="334422"/>
                  </a:lnTo>
                  <a:lnTo>
                    <a:pt x="444936" y="207921"/>
                  </a:lnTo>
                  <a:lnTo>
                    <a:pt x="500592" y="207921"/>
                  </a:lnTo>
                  <a:lnTo>
                    <a:pt x="565421" y="387440"/>
                  </a:lnTo>
                  <a:lnTo>
                    <a:pt x="509766" y="387440"/>
                  </a:lnTo>
                  <a:lnTo>
                    <a:pt x="434864" y="454013"/>
                  </a:lnTo>
                  <a:close/>
                </a:path>
                <a:path w="890270" h="1099820">
                  <a:moveTo>
                    <a:pt x="703154" y="768843"/>
                  </a:moveTo>
                  <a:lnTo>
                    <a:pt x="647500" y="768843"/>
                  </a:lnTo>
                  <a:lnTo>
                    <a:pt x="509766" y="387440"/>
                  </a:lnTo>
                  <a:lnTo>
                    <a:pt x="565421" y="387440"/>
                  </a:lnTo>
                  <a:lnTo>
                    <a:pt x="703154" y="768843"/>
                  </a:lnTo>
                  <a:close/>
                </a:path>
                <a:path w="890270" h="1099820">
                  <a:moveTo>
                    <a:pt x="718506" y="811355"/>
                  </a:moveTo>
                  <a:lnTo>
                    <a:pt x="616951" y="811355"/>
                  </a:lnTo>
                  <a:lnTo>
                    <a:pt x="305572" y="593838"/>
                  </a:lnTo>
                  <a:lnTo>
                    <a:pt x="396980" y="593838"/>
                  </a:lnTo>
                  <a:lnTo>
                    <a:pt x="647500" y="768843"/>
                  </a:lnTo>
                  <a:lnTo>
                    <a:pt x="703154" y="768843"/>
                  </a:lnTo>
                  <a:lnTo>
                    <a:pt x="718506" y="811355"/>
                  </a:lnTo>
                  <a:close/>
                </a:path>
                <a:path w="890270" h="1099820">
                  <a:moveTo>
                    <a:pt x="765765" y="942219"/>
                  </a:moveTo>
                  <a:lnTo>
                    <a:pt x="710111" y="942219"/>
                  </a:lnTo>
                  <a:lnTo>
                    <a:pt x="681755" y="863700"/>
                  </a:lnTo>
                  <a:lnTo>
                    <a:pt x="737410" y="863700"/>
                  </a:lnTo>
                  <a:lnTo>
                    <a:pt x="765765" y="942219"/>
                  </a:lnTo>
                  <a:close/>
                </a:path>
                <a:path w="890270" h="1099820">
                  <a:moveTo>
                    <a:pt x="183209" y="1099255"/>
                  </a:moveTo>
                  <a:lnTo>
                    <a:pt x="78518" y="1099255"/>
                  </a:lnTo>
                  <a:lnTo>
                    <a:pt x="47984" y="1093075"/>
                  </a:lnTo>
                  <a:lnTo>
                    <a:pt x="23023" y="1076232"/>
                  </a:lnTo>
                  <a:lnTo>
                    <a:pt x="6180" y="1051270"/>
                  </a:lnTo>
                  <a:lnTo>
                    <a:pt x="0" y="1020737"/>
                  </a:lnTo>
                  <a:lnTo>
                    <a:pt x="6180" y="990203"/>
                  </a:lnTo>
                  <a:lnTo>
                    <a:pt x="23023" y="965242"/>
                  </a:lnTo>
                  <a:lnTo>
                    <a:pt x="47984" y="948399"/>
                  </a:lnTo>
                  <a:lnTo>
                    <a:pt x="78518" y="942219"/>
                  </a:lnTo>
                  <a:lnTo>
                    <a:pt x="183209" y="942219"/>
                  </a:lnTo>
                  <a:lnTo>
                    <a:pt x="213742" y="948399"/>
                  </a:lnTo>
                  <a:lnTo>
                    <a:pt x="238704" y="965242"/>
                  </a:lnTo>
                  <a:lnTo>
                    <a:pt x="255547" y="990203"/>
                  </a:lnTo>
                  <a:lnTo>
                    <a:pt x="256430" y="994564"/>
                  </a:lnTo>
                  <a:lnTo>
                    <a:pt x="78518" y="994564"/>
                  </a:lnTo>
                  <a:lnTo>
                    <a:pt x="68340" y="996624"/>
                  </a:lnTo>
                  <a:lnTo>
                    <a:pt x="60020" y="1002239"/>
                  </a:lnTo>
                  <a:lnTo>
                    <a:pt x="54405" y="1010559"/>
                  </a:lnTo>
                  <a:lnTo>
                    <a:pt x="52345" y="1020737"/>
                  </a:lnTo>
                  <a:lnTo>
                    <a:pt x="54405" y="1030915"/>
                  </a:lnTo>
                  <a:lnTo>
                    <a:pt x="60020" y="1039235"/>
                  </a:lnTo>
                  <a:lnTo>
                    <a:pt x="68340" y="1044850"/>
                  </a:lnTo>
                  <a:lnTo>
                    <a:pt x="78518" y="1046910"/>
                  </a:lnTo>
                  <a:lnTo>
                    <a:pt x="256430" y="1046910"/>
                  </a:lnTo>
                  <a:lnTo>
                    <a:pt x="255547" y="1051270"/>
                  </a:lnTo>
                  <a:lnTo>
                    <a:pt x="238704" y="1076232"/>
                  </a:lnTo>
                  <a:lnTo>
                    <a:pt x="213742" y="1093075"/>
                  </a:lnTo>
                  <a:lnTo>
                    <a:pt x="183209" y="1099255"/>
                  </a:lnTo>
                  <a:close/>
                </a:path>
                <a:path w="890270" h="1099820">
                  <a:moveTo>
                    <a:pt x="811355" y="1099255"/>
                  </a:moveTo>
                  <a:lnTo>
                    <a:pt x="706664" y="1099255"/>
                  </a:lnTo>
                  <a:lnTo>
                    <a:pt x="676130" y="1093075"/>
                  </a:lnTo>
                  <a:lnTo>
                    <a:pt x="651169" y="1076232"/>
                  </a:lnTo>
                  <a:lnTo>
                    <a:pt x="634326" y="1051270"/>
                  </a:lnTo>
                  <a:lnTo>
                    <a:pt x="628146" y="1020737"/>
                  </a:lnTo>
                  <a:lnTo>
                    <a:pt x="634326" y="990203"/>
                  </a:lnTo>
                  <a:lnTo>
                    <a:pt x="651169" y="965242"/>
                  </a:lnTo>
                  <a:lnTo>
                    <a:pt x="676130" y="948399"/>
                  </a:lnTo>
                  <a:lnTo>
                    <a:pt x="706664" y="942219"/>
                  </a:lnTo>
                  <a:lnTo>
                    <a:pt x="811355" y="942219"/>
                  </a:lnTo>
                  <a:lnTo>
                    <a:pt x="841888" y="948399"/>
                  </a:lnTo>
                  <a:lnTo>
                    <a:pt x="866850" y="965242"/>
                  </a:lnTo>
                  <a:lnTo>
                    <a:pt x="883693" y="990203"/>
                  </a:lnTo>
                  <a:lnTo>
                    <a:pt x="884576" y="994564"/>
                  </a:lnTo>
                  <a:lnTo>
                    <a:pt x="706664" y="994564"/>
                  </a:lnTo>
                  <a:lnTo>
                    <a:pt x="696486" y="996624"/>
                  </a:lnTo>
                  <a:lnTo>
                    <a:pt x="688166" y="1002239"/>
                  </a:lnTo>
                  <a:lnTo>
                    <a:pt x="682551" y="1010559"/>
                  </a:lnTo>
                  <a:lnTo>
                    <a:pt x="680491" y="1020737"/>
                  </a:lnTo>
                  <a:lnTo>
                    <a:pt x="682551" y="1030915"/>
                  </a:lnTo>
                  <a:lnTo>
                    <a:pt x="688166" y="1039235"/>
                  </a:lnTo>
                  <a:lnTo>
                    <a:pt x="696486" y="1044850"/>
                  </a:lnTo>
                  <a:lnTo>
                    <a:pt x="706664" y="1046910"/>
                  </a:lnTo>
                  <a:lnTo>
                    <a:pt x="884576" y="1046910"/>
                  </a:lnTo>
                  <a:lnTo>
                    <a:pt x="883693" y="1051270"/>
                  </a:lnTo>
                  <a:lnTo>
                    <a:pt x="866850" y="1076232"/>
                  </a:lnTo>
                  <a:lnTo>
                    <a:pt x="841888" y="1093075"/>
                  </a:lnTo>
                  <a:lnTo>
                    <a:pt x="811355" y="1099255"/>
                  </a:lnTo>
                  <a:close/>
                </a:path>
                <a:path w="890270" h="1099820">
                  <a:moveTo>
                    <a:pt x="256430" y="1046910"/>
                  </a:moveTo>
                  <a:lnTo>
                    <a:pt x="183209" y="1046910"/>
                  </a:lnTo>
                  <a:lnTo>
                    <a:pt x="193387" y="1044850"/>
                  </a:lnTo>
                  <a:lnTo>
                    <a:pt x="201707" y="1039235"/>
                  </a:lnTo>
                  <a:lnTo>
                    <a:pt x="207321" y="1030915"/>
                  </a:lnTo>
                  <a:lnTo>
                    <a:pt x="209382" y="1020737"/>
                  </a:lnTo>
                  <a:lnTo>
                    <a:pt x="207321" y="1010559"/>
                  </a:lnTo>
                  <a:lnTo>
                    <a:pt x="201707" y="1002239"/>
                  </a:lnTo>
                  <a:lnTo>
                    <a:pt x="193387" y="996624"/>
                  </a:lnTo>
                  <a:lnTo>
                    <a:pt x="183209" y="994564"/>
                  </a:lnTo>
                  <a:lnTo>
                    <a:pt x="256430" y="994564"/>
                  </a:lnTo>
                  <a:lnTo>
                    <a:pt x="261727" y="1020737"/>
                  </a:lnTo>
                  <a:lnTo>
                    <a:pt x="256430" y="1046910"/>
                  </a:lnTo>
                  <a:close/>
                </a:path>
                <a:path w="890270" h="1099820">
                  <a:moveTo>
                    <a:pt x="884576" y="1046910"/>
                  </a:moveTo>
                  <a:lnTo>
                    <a:pt x="811355" y="1046910"/>
                  </a:lnTo>
                  <a:lnTo>
                    <a:pt x="821533" y="1044850"/>
                  </a:lnTo>
                  <a:lnTo>
                    <a:pt x="829853" y="1039235"/>
                  </a:lnTo>
                  <a:lnTo>
                    <a:pt x="835468" y="1030915"/>
                  </a:lnTo>
                  <a:lnTo>
                    <a:pt x="837528" y="1020737"/>
                  </a:lnTo>
                  <a:lnTo>
                    <a:pt x="835468" y="1010559"/>
                  </a:lnTo>
                  <a:lnTo>
                    <a:pt x="829853" y="1002239"/>
                  </a:lnTo>
                  <a:lnTo>
                    <a:pt x="821533" y="996624"/>
                  </a:lnTo>
                  <a:lnTo>
                    <a:pt x="811355" y="994564"/>
                  </a:lnTo>
                  <a:lnTo>
                    <a:pt x="884576" y="994564"/>
                  </a:lnTo>
                  <a:lnTo>
                    <a:pt x="889873" y="1020737"/>
                  </a:lnTo>
                  <a:lnTo>
                    <a:pt x="884576" y="1046910"/>
                  </a:lnTo>
                  <a:close/>
                </a:path>
              </a:pathLst>
            </a:custGeom>
            <a:solidFill>
              <a:srgbClr val="240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462218" y="4389822"/>
              <a:ext cx="1192530" cy="915035"/>
            </a:xfrm>
            <a:custGeom>
              <a:avLst/>
              <a:gdLst/>
              <a:ahLst/>
              <a:cxnLst/>
              <a:rect l="l" t="t" r="r" b="b"/>
              <a:pathLst>
                <a:path w="1192529" h="915035">
                  <a:moveTo>
                    <a:pt x="582886" y="914953"/>
                  </a:moveTo>
                  <a:lnTo>
                    <a:pt x="503826" y="892047"/>
                  </a:lnTo>
                  <a:lnTo>
                    <a:pt x="323485" y="841651"/>
                  </a:lnTo>
                  <a:lnTo>
                    <a:pt x="127123" y="791256"/>
                  </a:lnTo>
                  <a:lnTo>
                    <a:pt x="0" y="768350"/>
                  </a:lnTo>
                  <a:lnTo>
                    <a:pt x="0" y="251064"/>
                  </a:lnTo>
                  <a:lnTo>
                    <a:pt x="370954" y="0"/>
                  </a:lnTo>
                  <a:lnTo>
                    <a:pt x="1110822" y="0"/>
                  </a:lnTo>
                  <a:lnTo>
                    <a:pt x="1166958" y="23216"/>
                  </a:lnTo>
                  <a:lnTo>
                    <a:pt x="1190306" y="79299"/>
                  </a:lnTo>
                  <a:lnTo>
                    <a:pt x="1192267" y="768350"/>
                  </a:lnTo>
                  <a:lnTo>
                    <a:pt x="1061294" y="791256"/>
                  </a:lnTo>
                  <a:lnTo>
                    <a:pt x="855792" y="841651"/>
                  </a:lnTo>
                  <a:lnTo>
                    <a:pt x="666183" y="892047"/>
                  </a:lnTo>
                  <a:lnTo>
                    <a:pt x="582886" y="9149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568198" y="4495801"/>
              <a:ext cx="980440" cy="556895"/>
            </a:xfrm>
            <a:custGeom>
              <a:avLst/>
              <a:gdLst/>
              <a:ahLst/>
              <a:cxnLst/>
              <a:rect l="l" t="t" r="r" b="b"/>
              <a:pathLst>
                <a:path w="980440" h="556895">
                  <a:moveTo>
                    <a:pt x="980308" y="556391"/>
                  </a:moveTo>
                  <a:lnTo>
                    <a:pt x="0" y="556391"/>
                  </a:lnTo>
                  <a:lnTo>
                    <a:pt x="0" y="215296"/>
                  </a:lnTo>
                  <a:lnTo>
                    <a:pt x="291443" y="0"/>
                  </a:lnTo>
                  <a:lnTo>
                    <a:pt x="980308" y="0"/>
                  </a:lnTo>
                  <a:lnTo>
                    <a:pt x="980308" y="556391"/>
                  </a:lnTo>
                  <a:close/>
                </a:path>
              </a:pathLst>
            </a:custGeom>
            <a:solidFill>
              <a:srgbClr val="7209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409225" y="4270603"/>
              <a:ext cx="1298575" cy="1099820"/>
            </a:xfrm>
            <a:custGeom>
              <a:avLst/>
              <a:gdLst/>
              <a:ahLst/>
              <a:cxnLst/>
              <a:rect l="l" t="t" r="r" b="b"/>
              <a:pathLst>
                <a:path w="1298575" h="1099820">
                  <a:moveTo>
                    <a:pt x="450405" y="225209"/>
                  </a:moveTo>
                  <a:lnTo>
                    <a:pt x="445846" y="179946"/>
                  </a:lnTo>
                  <a:lnTo>
                    <a:pt x="432765" y="137731"/>
                  </a:lnTo>
                  <a:lnTo>
                    <a:pt x="412051" y="99479"/>
                  </a:lnTo>
                  <a:lnTo>
                    <a:pt x="384606" y="66128"/>
                  </a:lnTo>
                  <a:lnTo>
                    <a:pt x="351294" y="38582"/>
                  </a:lnTo>
                  <a:lnTo>
                    <a:pt x="313042" y="17754"/>
                  </a:lnTo>
                  <a:lnTo>
                    <a:pt x="270713" y="4597"/>
                  </a:lnTo>
                  <a:lnTo>
                    <a:pt x="225209" y="0"/>
                  </a:lnTo>
                  <a:lnTo>
                    <a:pt x="179819" y="4572"/>
                  </a:lnTo>
                  <a:lnTo>
                    <a:pt x="137553" y="17703"/>
                  </a:lnTo>
                  <a:lnTo>
                    <a:pt x="99288" y="38468"/>
                  </a:lnTo>
                  <a:lnTo>
                    <a:pt x="65963" y="65963"/>
                  </a:lnTo>
                  <a:lnTo>
                    <a:pt x="38468" y="99288"/>
                  </a:lnTo>
                  <a:lnTo>
                    <a:pt x="17691" y="137553"/>
                  </a:lnTo>
                  <a:lnTo>
                    <a:pt x="4572" y="179819"/>
                  </a:lnTo>
                  <a:lnTo>
                    <a:pt x="0" y="225209"/>
                  </a:lnTo>
                  <a:lnTo>
                    <a:pt x="5334" y="274066"/>
                  </a:lnTo>
                  <a:lnTo>
                    <a:pt x="20599" y="319354"/>
                  </a:lnTo>
                  <a:lnTo>
                    <a:pt x="44704" y="359854"/>
                  </a:lnTo>
                  <a:lnTo>
                    <a:pt x="76530" y="394347"/>
                  </a:lnTo>
                  <a:lnTo>
                    <a:pt x="114985" y="421640"/>
                  </a:lnTo>
                  <a:lnTo>
                    <a:pt x="158965" y="440499"/>
                  </a:lnTo>
                  <a:lnTo>
                    <a:pt x="202171" y="449351"/>
                  </a:lnTo>
                  <a:lnTo>
                    <a:pt x="244665" y="449719"/>
                  </a:lnTo>
                  <a:lnTo>
                    <a:pt x="285521" y="442252"/>
                  </a:lnTo>
                  <a:lnTo>
                    <a:pt x="323862" y="427609"/>
                  </a:lnTo>
                  <a:lnTo>
                    <a:pt x="358775" y="406425"/>
                  </a:lnTo>
                  <a:lnTo>
                    <a:pt x="389356" y="379349"/>
                  </a:lnTo>
                  <a:lnTo>
                    <a:pt x="414718" y="347052"/>
                  </a:lnTo>
                  <a:lnTo>
                    <a:pt x="433946" y="310159"/>
                  </a:lnTo>
                  <a:lnTo>
                    <a:pt x="446138" y="269328"/>
                  </a:lnTo>
                  <a:lnTo>
                    <a:pt x="450405" y="225209"/>
                  </a:lnTo>
                  <a:close/>
                </a:path>
                <a:path w="1298575" h="1099820">
                  <a:moveTo>
                    <a:pt x="1298244" y="887577"/>
                  </a:moveTo>
                  <a:lnTo>
                    <a:pt x="794842" y="887577"/>
                  </a:lnTo>
                  <a:lnTo>
                    <a:pt x="503402" y="887577"/>
                  </a:lnTo>
                  <a:lnTo>
                    <a:pt x="0" y="887577"/>
                  </a:lnTo>
                  <a:lnTo>
                    <a:pt x="0" y="1020051"/>
                  </a:lnTo>
                  <a:lnTo>
                    <a:pt x="6248" y="1050988"/>
                  </a:lnTo>
                  <a:lnTo>
                    <a:pt x="23279" y="1076248"/>
                  </a:lnTo>
                  <a:lnTo>
                    <a:pt x="48539" y="1093292"/>
                  </a:lnTo>
                  <a:lnTo>
                    <a:pt x="79476" y="1099527"/>
                  </a:lnTo>
                  <a:lnTo>
                    <a:pt x="1218755" y="1099527"/>
                  </a:lnTo>
                  <a:lnTo>
                    <a:pt x="1249705" y="1093292"/>
                  </a:lnTo>
                  <a:lnTo>
                    <a:pt x="1274965" y="1076248"/>
                  </a:lnTo>
                  <a:lnTo>
                    <a:pt x="1291996" y="1050988"/>
                  </a:lnTo>
                  <a:lnTo>
                    <a:pt x="1298244" y="1020051"/>
                  </a:lnTo>
                  <a:lnTo>
                    <a:pt x="1298244" y="8875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382732" y="4244110"/>
              <a:ext cx="1351280" cy="1152525"/>
            </a:xfrm>
            <a:custGeom>
              <a:avLst/>
              <a:gdLst/>
              <a:ahLst/>
              <a:cxnLst/>
              <a:rect l="l" t="t" r="r" b="b"/>
              <a:pathLst>
                <a:path w="1351279" h="1152525">
                  <a:moveTo>
                    <a:pt x="390499" y="202653"/>
                  </a:moveTo>
                  <a:lnTo>
                    <a:pt x="352183" y="151866"/>
                  </a:lnTo>
                  <a:lnTo>
                    <a:pt x="314159" y="130987"/>
                  </a:lnTo>
                  <a:lnTo>
                    <a:pt x="272910" y="120535"/>
                  </a:lnTo>
                  <a:lnTo>
                    <a:pt x="230581" y="120523"/>
                  </a:lnTo>
                  <a:lnTo>
                    <a:pt x="189318" y="130949"/>
                  </a:lnTo>
                  <a:lnTo>
                    <a:pt x="151257" y="151828"/>
                  </a:lnTo>
                  <a:lnTo>
                    <a:pt x="118554" y="183172"/>
                  </a:lnTo>
                  <a:lnTo>
                    <a:pt x="113728" y="192519"/>
                  </a:lnTo>
                  <a:lnTo>
                    <a:pt x="112890" y="202641"/>
                  </a:lnTo>
                  <a:lnTo>
                    <a:pt x="115912" y="212344"/>
                  </a:lnTo>
                  <a:lnTo>
                    <a:pt x="122656" y="220421"/>
                  </a:lnTo>
                  <a:lnTo>
                    <a:pt x="132003" y="225247"/>
                  </a:lnTo>
                  <a:lnTo>
                    <a:pt x="142125" y="226085"/>
                  </a:lnTo>
                  <a:lnTo>
                    <a:pt x="151828" y="223062"/>
                  </a:lnTo>
                  <a:lnTo>
                    <a:pt x="159905" y="216319"/>
                  </a:lnTo>
                  <a:lnTo>
                    <a:pt x="192544" y="188112"/>
                  </a:lnTo>
                  <a:lnTo>
                    <a:pt x="231279" y="173990"/>
                  </a:lnTo>
                  <a:lnTo>
                    <a:pt x="272046" y="173964"/>
                  </a:lnTo>
                  <a:lnTo>
                    <a:pt x="310807" y="188074"/>
                  </a:lnTo>
                  <a:lnTo>
                    <a:pt x="343496" y="216319"/>
                  </a:lnTo>
                  <a:lnTo>
                    <a:pt x="351574" y="223062"/>
                  </a:lnTo>
                  <a:lnTo>
                    <a:pt x="361264" y="226085"/>
                  </a:lnTo>
                  <a:lnTo>
                    <a:pt x="371386" y="225247"/>
                  </a:lnTo>
                  <a:lnTo>
                    <a:pt x="380733" y="220421"/>
                  </a:lnTo>
                  <a:lnTo>
                    <a:pt x="387489" y="212344"/>
                  </a:lnTo>
                  <a:lnTo>
                    <a:pt x="390499" y="202653"/>
                  </a:lnTo>
                  <a:close/>
                </a:path>
                <a:path w="1351279" h="1152525">
                  <a:moveTo>
                    <a:pt x="1351229" y="914069"/>
                  </a:moveTo>
                  <a:lnTo>
                    <a:pt x="1349146" y="903757"/>
                  </a:lnTo>
                  <a:lnTo>
                    <a:pt x="1343469" y="895337"/>
                  </a:lnTo>
                  <a:lnTo>
                    <a:pt x="1335049" y="889660"/>
                  </a:lnTo>
                  <a:lnTo>
                    <a:pt x="1324737" y="887577"/>
                  </a:lnTo>
                  <a:lnTo>
                    <a:pt x="1298244" y="887577"/>
                  </a:lnTo>
                  <a:lnTo>
                    <a:pt x="1298244" y="940562"/>
                  </a:lnTo>
                  <a:lnTo>
                    <a:pt x="1298244" y="1046543"/>
                  </a:lnTo>
                  <a:lnTo>
                    <a:pt x="1294066" y="1067142"/>
                  </a:lnTo>
                  <a:lnTo>
                    <a:pt x="1282700" y="1083995"/>
                  </a:lnTo>
                  <a:lnTo>
                    <a:pt x="1265859" y="1095362"/>
                  </a:lnTo>
                  <a:lnTo>
                    <a:pt x="1245247" y="1099527"/>
                  </a:lnTo>
                  <a:lnTo>
                    <a:pt x="105968" y="1099527"/>
                  </a:lnTo>
                  <a:lnTo>
                    <a:pt x="85369" y="1095362"/>
                  </a:lnTo>
                  <a:lnTo>
                    <a:pt x="68529" y="1083995"/>
                  </a:lnTo>
                  <a:lnTo>
                    <a:pt x="57150" y="1067142"/>
                  </a:lnTo>
                  <a:lnTo>
                    <a:pt x="52984" y="1046543"/>
                  </a:lnTo>
                  <a:lnTo>
                    <a:pt x="52984" y="940562"/>
                  </a:lnTo>
                  <a:lnTo>
                    <a:pt x="509206" y="940562"/>
                  </a:lnTo>
                  <a:lnTo>
                    <a:pt x="530682" y="1026477"/>
                  </a:lnTo>
                  <a:lnTo>
                    <a:pt x="534238" y="1034580"/>
                  </a:lnTo>
                  <a:lnTo>
                    <a:pt x="540080" y="1040930"/>
                  </a:lnTo>
                  <a:lnTo>
                    <a:pt x="547649" y="1045070"/>
                  </a:lnTo>
                  <a:lnTo>
                    <a:pt x="556387" y="1046543"/>
                  </a:lnTo>
                  <a:lnTo>
                    <a:pt x="794842" y="1046543"/>
                  </a:lnTo>
                  <a:lnTo>
                    <a:pt x="828776" y="993546"/>
                  </a:lnTo>
                  <a:lnTo>
                    <a:pt x="842022" y="940562"/>
                  </a:lnTo>
                  <a:lnTo>
                    <a:pt x="1298244" y="940562"/>
                  </a:lnTo>
                  <a:lnTo>
                    <a:pt x="1298244" y="887577"/>
                  </a:lnTo>
                  <a:lnTo>
                    <a:pt x="1296276" y="224955"/>
                  </a:lnTo>
                  <a:lnTo>
                    <a:pt x="1287856" y="183832"/>
                  </a:lnTo>
                  <a:lnTo>
                    <a:pt x="1279982" y="172212"/>
                  </a:lnTo>
                  <a:lnTo>
                    <a:pt x="1265097" y="150228"/>
                  </a:lnTo>
                  <a:lnTo>
                    <a:pt x="1245184" y="136817"/>
                  </a:lnTo>
                  <a:lnTo>
                    <a:pt x="1245184" y="887577"/>
                  </a:lnTo>
                  <a:lnTo>
                    <a:pt x="787400" y="887577"/>
                  </a:lnTo>
                  <a:lnTo>
                    <a:pt x="787400" y="940562"/>
                  </a:lnTo>
                  <a:lnTo>
                    <a:pt x="774153" y="993546"/>
                  </a:lnTo>
                  <a:lnTo>
                    <a:pt x="577075" y="993546"/>
                  </a:lnTo>
                  <a:lnTo>
                    <a:pt x="563829" y="940562"/>
                  </a:lnTo>
                  <a:lnTo>
                    <a:pt x="787400" y="940562"/>
                  </a:lnTo>
                  <a:lnTo>
                    <a:pt x="787400" y="887577"/>
                  </a:lnTo>
                  <a:lnTo>
                    <a:pt x="105968" y="887577"/>
                  </a:lnTo>
                  <a:lnTo>
                    <a:pt x="105968" y="456819"/>
                  </a:lnTo>
                  <a:lnTo>
                    <a:pt x="118491" y="465175"/>
                  </a:lnTo>
                  <a:lnTo>
                    <a:pt x="131508" y="472795"/>
                  </a:lnTo>
                  <a:lnTo>
                    <a:pt x="145008" y="479653"/>
                  </a:lnTo>
                  <a:lnTo>
                    <a:pt x="158965" y="485698"/>
                  </a:lnTo>
                  <a:lnTo>
                    <a:pt x="158965" y="808088"/>
                  </a:lnTo>
                  <a:lnTo>
                    <a:pt x="161048" y="818400"/>
                  </a:lnTo>
                  <a:lnTo>
                    <a:pt x="166725" y="826820"/>
                  </a:lnTo>
                  <a:lnTo>
                    <a:pt x="175145" y="832497"/>
                  </a:lnTo>
                  <a:lnTo>
                    <a:pt x="185458" y="834580"/>
                  </a:lnTo>
                  <a:lnTo>
                    <a:pt x="1165771" y="834580"/>
                  </a:lnTo>
                  <a:lnTo>
                    <a:pt x="1176083" y="832497"/>
                  </a:lnTo>
                  <a:lnTo>
                    <a:pt x="1184503" y="826820"/>
                  </a:lnTo>
                  <a:lnTo>
                    <a:pt x="1190180" y="818400"/>
                  </a:lnTo>
                  <a:lnTo>
                    <a:pt x="1192263" y="808088"/>
                  </a:lnTo>
                  <a:lnTo>
                    <a:pt x="1192263" y="781596"/>
                  </a:lnTo>
                  <a:lnTo>
                    <a:pt x="1192263" y="278193"/>
                  </a:lnTo>
                  <a:lnTo>
                    <a:pt x="1192263" y="251701"/>
                  </a:lnTo>
                  <a:lnTo>
                    <a:pt x="1190180" y="241388"/>
                  </a:lnTo>
                  <a:lnTo>
                    <a:pt x="1184503" y="232956"/>
                  </a:lnTo>
                  <a:lnTo>
                    <a:pt x="1176083" y="227279"/>
                  </a:lnTo>
                  <a:lnTo>
                    <a:pt x="1165225" y="225094"/>
                  </a:lnTo>
                  <a:lnTo>
                    <a:pt x="1139278" y="225094"/>
                  </a:lnTo>
                  <a:lnTo>
                    <a:pt x="1139278" y="278193"/>
                  </a:lnTo>
                  <a:lnTo>
                    <a:pt x="1139278" y="781596"/>
                  </a:lnTo>
                  <a:lnTo>
                    <a:pt x="211950" y="781596"/>
                  </a:lnTo>
                  <a:lnTo>
                    <a:pt x="211950" y="500253"/>
                  </a:lnTo>
                  <a:lnTo>
                    <a:pt x="259384" y="503339"/>
                  </a:lnTo>
                  <a:lnTo>
                    <a:pt x="284632" y="500253"/>
                  </a:lnTo>
                  <a:lnTo>
                    <a:pt x="347941" y="484263"/>
                  </a:lnTo>
                  <a:lnTo>
                    <a:pt x="387362" y="463588"/>
                  </a:lnTo>
                  <a:lnTo>
                    <a:pt x="404393" y="450405"/>
                  </a:lnTo>
                  <a:lnTo>
                    <a:pt x="422414" y="436473"/>
                  </a:lnTo>
                  <a:lnTo>
                    <a:pt x="452247" y="403631"/>
                  </a:lnTo>
                  <a:lnTo>
                    <a:pt x="476034" y="365810"/>
                  </a:lnTo>
                  <a:lnTo>
                    <a:pt x="492899" y="323761"/>
                  </a:lnTo>
                  <a:lnTo>
                    <a:pt x="502005" y="278193"/>
                  </a:lnTo>
                  <a:lnTo>
                    <a:pt x="1139278" y="278193"/>
                  </a:lnTo>
                  <a:lnTo>
                    <a:pt x="1139278" y="225094"/>
                  </a:lnTo>
                  <a:lnTo>
                    <a:pt x="501992" y="225094"/>
                  </a:lnTo>
                  <a:lnTo>
                    <a:pt x="501967" y="224955"/>
                  </a:lnTo>
                  <a:lnTo>
                    <a:pt x="500189" y="211582"/>
                  </a:lnTo>
                  <a:lnTo>
                    <a:pt x="497662" y="198196"/>
                  </a:lnTo>
                  <a:lnTo>
                    <a:pt x="494436" y="185064"/>
                  </a:lnTo>
                  <a:lnTo>
                    <a:pt x="490524" y="172212"/>
                  </a:lnTo>
                  <a:lnTo>
                    <a:pt x="1190307" y="172212"/>
                  </a:lnTo>
                  <a:lnTo>
                    <a:pt x="1227696" y="187718"/>
                  </a:lnTo>
                  <a:lnTo>
                    <a:pt x="1243266" y="224955"/>
                  </a:lnTo>
                  <a:lnTo>
                    <a:pt x="1243495" y="294322"/>
                  </a:lnTo>
                  <a:lnTo>
                    <a:pt x="1243609" y="334645"/>
                  </a:lnTo>
                  <a:lnTo>
                    <a:pt x="1243723" y="375907"/>
                  </a:lnTo>
                  <a:lnTo>
                    <a:pt x="1243812" y="406692"/>
                  </a:lnTo>
                  <a:lnTo>
                    <a:pt x="1243939" y="450405"/>
                  </a:lnTo>
                  <a:lnTo>
                    <a:pt x="1244028" y="485698"/>
                  </a:lnTo>
                  <a:lnTo>
                    <a:pt x="1244079" y="503339"/>
                  </a:lnTo>
                  <a:lnTo>
                    <a:pt x="1245184" y="887577"/>
                  </a:lnTo>
                  <a:lnTo>
                    <a:pt x="1245184" y="136817"/>
                  </a:lnTo>
                  <a:lnTo>
                    <a:pt x="1231353" y="127482"/>
                  </a:lnTo>
                  <a:lnTo>
                    <a:pt x="1231150" y="127482"/>
                  </a:lnTo>
                  <a:lnTo>
                    <a:pt x="1190307" y="119227"/>
                  </a:lnTo>
                  <a:lnTo>
                    <a:pt x="465620" y="119227"/>
                  </a:lnTo>
                  <a:lnTo>
                    <a:pt x="450405" y="99453"/>
                  </a:lnTo>
                  <a:lnTo>
                    <a:pt x="450405" y="251701"/>
                  </a:lnTo>
                  <a:lnTo>
                    <a:pt x="445147" y="297205"/>
                  </a:lnTo>
                  <a:lnTo>
                    <a:pt x="430174" y="339013"/>
                  </a:lnTo>
                  <a:lnTo>
                    <a:pt x="406692" y="375907"/>
                  </a:lnTo>
                  <a:lnTo>
                    <a:pt x="375907" y="406692"/>
                  </a:lnTo>
                  <a:lnTo>
                    <a:pt x="339013" y="430174"/>
                  </a:lnTo>
                  <a:lnTo>
                    <a:pt x="297205" y="445147"/>
                  </a:lnTo>
                  <a:lnTo>
                    <a:pt x="251701" y="450405"/>
                  </a:lnTo>
                  <a:lnTo>
                    <a:pt x="206184" y="445147"/>
                  </a:lnTo>
                  <a:lnTo>
                    <a:pt x="164388" y="430174"/>
                  </a:lnTo>
                  <a:lnTo>
                    <a:pt x="127482" y="406692"/>
                  </a:lnTo>
                  <a:lnTo>
                    <a:pt x="96697" y="375907"/>
                  </a:lnTo>
                  <a:lnTo>
                    <a:pt x="73215" y="339013"/>
                  </a:lnTo>
                  <a:lnTo>
                    <a:pt x="58242" y="297205"/>
                  </a:lnTo>
                  <a:lnTo>
                    <a:pt x="52984" y="251701"/>
                  </a:lnTo>
                  <a:lnTo>
                    <a:pt x="58242" y="206184"/>
                  </a:lnTo>
                  <a:lnTo>
                    <a:pt x="73215" y="164388"/>
                  </a:lnTo>
                  <a:lnTo>
                    <a:pt x="96697" y="127482"/>
                  </a:lnTo>
                  <a:lnTo>
                    <a:pt x="127482" y="96697"/>
                  </a:lnTo>
                  <a:lnTo>
                    <a:pt x="164388" y="73215"/>
                  </a:lnTo>
                  <a:lnTo>
                    <a:pt x="206184" y="58242"/>
                  </a:lnTo>
                  <a:lnTo>
                    <a:pt x="251701" y="52984"/>
                  </a:lnTo>
                  <a:lnTo>
                    <a:pt x="297205" y="58242"/>
                  </a:lnTo>
                  <a:lnTo>
                    <a:pt x="339013" y="73215"/>
                  </a:lnTo>
                  <a:lnTo>
                    <a:pt x="375907" y="96697"/>
                  </a:lnTo>
                  <a:lnTo>
                    <a:pt x="406692" y="127482"/>
                  </a:lnTo>
                  <a:lnTo>
                    <a:pt x="430174" y="164388"/>
                  </a:lnTo>
                  <a:lnTo>
                    <a:pt x="445147" y="206184"/>
                  </a:lnTo>
                  <a:lnTo>
                    <a:pt x="445185" y="206514"/>
                  </a:lnTo>
                  <a:lnTo>
                    <a:pt x="450405" y="251701"/>
                  </a:lnTo>
                  <a:lnTo>
                    <a:pt x="450405" y="99453"/>
                  </a:lnTo>
                  <a:lnTo>
                    <a:pt x="434962" y="79362"/>
                  </a:lnTo>
                  <a:lnTo>
                    <a:pt x="404698" y="52984"/>
                  </a:lnTo>
                  <a:lnTo>
                    <a:pt x="353174" y="21374"/>
                  </a:lnTo>
                  <a:lnTo>
                    <a:pt x="304317" y="5524"/>
                  </a:lnTo>
                  <a:lnTo>
                    <a:pt x="251701" y="0"/>
                  </a:lnTo>
                  <a:lnTo>
                    <a:pt x="206514" y="4064"/>
                  </a:lnTo>
                  <a:lnTo>
                    <a:pt x="163957" y="15773"/>
                  </a:lnTo>
                  <a:lnTo>
                    <a:pt x="124752" y="34404"/>
                  </a:lnTo>
                  <a:lnTo>
                    <a:pt x="89623" y="59270"/>
                  </a:lnTo>
                  <a:lnTo>
                    <a:pt x="59270" y="89623"/>
                  </a:lnTo>
                  <a:lnTo>
                    <a:pt x="34404" y="124752"/>
                  </a:lnTo>
                  <a:lnTo>
                    <a:pt x="15773" y="163957"/>
                  </a:lnTo>
                  <a:lnTo>
                    <a:pt x="4064" y="206514"/>
                  </a:lnTo>
                  <a:lnTo>
                    <a:pt x="0" y="251701"/>
                  </a:lnTo>
                  <a:lnTo>
                    <a:pt x="3606" y="294322"/>
                  </a:lnTo>
                  <a:lnTo>
                    <a:pt x="14046" y="334645"/>
                  </a:lnTo>
                  <a:lnTo>
                    <a:pt x="30708" y="372071"/>
                  </a:lnTo>
                  <a:lnTo>
                    <a:pt x="52984" y="406006"/>
                  </a:lnTo>
                  <a:lnTo>
                    <a:pt x="52984" y="887577"/>
                  </a:lnTo>
                  <a:lnTo>
                    <a:pt x="26492" y="887577"/>
                  </a:lnTo>
                  <a:lnTo>
                    <a:pt x="16179" y="889660"/>
                  </a:lnTo>
                  <a:lnTo>
                    <a:pt x="7759" y="895337"/>
                  </a:lnTo>
                  <a:lnTo>
                    <a:pt x="2082" y="903757"/>
                  </a:lnTo>
                  <a:lnTo>
                    <a:pt x="0" y="914069"/>
                  </a:lnTo>
                  <a:lnTo>
                    <a:pt x="0" y="1046543"/>
                  </a:lnTo>
                  <a:lnTo>
                    <a:pt x="8331" y="1087755"/>
                  </a:lnTo>
                  <a:lnTo>
                    <a:pt x="31076" y="1121448"/>
                  </a:lnTo>
                  <a:lnTo>
                    <a:pt x="64757" y="1144181"/>
                  </a:lnTo>
                  <a:lnTo>
                    <a:pt x="105968" y="1152525"/>
                  </a:lnTo>
                  <a:lnTo>
                    <a:pt x="1245247" y="1152525"/>
                  </a:lnTo>
                  <a:lnTo>
                    <a:pt x="1286459" y="1144181"/>
                  </a:lnTo>
                  <a:lnTo>
                    <a:pt x="1320152" y="1121448"/>
                  </a:lnTo>
                  <a:lnTo>
                    <a:pt x="1342885" y="1087755"/>
                  </a:lnTo>
                  <a:lnTo>
                    <a:pt x="1351229" y="1046543"/>
                  </a:lnTo>
                  <a:lnTo>
                    <a:pt x="1351229" y="940562"/>
                  </a:lnTo>
                  <a:lnTo>
                    <a:pt x="1351229" y="914069"/>
                  </a:lnTo>
                  <a:close/>
                </a:path>
              </a:pathLst>
            </a:custGeom>
            <a:solidFill>
              <a:srgbClr val="240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48618" y="4469306"/>
              <a:ext cx="171636" cy="814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607940" y="457528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30008" y="52989"/>
                  </a:moveTo>
                  <a:lnTo>
                    <a:pt x="22981" y="52989"/>
                  </a:lnTo>
                  <a:lnTo>
                    <a:pt x="19601" y="52317"/>
                  </a:lnTo>
                  <a:lnTo>
                    <a:pt x="0" y="30008"/>
                  </a:lnTo>
                  <a:lnTo>
                    <a:pt x="0" y="22981"/>
                  </a:lnTo>
                  <a:lnTo>
                    <a:pt x="22981" y="0"/>
                  </a:lnTo>
                  <a:lnTo>
                    <a:pt x="30008" y="0"/>
                  </a:lnTo>
                  <a:lnTo>
                    <a:pt x="52989" y="26494"/>
                  </a:lnTo>
                  <a:lnTo>
                    <a:pt x="52989" y="30008"/>
                  </a:lnTo>
                  <a:lnTo>
                    <a:pt x="30008" y="52989"/>
                  </a:lnTo>
                  <a:close/>
                </a:path>
              </a:pathLst>
            </a:custGeom>
            <a:solidFill>
              <a:srgbClr val="2400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82609" y="4390550"/>
              <a:ext cx="1005447" cy="100457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539739" y="5533275"/>
            <a:ext cx="2961640" cy="1820545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marR="91440" algn="ctr">
              <a:lnSpc>
                <a:spcPct val="100000"/>
              </a:lnSpc>
              <a:spcBef>
                <a:spcPts val="1855"/>
              </a:spcBef>
            </a:pPr>
            <a:r>
              <a:rPr sz="2950" spc="135" dirty="0">
                <a:solidFill>
                  <a:srgbClr val="2041E3"/>
                </a:solidFill>
                <a:latin typeface="Trebuchet MS"/>
                <a:cs typeface="Trebuchet MS"/>
              </a:rPr>
              <a:t>PostgreSQL</a:t>
            </a:r>
            <a:endParaRPr sz="2950">
              <a:latin typeface="Trebuchet MS"/>
              <a:cs typeface="Trebuchet MS"/>
            </a:endParaRPr>
          </a:p>
          <a:p>
            <a:pPr marL="12700" marR="5080" algn="ctr">
              <a:lnSpc>
                <a:spcPct val="117000"/>
              </a:lnSpc>
              <a:spcBef>
                <a:spcPts val="1110"/>
              </a:spcBef>
            </a:pPr>
            <a:r>
              <a:rPr sz="2750" spc="204" dirty="0">
                <a:solidFill>
                  <a:srgbClr val="240045"/>
                </a:solidFill>
                <a:latin typeface="Trebuchet MS"/>
                <a:cs typeface="Trebuchet MS"/>
              </a:rPr>
              <a:t>SQL</a:t>
            </a:r>
            <a:r>
              <a:rPr sz="27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database</a:t>
            </a:r>
            <a:r>
              <a:rPr sz="27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-25" dirty="0">
                <a:solidFill>
                  <a:srgbClr val="240045"/>
                </a:solidFill>
                <a:latin typeface="Trebuchet MS"/>
                <a:cs typeface="Trebuchet MS"/>
              </a:rPr>
              <a:t>and </a:t>
            </a:r>
            <a:r>
              <a:rPr sz="2750" spc="-10" dirty="0">
                <a:solidFill>
                  <a:srgbClr val="240045"/>
                </a:solidFill>
                <a:latin typeface="Trebuchet MS"/>
                <a:cs typeface="Trebuchet MS"/>
              </a:rPr>
              <a:t>queries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016000" y="1569660"/>
            <a:ext cx="910145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Tools</a:t>
            </a:r>
            <a:r>
              <a:rPr spc="-620" dirty="0"/>
              <a:t> </a:t>
            </a:r>
            <a:r>
              <a:rPr spc="-1025" dirty="0"/>
              <a:t>&amp;</a:t>
            </a:r>
            <a:r>
              <a:rPr spc="-615" dirty="0"/>
              <a:t> </a:t>
            </a:r>
            <a:r>
              <a:rPr spc="-110" dirty="0"/>
              <a:t>Technologies</a:t>
            </a:r>
          </a:p>
        </p:txBody>
      </p:sp>
      <p:grpSp>
        <p:nvGrpSpPr>
          <p:cNvPr id="26" name="object 26"/>
          <p:cNvGrpSpPr/>
          <p:nvPr/>
        </p:nvGrpSpPr>
        <p:grpSpPr>
          <a:xfrm>
            <a:off x="1028700" y="0"/>
            <a:ext cx="17259300" cy="4679315"/>
            <a:chOff x="1028700" y="0"/>
            <a:chExt cx="17259300" cy="4679315"/>
          </a:xfrm>
        </p:grpSpPr>
        <p:sp>
          <p:nvSpPr>
            <p:cNvPr id="27" name="object 27"/>
            <p:cNvSpPr/>
            <p:nvPr/>
          </p:nvSpPr>
          <p:spPr>
            <a:xfrm>
              <a:off x="16230085" y="0"/>
              <a:ext cx="1673225" cy="4679315"/>
            </a:xfrm>
            <a:custGeom>
              <a:avLst/>
              <a:gdLst/>
              <a:ahLst/>
              <a:cxnLst/>
              <a:rect l="l" t="t" r="r" b="b"/>
              <a:pathLst>
                <a:path w="1673225" h="4679315">
                  <a:moveTo>
                    <a:pt x="1387508" y="557874"/>
                  </a:moveTo>
                  <a:lnTo>
                    <a:pt x="1418955" y="564249"/>
                  </a:lnTo>
                  <a:lnTo>
                    <a:pt x="1444681" y="581617"/>
                  </a:lnTo>
                  <a:lnTo>
                    <a:pt x="1462049" y="607342"/>
                  </a:lnTo>
                  <a:lnTo>
                    <a:pt x="1468424" y="638790"/>
                  </a:lnTo>
                  <a:lnTo>
                    <a:pt x="1463266" y="667173"/>
                  </a:lnTo>
                  <a:lnTo>
                    <a:pt x="1449069" y="691197"/>
                  </a:lnTo>
                  <a:lnTo>
                    <a:pt x="1427749" y="708972"/>
                  </a:lnTo>
                  <a:lnTo>
                    <a:pt x="1401223" y="718609"/>
                  </a:lnTo>
                  <a:lnTo>
                    <a:pt x="1401223" y="4572006"/>
                  </a:lnTo>
                  <a:lnTo>
                    <a:pt x="1417687" y="4579335"/>
                  </a:lnTo>
                  <a:lnTo>
                    <a:pt x="1430697" y="4591344"/>
                  </a:lnTo>
                  <a:lnTo>
                    <a:pt x="1439268" y="4606953"/>
                  </a:lnTo>
                  <a:lnTo>
                    <a:pt x="1442367" y="4625082"/>
                  </a:lnTo>
                  <a:lnTo>
                    <a:pt x="1438038" y="4646383"/>
                  </a:lnTo>
                  <a:lnTo>
                    <a:pt x="1426252" y="4663826"/>
                  </a:lnTo>
                  <a:lnTo>
                    <a:pt x="1408809" y="4675612"/>
                  </a:lnTo>
                  <a:lnTo>
                    <a:pt x="1390883" y="4679255"/>
                  </a:lnTo>
                  <a:lnTo>
                    <a:pt x="1384134" y="4679255"/>
                  </a:lnTo>
                  <a:lnTo>
                    <a:pt x="1366208" y="4675612"/>
                  </a:lnTo>
                  <a:lnTo>
                    <a:pt x="1348764" y="4663826"/>
                  </a:lnTo>
                  <a:lnTo>
                    <a:pt x="1336978" y="4646383"/>
                  </a:lnTo>
                  <a:lnTo>
                    <a:pt x="1332650" y="4625082"/>
                  </a:lnTo>
                  <a:lnTo>
                    <a:pt x="1335761" y="4606953"/>
                  </a:lnTo>
                  <a:lnTo>
                    <a:pt x="1344376" y="4591344"/>
                  </a:lnTo>
                  <a:lnTo>
                    <a:pt x="1357413" y="4579335"/>
                  </a:lnTo>
                  <a:lnTo>
                    <a:pt x="1373793" y="4572006"/>
                  </a:lnTo>
                  <a:lnTo>
                    <a:pt x="1373793" y="718609"/>
                  </a:lnTo>
                  <a:lnTo>
                    <a:pt x="1347208" y="708972"/>
                  </a:lnTo>
                  <a:lnTo>
                    <a:pt x="1325895" y="691197"/>
                  </a:lnTo>
                  <a:lnTo>
                    <a:pt x="1311730" y="667173"/>
                  </a:lnTo>
                  <a:lnTo>
                    <a:pt x="1306592" y="638790"/>
                  </a:lnTo>
                  <a:lnTo>
                    <a:pt x="1312967" y="607342"/>
                  </a:lnTo>
                  <a:lnTo>
                    <a:pt x="1330335" y="581617"/>
                  </a:lnTo>
                  <a:lnTo>
                    <a:pt x="1356061" y="564249"/>
                  </a:lnTo>
                  <a:lnTo>
                    <a:pt x="1387508" y="557874"/>
                  </a:lnTo>
                  <a:close/>
                </a:path>
                <a:path w="1673225" h="4679315">
                  <a:moveTo>
                    <a:pt x="951932" y="2312933"/>
                  </a:moveTo>
                  <a:lnTo>
                    <a:pt x="990744" y="2312933"/>
                  </a:lnTo>
                  <a:lnTo>
                    <a:pt x="586574" y="2717103"/>
                  </a:lnTo>
                  <a:lnTo>
                    <a:pt x="586574" y="3415864"/>
                  </a:lnTo>
                  <a:lnTo>
                    <a:pt x="603038" y="3423192"/>
                  </a:lnTo>
                  <a:lnTo>
                    <a:pt x="616048" y="3435201"/>
                  </a:lnTo>
                  <a:lnTo>
                    <a:pt x="624619" y="3450810"/>
                  </a:lnTo>
                  <a:lnTo>
                    <a:pt x="627718" y="3468939"/>
                  </a:lnTo>
                  <a:lnTo>
                    <a:pt x="623389" y="3490240"/>
                  </a:lnTo>
                  <a:lnTo>
                    <a:pt x="611603" y="3507683"/>
                  </a:lnTo>
                  <a:lnTo>
                    <a:pt x="594160" y="3519469"/>
                  </a:lnTo>
                  <a:lnTo>
                    <a:pt x="572859" y="3523798"/>
                  </a:lnTo>
                  <a:lnTo>
                    <a:pt x="551559" y="3519469"/>
                  </a:lnTo>
                  <a:lnTo>
                    <a:pt x="534115" y="3507683"/>
                  </a:lnTo>
                  <a:lnTo>
                    <a:pt x="522329" y="3490240"/>
                  </a:lnTo>
                  <a:lnTo>
                    <a:pt x="518001" y="3468939"/>
                  </a:lnTo>
                  <a:lnTo>
                    <a:pt x="521112" y="3450810"/>
                  </a:lnTo>
                  <a:lnTo>
                    <a:pt x="529727" y="3435201"/>
                  </a:lnTo>
                  <a:lnTo>
                    <a:pt x="542764" y="3423192"/>
                  </a:lnTo>
                  <a:lnTo>
                    <a:pt x="559145" y="3415864"/>
                  </a:lnTo>
                  <a:lnTo>
                    <a:pt x="559145" y="2712578"/>
                  </a:lnTo>
                  <a:lnTo>
                    <a:pt x="558733" y="2709012"/>
                  </a:lnTo>
                  <a:lnTo>
                    <a:pt x="559830" y="2705035"/>
                  </a:lnTo>
                  <a:lnTo>
                    <a:pt x="951932" y="2312933"/>
                  </a:lnTo>
                  <a:close/>
                </a:path>
                <a:path w="1673225" h="4679315">
                  <a:moveTo>
                    <a:pt x="1631169" y="0"/>
                  </a:moveTo>
                  <a:lnTo>
                    <a:pt x="1673205" y="0"/>
                  </a:lnTo>
                  <a:lnTo>
                    <a:pt x="1051088" y="534558"/>
                  </a:lnTo>
                  <a:lnTo>
                    <a:pt x="1051088" y="2167147"/>
                  </a:lnTo>
                  <a:lnTo>
                    <a:pt x="1094564" y="2189639"/>
                  </a:lnTo>
                  <a:lnTo>
                    <a:pt x="1118221" y="2246949"/>
                  </a:lnTo>
                  <a:lnTo>
                    <a:pt x="1112307" y="2277218"/>
                  </a:lnTo>
                  <a:lnTo>
                    <a:pt x="1094564" y="2304156"/>
                  </a:lnTo>
                  <a:lnTo>
                    <a:pt x="1070666" y="2320609"/>
                  </a:lnTo>
                  <a:lnTo>
                    <a:pt x="1043785" y="2327574"/>
                  </a:lnTo>
                  <a:lnTo>
                    <a:pt x="1016339" y="2325024"/>
                  </a:lnTo>
                  <a:lnTo>
                    <a:pt x="990744" y="2312933"/>
                  </a:lnTo>
                  <a:lnTo>
                    <a:pt x="951932" y="2312933"/>
                  </a:lnTo>
                  <a:lnTo>
                    <a:pt x="971269" y="2293596"/>
                  </a:lnTo>
                  <a:lnTo>
                    <a:pt x="959160" y="2268020"/>
                  </a:lnTo>
                  <a:lnTo>
                    <a:pt x="956577" y="2240606"/>
                  </a:lnTo>
                  <a:lnTo>
                    <a:pt x="980046" y="2189776"/>
                  </a:lnTo>
                  <a:lnTo>
                    <a:pt x="1023522" y="2167284"/>
                  </a:lnTo>
                  <a:lnTo>
                    <a:pt x="1023522" y="528798"/>
                  </a:lnTo>
                  <a:lnTo>
                    <a:pt x="1023385" y="525095"/>
                  </a:lnTo>
                  <a:lnTo>
                    <a:pt x="1024893" y="521118"/>
                  </a:lnTo>
                  <a:lnTo>
                    <a:pt x="1028322" y="518101"/>
                  </a:lnTo>
                  <a:lnTo>
                    <a:pt x="1631169" y="0"/>
                  </a:lnTo>
                  <a:close/>
                </a:path>
                <a:path w="1673225" h="4679315">
                  <a:moveTo>
                    <a:pt x="552819" y="1214536"/>
                  </a:moveTo>
                  <a:lnTo>
                    <a:pt x="583283" y="1224815"/>
                  </a:lnTo>
                  <a:lnTo>
                    <a:pt x="605320" y="1243551"/>
                  </a:lnTo>
                  <a:lnTo>
                    <a:pt x="618975" y="1267828"/>
                  </a:lnTo>
                  <a:lnTo>
                    <a:pt x="623629" y="1295113"/>
                  </a:lnTo>
                  <a:lnTo>
                    <a:pt x="618666" y="1322875"/>
                  </a:lnTo>
                  <a:lnTo>
                    <a:pt x="669548" y="1352224"/>
                  </a:lnTo>
                  <a:lnTo>
                    <a:pt x="670370" y="1352773"/>
                  </a:lnTo>
                  <a:lnTo>
                    <a:pt x="671056" y="1353459"/>
                  </a:lnTo>
                  <a:lnTo>
                    <a:pt x="674485" y="1356750"/>
                  </a:lnTo>
                  <a:lnTo>
                    <a:pt x="675856" y="1360727"/>
                  </a:lnTo>
                  <a:lnTo>
                    <a:pt x="675445" y="1364567"/>
                  </a:lnTo>
                  <a:lnTo>
                    <a:pt x="675445" y="1933450"/>
                  </a:lnTo>
                  <a:lnTo>
                    <a:pt x="691909" y="1940779"/>
                  </a:lnTo>
                  <a:lnTo>
                    <a:pt x="704919" y="1952788"/>
                  </a:lnTo>
                  <a:lnTo>
                    <a:pt x="713490" y="1968397"/>
                  </a:lnTo>
                  <a:lnTo>
                    <a:pt x="716589" y="1986526"/>
                  </a:lnTo>
                  <a:lnTo>
                    <a:pt x="712260" y="2007826"/>
                  </a:lnTo>
                  <a:lnTo>
                    <a:pt x="700474" y="2025269"/>
                  </a:lnTo>
                  <a:lnTo>
                    <a:pt x="683031" y="2037055"/>
                  </a:lnTo>
                  <a:lnTo>
                    <a:pt x="661730" y="2041384"/>
                  </a:lnTo>
                  <a:lnTo>
                    <a:pt x="640430" y="2037055"/>
                  </a:lnTo>
                  <a:lnTo>
                    <a:pt x="622986" y="2025269"/>
                  </a:lnTo>
                  <a:lnTo>
                    <a:pt x="611200" y="2007826"/>
                  </a:lnTo>
                  <a:lnTo>
                    <a:pt x="606872" y="1986526"/>
                  </a:lnTo>
                  <a:lnTo>
                    <a:pt x="609983" y="1968397"/>
                  </a:lnTo>
                  <a:lnTo>
                    <a:pt x="618598" y="1952788"/>
                  </a:lnTo>
                  <a:lnTo>
                    <a:pt x="631635" y="1940779"/>
                  </a:lnTo>
                  <a:lnTo>
                    <a:pt x="648016" y="1933450"/>
                  </a:lnTo>
                  <a:lnTo>
                    <a:pt x="648016" y="1371562"/>
                  </a:lnTo>
                  <a:lnTo>
                    <a:pt x="604952" y="1346601"/>
                  </a:lnTo>
                  <a:lnTo>
                    <a:pt x="481546" y="1346601"/>
                  </a:lnTo>
                  <a:lnTo>
                    <a:pt x="478297" y="1343734"/>
                  </a:lnTo>
                  <a:lnTo>
                    <a:pt x="464720" y="1315880"/>
                  </a:lnTo>
                  <a:lnTo>
                    <a:pt x="462560" y="1284941"/>
                  </a:lnTo>
                  <a:lnTo>
                    <a:pt x="472743" y="1254439"/>
                  </a:lnTo>
                  <a:lnTo>
                    <a:pt x="494103" y="1230389"/>
                  </a:lnTo>
                  <a:lnTo>
                    <a:pt x="521944" y="1216741"/>
                  </a:lnTo>
                  <a:lnTo>
                    <a:pt x="552819" y="1214536"/>
                  </a:lnTo>
                  <a:close/>
                </a:path>
                <a:path w="1673225" h="4679315">
                  <a:moveTo>
                    <a:pt x="1048751" y="0"/>
                  </a:moveTo>
                  <a:lnTo>
                    <a:pt x="1089418" y="0"/>
                  </a:lnTo>
                  <a:lnTo>
                    <a:pt x="400467" y="629738"/>
                  </a:lnTo>
                  <a:lnTo>
                    <a:pt x="400467" y="1733079"/>
                  </a:lnTo>
                  <a:lnTo>
                    <a:pt x="416931" y="1740408"/>
                  </a:lnTo>
                  <a:lnTo>
                    <a:pt x="429941" y="1752417"/>
                  </a:lnTo>
                  <a:lnTo>
                    <a:pt x="438512" y="1768026"/>
                  </a:lnTo>
                  <a:lnTo>
                    <a:pt x="441611" y="1786155"/>
                  </a:lnTo>
                  <a:lnTo>
                    <a:pt x="437282" y="1807455"/>
                  </a:lnTo>
                  <a:lnTo>
                    <a:pt x="425496" y="1824898"/>
                  </a:lnTo>
                  <a:lnTo>
                    <a:pt x="408053" y="1836684"/>
                  </a:lnTo>
                  <a:lnTo>
                    <a:pt x="386752" y="1841013"/>
                  </a:lnTo>
                  <a:lnTo>
                    <a:pt x="365452" y="1836684"/>
                  </a:lnTo>
                  <a:lnTo>
                    <a:pt x="348008" y="1824898"/>
                  </a:lnTo>
                  <a:lnTo>
                    <a:pt x="336222" y="1807455"/>
                  </a:lnTo>
                  <a:lnTo>
                    <a:pt x="331894" y="1786155"/>
                  </a:lnTo>
                  <a:lnTo>
                    <a:pt x="335005" y="1768026"/>
                  </a:lnTo>
                  <a:lnTo>
                    <a:pt x="343620" y="1752417"/>
                  </a:lnTo>
                  <a:lnTo>
                    <a:pt x="356657" y="1740408"/>
                  </a:lnTo>
                  <a:lnTo>
                    <a:pt x="373037" y="1733079"/>
                  </a:lnTo>
                  <a:lnTo>
                    <a:pt x="373037" y="624526"/>
                  </a:lnTo>
                  <a:lnTo>
                    <a:pt x="372763" y="620686"/>
                  </a:lnTo>
                  <a:lnTo>
                    <a:pt x="374135" y="616572"/>
                  </a:lnTo>
                  <a:lnTo>
                    <a:pt x="377563" y="613554"/>
                  </a:lnTo>
                  <a:lnTo>
                    <a:pt x="1048751" y="0"/>
                  </a:lnTo>
                  <a:close/>
                </a:path>
                <a:path w="1673225" h="4679315">
                  <a:moveTo>
                    <a:pt x="481546" y="1346601"/>
                  </a:moveTo>
                  <a:lnTo>
                    <a:pt x="604952" y="1346601"/>
                  </a:lnTo>
                  <a:lnTo>
                    <a:pt x="583330" y="1364844"/>
                  </a:lnTo>
                  <a:lnTo>
                    <a:pt x="557362" y="1374459"/>
                  </a:lnTo>
                  <a:lnTo>
                    <a:pt x="529543" y="1374740"/>
                  </a:lnTo>
                  <a:lnTo>
                    <a:pt x="502366" y="1364979"/>
                  </a:lnTo>
                  <a:lnTo>
                    <a:pt x="481546" y="1346601"/>
                  </a:lnTo>
                  <a:close/>
                </a:path>
                <a:path w="1673225" h="4679315">
                  <a:moveTo>
                    <a:pt x="669648" y="0"/>
                  </a:moveTo>
                  <a:lnTo>
                    <a:pt x="708460" y="0"/>
                  </a:lnTo>
                  <a:lnTo>
                    <a:pt x="68573" y="639887"/>
                  </a:lnTo>
                  <a:lnTo>
                    <a:pt x="68573" y="984261"/>
                  </a:lnTo>
                  <a:lnTo>
                    <a:pt x="85037" y="991590"/>
                  </a:lnTo>
                  <a:lnTo>
                    <a:pt x="98047" y="1003599"/>
                  </a:lnTo>
                  <a:lnTo>
                    <a:pt x="106618" y="1019208"/>
                  </a:lnTo>
                  <a:lnTo>
                    <a:pt x="109716" y="1037337"/>
                  </a:lnTo>
                  <a:lnTo>
                    <a:pt x="105388" y="1058637"/>
                  </a:lnTo>
                  <a:lnTo>
                    <a:pt x="93602" y="1076080"/>
                  </a:lnTo>
                  <a:lnTo>
                    <a:pt x="76159" y="1087866"/>
                  </a:lnTo>
                  <a:lnTo>
                    <a:pt x="54858" y="1092195"/>
                  </a:lnTo>
                  <a:lnTo>
                    <a:pt x="33557" y="1087866"/>
                  </a:lnTo>
                  <a:lnTo>
                    <a:pt x="16114" y="1076080"/>
                  </a:lnTo>
                  <a:lnTo>
                    <a:pt x="4328" y="1058637"/>
                  </a:lnTo>
                  <a:lnTo>
                    <a:pt x="0" y="1037337"/>
                  </a:lnTo>
                  <a:lnTo>
                    <a:pt x="3111" y="1019208"/>
                  </a:lnTo>
                  <a:lnTo>
                    <a:pt x="11725" y="1003599"/>
                  </a:lnTo>
                  <a:lnTo>
                    <a:pt x="24763" y="991590"/>
                  </a:lnTo>
                  <a:lnTo>
                    <a:pt x="41143" y="984261"/>
                  </a:lnTo>
                  <a:lnTo>
                    <a:pt x="41143" y="635361"/>
                  </a:lnTo>
                  <a:lnTo>
                    <a:pt x="40732" y="631795"/>
                  </a:lnTo>
                  <a:lnTo>
                    <a:pt x="41829" y="627818"/>
                  </a:lnTo>
                  <a:lnTo>
                    <a:pt x="669648" y="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17954" y="0"/>
              <a:ext cx="4270043" cy="300399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700" y="443582"/>
              <a:ext cx="1762124" cy="58102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169354" y="5533275"/>
            <a:ext cx="3738245" cy="1820545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5"/>
              </a:spcBef>
            </a:pPr>
            <a:r>
              <a:rPr sz="2950" spc="80" dirty="0">
                <a:solidFill>
                  <a:srgbClr val="2041E3"/>
                </a:solidFill>
                <a:latin typeface="Trebuchet MS"/>
                <a:cs typeface="Trebuchet MS"/>
              </a:rPr>
              <a:t>pgAdmin</a:t>
            </a:r>
            <a:endParaRPr sz="2950">
              <a:latin typeface="Trebuchet MS"/>
              <a:cs typeface="Trebuchet MS"/>
            </a:endParaRPr>
          </a:p>
          <a:p>
            <a:pPr marL="12065" marR="5080" algn="ctr">
              <a:lnSpc>
                <a:spcPct val="117000"/>
              </a:lnSpc>
              <a:spcBef>
                <a:spcPts val="1110"/>
              </a:spcBef>
            </a:pP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Data</a:t>
            </a:r>
            <a:r>
              <a:rPr sz="2750" spc="25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import</a:t>
            </a:r>
            <a:r>
              <a:rPr sz="275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2750" spc="25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70" dirty="0">
                <a:solidFill>
                  <a:srgbClr val="240045"/>
                </a:solidFill>
                <a:latin typeface="Trebuchet MS"/>
                <a:cs typeface="Trebuchet MS"/>
              </a:rPr>
              <a:t>query </a:t>
            </a:r>
            <a:r>
              <a:rPr sz="2750" spc="40" dirty="0">
                <a:solidFill>
                  <a:srgbClr val="240045"/>
                </a:solidFill>
                <a:latin typeface="Trebuchet MS"/>
                <a:cs typeface="Trebuchet MS"/>
              </a:rPr>
              <a:t>execution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003197" y="5533275"/>
            <a:ext cx="2299970" cy="1329690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sz="2950" dirty="0">
                <a:solidFill>
                  <a:srgbClr val="2041E3"/>
                </a:solidFill>
                <a:latin typeface="Trebuchet MS"/>
                <a:cs typeface="Trebuchet MS"/>
              </a:rPr>
              <a:t>Excel</a:t>
            </a:r>
            <a:r>
              <a:rPr sz="2950" spc="26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950" spc="215" dirty="0">
                <a:solidFill>
                  <a:srgbClr val="2041E3"/>
                </a:solidFill>
                <a:latin typeface="Trebuchet MS"/>
                <a:cs typeface="Trebuchet MS"/>
              </a:rPr>
              <a:t>/</a:t>
            </a:r>
            <a:r>
              <a:rPr sz="2950" spc="27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950" spc="204" dirty="0">
                <a:solidFill>
                  <a:srgbClr val="2041E3"/>
                </a:solidFill>
                <a:latin typeface="Trebuchet MS"/>
                <a:cs typeface="Trebuchet MS"/>
              </a:rPr>
              <a:t>CSV</a:t>
            </a:r>
            <a:endParaRPr sz="295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1670"/>
              </a:spcBef>
            </a:pP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Data</a:t>
            </a:r>
            <a:r>
              <a:rPr sz="2750" spc="19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90" dirty="0">
                <a:solidFill>
                  <a:srgbClr val="240045"/>
                </a:solidFill>
                <a:latin typeface="Trebuchet MS"/>
                <a:cs typeface="Trebuchet MS"/>
              </a:rPr>
              <a:t>sourcing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86349" y="5558786"/>
            <a:ext cx="3094990" cy="1795145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07135">
              <a:lnSpc>
                <a:spcPct val="100000"/>
              </a:lnSpc>
              <a:spcBef>
                <a:spcPts val="1750"/>
              </a:spcBef>
            </a:pPr>
            <a:r>
              <a:rPr sz="2950" spc="55" dirty="0">
                <a:solidFill>
                  <a:srgbClr val="2041E3"/>
                </a:solidFill>
                <a:latin typeface="Trebuchet MS"/>
                <a:cs typeface="Trebuchet MS"/>
              </a:rPr>
              <a:t>Kaggle</a:t>
            </a:r>
            <a:endParaRPr sz="2950">
              <a:latin typeface="Trebuchet MS"/>
              <a:cs typeface="Trebuchet MS"/>
            </a:endParaRPr>
          </a:p>
          <a:p>
            <a:pPr marL="709930" marR="5080" indent="-697865">
              <a:lnSpc>
                <a:spcPct val="117000"/>
              </a:lnSpc>
              <a:spcBef>
                <a:spcPts val="1010"/>
              </a:spcBef>
            </a:pP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Dataset</a:t>
            </a:r>
            <a:r>
              <a:rPr sz="2750" spc="36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90" dirty="0">
                <a:solidFill>
                  <a:srgbClr val="240045"/>
                </a:solidFill>
                <a:latin typeface="Trebuchet MS"/>
                <a:cs typeface="Trebuchet MS"/>
              </a:rPr>
              <a:t>storage</a:t>
            </a:r>
            <a:r>
              <a:rPr sz="2750" spc="35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605" dirty="0">
                <a:solidFill>
                  <a:srgbClr val="240045"/>
                </a:solidFill>
                <a:latin typeface="Trebuchet MS"/>
                <a:cs typeface="Trebuchet MS"/>
              </a:rPr>
              <a:t>&amp; </a:t>
            </a:r>
            <a:r>
              <a:rPr sz="2750" spc="-10" dirty="0">
                <a:solidFill>
                  <a:srgbClr val="240045"/>
                </a:solidFill>
                <a:latin typeface="Trebuchet MS"/>
                <a:cs typeface="Trebuchet MS"/>
              </a:rPr>
              <a:t>inspection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869632"/>
              <a:ext cx="18287998" cy="48025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144325"/>
              <a:ext cx="18288000" cy="5142865"/>
            </a:xfrm>
            <a:custGeom>
              <a:avLst/>
              <a:gdLst/>
              <a:ahLst/>
              <a:cxnLst/>
              <a:rect l="l" t="t" r="r" b="b"/>
              <a:pathLst>
                <a:path w="18288000" h="5142865">
                  <a:moveTo>
                    <a:pt x="9761615" y="12700"/>
                  </a:moveTo>
                  <a:lnTo>
                    <a:pt x="8362104" y="12700"/>
                  </a:lnTo>
                  <a:lnTo>
                    <a:pt x="8536525" y="0"/>
                  </a:lnTo>
                  <a:lnTo>
                    <a:pt x="9587194" y="0"/>
                  </a:lnTo>
                  <a:lnTo>
                    <a:pt x="9761615" y="12700"/>
                  </a:lnTo>
                  <a:close/>
                </a:path>
                <a:path w="18288000" h="5142865">
                  <a:moveTo>
                    <a:pt x="11143769" y="25400"/>
                  </a:moveTo>
                  <a:lnTo>
                    <a:pt x="6979950" y="25400"/>
                  </a:lnTo>
                  <a:lnTo>
                    <a:pt x="7151384" y="12700"/>
                  </a:lnTo>
                  <a:lnTo>
                    <a:pt x="10972336" y="12700"/>
                  </a:lnTo>
                  <a:lnTo>
                    <a:pt x="11143769" y="25400"/>
                  </a:lnTo>
                  <a:close/>
                </a:path>
                <a:path w="18288000" h="5142865">
                  <a:moveTo>
                    <a:pt x="11825469" y="38100"/>
                  </a:moveTo>
                  <a:lnTo>
                    <a:pt x="6298250" y="38100"/>
                  </a:lnTo>
                  <a:lnTo>
                    <a:pt x="6468059" y="25400"/>
                  </a:lnTo>
                  <a:lnTo>
                    <a:pt x="11655661" y="25400"/>
                  </a:lnTo>
                  <a:lnTo>
                    <a:pt x="11825469" y="38100"/>
                  </a:lnTo>
                  <a:close/>
                </a:path>
                <a:path w="18288000" h="5142865">
                  <a:moveTo>
                    <a:pt x="12332355" y="50800"/>
                  </a:moveTo>
                  <a:lnTo>
                    <a:pt x="5791364" y="50800"/>
                  </a:lnTo>
                  <a:lnTo>
                    <a:pt x="5959897" y="38100"/>
                  </a:lnTo>
                  <a:lnTo>
                    <a:pt x="12163822" y="38100"/>
                  </a:lnTo>
                  <a:lnTo>
                    <a:pt x="12332355" y="50800"/>
                  </a:lnTo>
                  <a:close/>
                </a:path>
                <a:path w="18288000" h="5142865">
                  <a:moveTo>
                    <a:pt x="12835316" y="63500"/>
                  </a:moveTo>
                  <a:lnTo>
                    <a:pt x="5288404" y="63500"/>
                  </a:lnTo>
                  <a:lnTo>
                    <a:pt x="5455612" y="50800"/>
                  </a:lnTo>
                  <a:lnTo>
                    <a:pt x="12668108" y="50800"/>
                  </a:lnTo>
                  <a:lnTo>
                    <a:pt x="12835316" y="63500"/>
                  </a:lnTo>
                  <a:close/>
                </a:path>
                <a:path w="18288000" h="5142865">
                  <a:moveTo>
                    <a:pt x="13334204" y="76200"/>
                  </a:moveTo>
                  <a:lnTo>
                    <a:pt x="4789516" y="76200"/>
                  </a:lnTo>
                  <a:lnTo>
                    <a:pt x="4955350" y="63500"/>
                  </a:lnTo>
                  <a:lnTo>
                    <a:pt x="13168369" y="63500"/>
                  </a:lnTo>
                  <a:lnTo>
                    <a:pt x="13334204" y="76200"/>
                  </a:lnTo>
                  <a:close/>
                </a:path>
                <a:path w="18288000" h="5142865">
                  <a:moveTo>
                    <a:pt x="13664460" y="88900"/>
                  </a:moveTo>
                  <a:lnTo>
                    <a:pt x="4459260" y="88900"/>
                  </a:lnTo>
                  <a:lnTo>
                    <a:pt x="4624151" y="76200"/>
                  </a:lnTo>
                  <a:lnTo>
                    <a:pt x="13499569" y="76200"/>
                  </a:lnTo>
                  <a:lnTo>
                    <a:pt x="13664460" y="88900"/>
                  </a:lnTo>
                  <a:close/>
                </a:path>
                <a:path w="18288000" h="5142865">
                  <a:moveTo>
                    <a:pt x="13992797" y="101600"/>
                  </a:moveTo>
                  <a:lnTo>
                    <a:pt x="4130923" y="101600"/>
                  </a:lnTo>
                  <a:lnTo>
                    <a:pt x="4294849" y="88900"/>
                  </a:lnTo>
                  <a:lnTo>
                    <a:pt x="13828871" y="88900"/>
                  </a:lnTo>
                  <a:lnTo>
                    <a:pt x="13992797" y="101600"/>
                  </a:lnTo>
                  <a:close/>
                </a:path>
                <a:path w="18288000" h="5142865">
                  <a:moveTo>
                    <a:pt x="14319171" y="114300"/>
                  </a:moveTo>
                  <a:lnTo>
                    <a:pt x="3804549" y="114300"/>
                  </a:lnTo>
                  <a:lnTo>
                    <a:pt x="3967488" y="101600"/>
                  </a:lnTo>
                  <a:lnTo>
                    <a:pt x="14156232" y="101600"/>
                  </a:lnTo>
                  <a:lnTo>
                    <a:pt x="14319171" y="114300"/>
                  </a:lnTo>
                  <a:close/>
                </a:path>
                <a:path w="18288000" h="5142865">
                  <a:moveTo>
                    <a:pt x="14643538" y="127000"/>
                  </a:moveTo>
                  <a:lnTo>
                    <a:pt x="3480181" y="127000"/>
                  </a:lnTo>
                  <a:lnTo>
                    <a:pt x="3642112" y="114300"/>
                  </a:lnTo>
                  <a:lnTo>
                    <a:pt x="14481608" y="114300"/>
                  </a:lnTo>
                  <a:lnTo>
                    <a:pt x="14643538" y="127000"/>
                  </a:lnTo>
                  <a:close/>
                </a:path>
                <a:path w="18288000" h="5142865">
                  <a:moveTo>
                    <a:pt x="14965856" y="139700"/>
                  </a:moveTo>
                  <a:lnTo>
                    <a:pt x="3157864" y="139700"/>
                  </a:lnTo>
                  <a:lnTo>
                    <a:pt x="3318764" y="127000"/>
                  </a:lnTo>
                  <a:lnTo>
                    <a:pt x="14804956" y="127000"/>
                  </a:lnTo>
                  <a:lnTo>
                    <a:pt x="14965856" y="139700"/>
                  </a:lnTo>
                  <a:close/>
                </a:path>
                <a:path w="18288000" h="5142865">
                  <a:moveTo>
                    <a:pt x="15445392" y="165100"/>
                  </a:moveTo>
                  <a:lnTo>
                    <a:pt x="2678328" y="165100"/>
                  </a:lnTo>
                  <a:lnTo>
                    <a:pt x="2997488" y="139700"/>
                  </a:lnTo>
                  <a:lnTo>
                    <a:pt x="15126232" y="139700"/>
                  </a:lnTo>
                  <a:lnTo>
                    <a:pt x="15445392" y="165100"/>
                  </a:lnTo>
                  <a:close/>
                </a:path>
                <a:path w="18288000" h="5142865">
                  <a:moveTo>
                    <a:pt x="15920070" y="190500"/>
                  </a:moveTo>
                  <a:lnTo>
                    <a:pt x="2203650" y="190500"/>
                  </a:lnTo>
                  <a:lnTo>
                    <a:pt x="2519555" y="165100"/>
                  </a:lnTo>
                  <a:lnTo>
                    <a:pt x="15604165" y="165100"/>
                  </a:lnTo>
                  <a:lnTo>
                    <a:pt x="15920070" y="190500"/>
                  </a:lnTo>
                  <a:close/>
                </a:path>
                <a:path w="18288000" h="5142865">
                  <a:moveTo>
                    <a:pt x="16389741" y="215900"/>
                  </a:moveTo>
                  <a:lnTo>
                    <a:pt x="1733978" y="215900"/>
                  </a:lnTo>
                  <a:lnTo>
                    <a:pt x="2046530" y="190500"/>
                  </a:lnTo>
                  <a:lnTo>
                    <a:pt x="16077190" y="190500"/>
                  </a:lnTo>
                  <a:lnTo>
                    <a:pt x="16389741" y="215900"/>
                  </a:lnTo>
                  <a:close/>
                </a:path>
                <a:path w="18288000" h="5142865">
                  <a:moveTo>
                    <a:pt x="17007929" y="254000"/>
                  </a:moveTo>
                  <a:lnTo>
                    <a:pt x="1115791" y="254000"/>
                  </a:lnTo>
                  <a:lnTo>
                    <a:pt x="1578559" y="215900"/>
                  </a:lnTo>
                  <a:lnTo>
                    <a:pt x="16545161" y="215900"/>
                  </a:lnTo>
                  <a:lnTo>
                    <a:pt x="17007929" y="254000"/>
                  </a:lnTo>
                  <a:close/>
                </a:path>
                <a:path w="18288000" h="5142865">
                  <a:moveTo>
                    <a:pt x="17767249" y="304800"/>
                  </a:moveTo>
                  <a:lnTo>
                    <a:pt x="356471" y="304800"/>
                  </a:lnTo>
                  <a:lnTo>
                    <a:pt x="962716" y="254000"/>
                  </a:lnTo>
                  <a:lnTo>
                    <a:pt x="17161004" y="254000"/>
                  </a:lnTo>
                  <a:lnTo>
                    <a:pt x="17767249" y="304800"/>
                  </a:lnTo>
                  <a:close/>
                </a:path>
                <a:path w="18288000" h="5142865">
                  <a:moveTo>
                    <a:pt x="18288000" y="5142674"/>
                  </a:moveTo>
                  <a:lnTo>
                    <a:pt x="0" y="5142674"/>
                  </a:lnTo>
                  <a:lnTo>
                    <a:pt x="0" y="323170"/>
                  </a:lnTo>
                  <a:lnTo>
                    <a:pt x="206450" y="304800"/>
                  </a:lnTo>
                  <a:lnTo>
                    <a:pt x="17917270" y="304800"/>
                  </a:lnTo>
                  <a:lnTo>
                    <a:pt x="18288000" y="337789"/>
                  </a:lnTo>
                  <a:lnTo>
                    <a:pt x="18288000" y="5142674"/>
                  </a:lnTo>
                  <a:close/>
                </a:path>
              </a:pathLst>
            </a:custGeom>
            <a:solidFill>
              <a:srgbClr val="7209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59899" y="518437"/>
              <a:ext cx="5558155" cy="5549900"/>
            </a:xfrm>
            <a:custGeom>
              <a:avLst/>
              <a:gdLst/>
              <a:ahLst/>
              <a:cxnLst/>
              <a:rect l="l" t="t" r="r" b="b"/>
              <a:pathLst>
                <a:path w="5558155" h="5549900">
                  <a:moveTo>
                    <a:pt x="5136221" y="5460999"/>
                  </a:moveTo>
                  <a:lnTo>
                    <a:pt x="5191271" y="5460999"/>
                  </a:lnTo>
                  <a:lnTo>
                    <a:pt x="5203195" y="5473699"/>
                  </a:lnTo>
                  <a:lnTo>
                    <a:pt x="5211074" y="5486399"/>
                  </a:lnTo>
                  <a:lnTo>
                    <a:pt x="5213920" y="5511799"/>
                  </a:lnTo>
                  <a:lnTo>
                    <a:pt x="5209961" y="5524499"/>
                  </a:lnTo>
                  <a:lnTo>
                    <a:pt x="5199181" y="5537199"/>
                  </a:lnTo>
                  <a:lnTo>
                    <a:pt x="5183228" y="5549899"/>
                  </a:lnTo>
                  <a:lnTo>
                    <a:pt x="5144265" y="5549899"/>
                  </a:lnTo>
                  <a:lnTo>
                    <a:pt x="5128311" y="5537199"/>
                  </a:lnTo>
                  <a:lnTo>
                    <a:pt x="5117531" y="5524499"/>
                  </a:lnTo>
                  <a:lnTo>
                    <a:pt x="5113572" y="5511799"/>
                  </a:lnTo>
                  <a:lnTo>
                    <a:pt x="5116418" y="5486399"/>
                  </a:lnTo>
                  <a:lnTo>
                    <a:pt x="5124297" y="5473699"/>
                  </a:lnTo>
                  <a:lnTo>
                    <a:pt x="5136221" y="5460999"/>
                  </a:lnTo>
                  <a:close/>
                </a:path>
                <a:path w="5558155" h="5549900">
                  <a:moveTo>
                    <a:pt x="5151203" y="1930399"/>
                  </a:moveTo>
                  <a:lnTo>
                    <a:pt x="5176289" y="1930399"/>
                  </a:lnTo>
                  <a:lnTo>
                    <a:pt x="5176289" y="5460999"/>
                  </a:lnTo>
                  <a:lnTo>
                    <a:pt x="5151203" y="5460999"/>
                  </a:lnTo>
                  <a:lnTo>
                    <a:pt x="5151203" y="1930399"/>
                  </a:lnTo>
                  <a:close/>
                </a:path>
                <a:path w="5558155" h="5549900">
                  <a:moveTo>
                    <a:pt x="4770077" y="3390899"/>
                  </a:moveTo>
                  <a:lnTo>
                    <a:pt x="4800865" y="3390899"/>
                  </a:lnTo>
                  <a:lnTo>
                    <a:pt x="4431211" y="3759199"/>
                  </a:lnTo>
                  <a:lnTo>
                    <a:pt x="4431211" y="4394199"/>
                  </a:lnTo>
                  <a:lnTo>
                    <a:pt x="4446192" y="4406899"/>
                  </a:lnTo>
                  <a:lnTo>
                    <a:pt x="4458116" y="4419599"/>
                  </a:lnTo>
                  <a:lnTo>
                    <a:pt x="4465995" y="4432299"/>
                  </a:lnTo>
                  <a:lnTo>
                    <a:pt x="4468841" y="4444999"/>
                  </a:lnTo>
                  <a:lnTo>
                    <a:pt x="4464882" y="4470399"/>
                  </a:lnTo>
                  <a:lnTo>
                    <a:pt x="4454102" y="4483099"/>
                  </a:lnTo>
                  <a:lnTo>
                    <a:pt x="4438149" y="4495799"/>
                  </a:lnTo>
                  <a:lnTo>
                    <a:pt x="4399186" y="4495799"/>
                  </a:lnTo>
                  <a:lnTo>
                    <a:pt x="4383232" y="4483099"/>
                  </a:lnTo>
                  <a:lnTo>
                    <a:pt x="4372453" y="4470399"/>
                  </a:lnTo>
                  <a:lnTo>
                    <a:pt x="4368494" y="4444999"/>
                  </a:lnTo>
                  <a:lnTo>
                    <a:pt x="4371339" y="4432299"/>
                  </a:lnTo>
                  <a:lnTo>
                    <a:pt x="4379218" y="4419599"/>
                  </a:lnTo>
                  <a:lnTo>
                    <a:pt x="4391142" y="4406899"/>
                  </a:lnTo>
                  <a:lnTo>
                    <a:pt x="4406124" y="4394199"/>
                  </a:lnTo>
                  <a:lnTo>
                    <a:pt x="4406124" y="3759199"/>
                  </a:lnTo>
                  <a:lnTo>
                    <a:pt x="4405748" y="3759199"/>
                  </a:lnTo>
                  <a:lnTo>
                    <a:pt x="4406751" y="3746499"/>
                  </a:lnTo>
                  <a:lnTo>
                    <a:pt x="4770077" y="3390899"/>
                  </a:lnTo>
                  <a:close/>
                </a:path>
                <a:path w="5558155" h="5549900">
                  <a:moveTo>
                    <a:pt x="4791081" y="3276599"/>
                  </a:moveTo>
                  <a:lnTo>
                    <a:pt x="4895819" y="3276599"/>
                  </a:lnTo>
                  <a:lnTo>
                    <a:pt x="4912047" y="3301999"/>
                  </a:lnTo>
                  <a:lnTo>
                    <a:pt x="4917456" y="3327399"/>
                  </a:lnTo>
                  <a:lnTo>
                    <a:pt x="4912047" y="3352799"/>
                  </a:lnTo>
                  <a:lnTo>
                    <a:pt x="4895819" y="3378199"/>
                  </a:lnTo>
                  <a:lnTo>
                    <a:pt x="4873962" y="3403599"/>
                  </a:lnTo>
                  <a:lnTo>
                    <a:pt x="4824274" y="3403599"/>
                  </a:lnTo>
                  <a:lnTo>
                    <a:pt x="4800865" y="3390899"/>
                  </a:lnTo>
                  <a:lnTo>
                    <a:pt x="4770077" y="3390899"/>
                  </a:lnTo>
                  <a:lnTo>
                    <a:pt x="4783053" y="3378199"/>
                  </a:lnTo>
                  <a:lnTo>
                    <a:pt x="4771978" y="3352799"/>
                  </a:lnTo>
                  <a:lnTo>
                    <a:pt x="4769616" y="3327399"/>
                  </a:lnTo>
                  <a:lnTo>
                    <a:pt x="4775980" y="3301999"/>
                  </a:lnTo>
                  <a:lnTo>
                    <a:pt x="4791081" y="3276599"/>
                  </a:lnTo>
                  <a:close/>
                </a:path>
                <a:path w="5558155" h="5549900">
                  <a:moveTo>
                    <a:pt x="4809834" y="3263899"/>
                  </a:moveTo>
                  <a:lnTo>
                    <a:pt x="4877066" y="3263899"/>
                  </a:lnTo>
                  <a:lnTo>
                    <a:pt x="4886819" y="3276599"/>
                  </a:lnTo>
                  <a:lnTo>
                    <a:pt x="4800081" y="3276599"/>
                  </a:lnTo>
                  <a:lnTo>
                    <a:pt x="4809834" y="3263899"/>
                  </a:lnTo>
                  <a:close/>
                </a:path>
                <a:path w="5558155" h="5549900">
                  <a:moveTo>
                    <a:pt x="5471436" y="139699"/>
                  </a:moveTo>
                  <a:lnTo>
                    <a:pt x="5496648" y="139699"/>
                  </a:lnTo>
                  <a:lnTo>
                    <a:pt x="5496648" y="1206499"/>
                  </a:lnTo>
                  <a:lnTo>
                    <a:pt x="5496021" y="1206499"/>
                  </a:lnTo>
                  <a:lnTo>
                    <a:pt x="5495018" y="1219199"/>
                  </a:lnTo>
                  <a:lnTo>
                    <a:pt x="5491505" y="1219199"/>
                  </a:lnTo>
                  <a:lnTo>
                    <a:pt x="4856056" y="1765299"/>
                  </a:lnTo>
                  <a:lnTo>
                    <a:pt x="4856056" y="3263899"/>
                  </a:lnTo>
                  <a:lnTo>
                    <a:pt x="4830844" y="3263899"/>
                  </a:lnTo>
                  <a:lnTo>
                    <a:pt x="4830718" y="1752599"/>
                  </a:lnTo>
                  <a:lnTo>
                    <a:pt x="4835234" y="1752599"/>
                  </a:lnTo>
                  <a:lnTo>
                    <a:pt x="5471436" y="1206499"/>
                  </a:lnTo>
                  <a:lnTo>
                    <a:pt x="5471436" y="139699"/>
                  </a:lnTo>
                  <a:close/>
                </a:path>
                <a:path w="5558155" h="5549900">
                  <a:moveTo>
                    <a:pt x="4472424" y="3047999"/>
                  </a:moveTo>
                  <a:lnTo>
                    <a:pt x="4527474" y="3047999"/>
                  </a:lnTo>
                  <a:lnTo>
                    <a:pt x="4539398" y="3060699"/>
                  </a:lnTo>
                  <a:lnTo>
                    <a:pt x="4547277" y="3073399"/>
                  </a:lnTo>
                  <a:lnTo>
                    <a:pt x="4550122" y="3098799"/>
                  </a:lnTo>
                  <a:lnTo>
                    <a:pt x="4546163" y="3111499"/>
                  </a:lnTo>
                  <a:lnTo>
                    <a:pt x="4535384" y="3124199"/>
                  </a:lnTo>
                  <a:lnTo>
                    <a:pt x="4519430" y="3136899"/>
                  </a:lnTo>
                  <a:lnTo>
                    <a:pt x="4480467" y="3136899"/>
                  </a:lnTo>
                  <a:lnTo>
                    <a:pt x="4464514" y="3124199"/>
                  </a:lnTo>
                  <a:lnTo>
                    <a:pt x="4453734" y="3111499"/>
                  </a:lnTo>
                  <a:lnTo>
                    <a:pt x="4449775" y="3098799"/>
                  </a:lnTo>
                  <a:lnTo>
                    <a:pt x="4452621" y="3073399"/>
                  </a:lnTo>
                  <a:lnTo>
                    <a:pt x="4460500" y="3060699"/>
                  </a:lnTo>
                  <a:lnTo>
                    <a:pt x="4472424" y="3047999"/>
                  </a:lnTo>
                  <a:close/>
                </a:path>
                <a:path w="5558155" h="5549900">
                  <a:moveTo>
                    <a:pt x="4372100" y="2387599"/>
                  </a:moveTo>
                  <a:lnTo>
                    <a:pt x="4400338" y="2387599"/>
                  </a:lnTo>
                  <a:lnTo>
                    <a:pt x="4428200" y="2400299"/>
                  </a:lnTo>
                  <a:lnTo>
                    <a:pt x="4448356" y="2412999"/>
                  </a:lnTo>
                  <a:lnTo>
                    <a:pt x="4460845" y="2438399"/>
                  </a:lnTo>
                  <a:lnTo>
                    <a:pt x="4465102" y="2463799"/>
                  </a:lnTo>
                  <a:lnTo>
                    <a:pt x="4460562" y="2489199"/>
                  </a:lnTo>
                  <a:lnTo>
                    <a:pt x="4507099" y="2514599"/>
                  </a:lnTo>
                  <a:lnTo>
                    <a:pt x="4512868" y="2514599"/>
                  </a:lnTo>
                  <a:lnTo>
                    <a:pt x="4512492" y="2527299"/>
                  </a:lnTo>
                  <a:lnTo>
                    <a:pt x="4512492" y="3047999"/>
                  </a:lnTo>
                  <a:lnTo>
                    <a:pt x="4487405" y="3047999"/>
                  </a:lnTo>
                  <a:lnTo>
                    <a:pt x="4487405" y="2527299"/>
                  </a:lnTo>
                  <a:lnTo>
                    <a:pt x="4448019" y="2501899"/>
                  </a:lnTo>
                  <a:lnTo>
                    <a:pt x="4332181" y="2501899"/>
                  </a:lnTo>
                  <a:lnTo>
                    <a:pt x="4319763" y="2476499"/>
                  </a:lnTo>
                  <a:lnTo>
                    <a:pt x="4317787" y="2451099"/>
                  </a:lnTo>
                  <a:lnTo>
                    <a:pt x="4327100" y="2425699"/>
                  </a:lnTo>
                  <a:lnTo>
                    <a:pt x="4346637" y="2400299"/>
                  </a:lnTo>
                  <a:lnTo>
                    <a:pt x="4372100" y="2387599"/>
                  </a:lnTo>
                  <a:close/>
                </a:path>
                <a:path w="5558155" h="5549900">
                  <a:moveTo>
                    <a:pt x="4011884" y="266699"/>
                  </a:moveTo>
                  <a:lnTo>
                    <a:pt x="4843387" y="266699"/>
                  </a:lnTo>
                  <a:lnTo>
                    <a:pt x="5062646" y="482599"/>
                  </a:lnTo>
                  <a:lnTo>
                    <a:pt x="5063650" y="482599"/>
                  </a:lnTo>
                  <a:lnTo>
                    <a:pt x="5065406" y="495299"/>
                  </a:lnTo>
                  <a:lnTo>
                    <a:pt x="5065657" y="495299"/>
                  </a:lnTo>
                  <a:lnTo>
                    <a:pt x="5065657" y="1117599"/>
                  </a:lnTo>
                  <a:lnTo>
                    <a:pt x="5060765" y="1117599"/>
                  </a:lnTo>
                  <a:lnTo>
                    <a:pt x="4260997" y="1854199"/>
                  </a:lnTo>
                  <a:lnTo>
                    <a:pt x="4260997" y="2857499"/>
                  </a:lnTo>
                  <a:lnTo>
                    <a:pt x="4275978" y="2870199"/>
                  </a:lnTo>
                  <a:lnTo>
                    <a:pt x="4287902" y="2882899"/>
                  </a:lnTo>
                  <a:lnTo>
                    <a:pt x="4295781" y="2895599"/>
                  </a:lnTo>
                  <a:lnTo>
                    <a:pt x="4298627" y="2908299"/>
                  </a:lnTo>
                  <a:lnTo>
                    <a:pt x="4294668" y="2933699"/>
                  </a:lnTo>
                  <a:lnTo>
                    <a:pt x="4283888" y="2946399"/>
                  </a:lnTo>
                  <a:lnTo>
                    <a:pt x="4267935" y="2959099"/>
                  </a:lnTo>
                  <a:lnTo>
                    <a:pt x="4228972" y="2959099"/>
                  </a:lnTo>
                  <a:lnTo>
                    <a:pt x="4213018" y="2946399"/>
                  </a:lnTo>
                  <a:lnTo>
                    <a:pt x="4202239" y="2933699"/>
                  </a:lnTo>
                  <a:lnTo>
                    <a:pt x="4198280" y="2908299"/>
                  </a:lnTo>
                  <a:lnTo>
                    <a:pt x="4201125" y="2895599"/>
                  </a:lnTo>
                  <a:lnTo>
                    <a:pt x="4209004" y="2882899"/>
                  </a:lnTo>
                  <a:lnTo>
                    <a:pt x="4220928" y="2870199"/>
                  </a:lnTo>
                  <a:lnTo>
                    <a:pt x="4235910" y="2857499"/>
                  </a:lnTo>
                  <a:lnTo>
                    <a:pt x="4235910" y="1841499"/>
                  </a:lnTo>
                  <a:lnTo>
                    <a:pt x="4240049" y="1841499"/>
                  </a:lnTo>
                  <a:lnTo>
                    <a:pt x="5040570" y="1104899"/>
                  </a:lnTo>
                  <a:lnTo>
                    <a:pt x="5040570" y="495299"/>
                  </a:lnTo>
                  <a:lnTo>
                    <a:pt x="4831596" y="292099"/>
                  </a:lnTo>
                  <a:lnTo>
                    <a:pt x="3986468" y="292099"/>
                  </a:lnTo>
                  <a:lnTo>
                    <a:pt x="4011884" y="266699"/>
                  </a:lnTo>
                  <a:close/>
                </a:path>
                <a:path w="5558155" h="5549900">
                  <a:moveTo>
                    <a:pt x="4332181" y="2501899"/>
                  </a:moveTo>
                  <a:lnTo>
                    <a:pt x="4448019" y="2501899"/>
                  </a:lnTo>
                  <a:lnTo>
                    <a:pt x="4428244" y="2527299"/>
                  </a:lnTo>
                  <a:lnTo>
                    <a:pt x="4354194" y="2527299"/>
                  </a:lnTo>
                  <a:lnTo>
                    <a:pt x="4332181" y="2501899"/>
                  </a:lnTo>
                  <a:close/>
                </a:path>
                <a:path w="5558155" h="5549900">
                  <a:moveTo>
                    <a:pt x="4772768" y="507999"/>
                  </a:moveTo>
                  <a:lnTo>
                    <a:pt x="4801529" y="520699"/>
                  </a:lnTo>
                  <a:lnTo>
                    <a:pt x="4825058" y="533399"/>
                  </a:lnTo>
                  <a:lnTo>
                    <a:pt x="4840943" y="558799"/>
                  </a:lnTo>
                  <a:lnTo>
                    <a:pt x="4846774" y="584199"/>
                  </a:lnTo>
                  <a:lnTo>
                    <a:pt x="4842076" y="609599"/>
                  </a:lnTo>
                  <a:lnTo>
                    <a:pt x="4829135" y="634999"/>
                  </a:lnTo>
                  <a:lnTo>
                    <a:pt x="4809679" y="647699"/>
                  </a:lnTo>
                  <a:lnTo>
                    <a:pt x="4785437" y="660399"/>
                  </a:lnTo>
                  <a:lnTo>
                    <a:pt x="4785437" y="1028699"/>
                  </a:lnTo>
                  <a:lnTo>
                    <a:pt x="4783932" y="1028699"/>
                  </a:lnTo>
                  <a:lnTo>
                    <a:pt x="4782552" y="1041399"/>
                  </a:lnTo>
                  <a:lnTo>
                    <a:pt x="4781047" y="1041399"/>
                  </a:lnTo>
                  <a:lnTo>
                    <a:pt x="3957446" y="1866899"/>
                  </a:lnTo>
                  <a:lnTo>
                    <a:pt x="3957446" y="2171699"/>
                  </a:lnTo>
                  <a:lnTo>
                    <a:pt x="3972428" y="2184399"/>
                  </a:lnTo>
                  <a:lnTo>
                    <a:pt x="3984352" y="2197099"/>
                  </a:lnTo>
                  <a:lnTo>
                    <a:pt x="3992230" y="2209799"/>
                  </a:lnTo>
                  <a:lnTo>
                    <a:pt x="3995076" y="2222499"/>
                  </a:lnTo>
                  <a:lnTo>
                    <a:pt x="3991117" y="2247899"/>
                  </a:lnTo>
                  <a:lnTo>
                    <a:pt x="3980338" y="2260599"/>
                  </a:lnTo>
                  <a:lnTo>
                    <a:pt x="3964384" y="2273299"/>
                  </a:lnTo>
                  <a:lnTo>
                    <a:pt x="3925421" y="2273299"/>
                  </a:lnTo>
                  <a:lnTo>
                    <a:pt x="3909467" y="2260599"/>
                  </a:lnTo>
                  <a:lnTo>
                    <a:pt x="3898688" y="2247899"/>
                  </a:lnTo>
                  <a:lnTo>
                    <a:pt x="3894729" y="2222499"/>
                  </a:lnTo>
                  <a:lnTo>
                    <a:pt x="3897575" y="2209799"/>
                  </a:lnTo>
                  <a:lnTo>
                    <a:pt x="3905454" y="2197099"/>
                  </a:lnTo>
                  <a:lnTo>
                    <a:pt x="3917378" y="2184399"/>
                  </a:lnTo>
                  <a:lnTo>
                    <a:pt x="3932359" y="2171699"/>
                  </a:lnTo>
                  <a:lnTo>
                    <a:pt x="3932359" y="1854199"/>
                  </a:lnTo>
                  <a:lnTo>
                    <a:pt x="3932986" y="1854199"/>
                  </a:lnTo>
                  <a:lnTo>
                    <a:pt x="4760224" y="1028699"/>
                  </a:lnTo>
                  <a:lnTo>
                    <a:pt x="4760224" y="660399"/>
                  </a:lnTo>
                  <a:lnTo>
                    <a:pt x="4735910" y="647699"/>
                  </a:lnTo>
                  <a:lnTo>
                    <a:pt x="4716417" y="634999"/>
                  </a:lnTo>
                  <a:lnTo>
                    <a:pt x="4703462" y="609599"/>
                  </a:lnTo>
                  <a:lnTo>
                    <a:pt x="4698762" y="584199"/>
                  </a:lnTo>
                  <a:lnTo>
                    <a:pt x="4704592" y="558799"/>
                  </a:lnTo>
                  <a:lnTo>
                    <a:pt x="4720477" y="533399"/>
                  </a:lnTo>
                  <a:lnTo>
                    <a:pt x="4744006" y="520699"/>
                  </a:lnTo>
                  <a:lnTo>
                    <a:pt x="4772768" y="507999"/>
                  </a:lnTo>
                  <a:close/>
                </a:path>
                <a:path w="5558155" h="5549900">
                  <a:moveTo>
                    <a:pt x="5134984" y="1790699"/>
                  </a:moveTo>
                  <a:lnTo>
                    <a:pt x="5192508" y="1790699"/>
                  </a:lnTo>
                  <a:lnTo>
                    <a:pt x="5216036" y="1803399"/>
                  </a:lnTo>
                  <a:lnTo>
                    <a:pt x="5231921" y="1828799"/>
                  </a:lnTo>
                  <a:lnTo>
                    <a:pt x="5237752" y="1854199"/>
                  </a:lnTo>
                  <a:lnTo>
                    <a:pt x="5233035" y="1892299"/>
                  </a:lnTo>
                  <a:lnTo>
                    <a:pt x="5220050" y="1904999"/>
                  </a:lnTo>
                  <a:lnTo>
                    <a:pt x="5200551" y="1930399"/>
                  </a:lnTo>
                  <a:lnTo>
                    <a:pt x="5126888" y="1930399"/>
                  </a:lnTo>
                  <a:lnTo>
                    <a:pt x="5107395" y="1904999"/>
                  </a:lnTo>
                  <a:lnTo>
                    <a:pt x="5094440" y="1892299"/>
                  </a:lnTo>
                  <a:lnTo>
                    <a:pt x="5089740" y="1854199"/>
                  </a:lnTo>
                  <a:lnTo>
                    <a:pt x="5095571" y="1828799"/>
                  </a:lnTo>
                  <a:lnTo>
                    <a:pt x="5111456" y="1803399"/>
                  </a:lnTo>
                  <a:lnTo>
                    <a:pt x="5134984" y="1790699"/>
                  </a:lnTo>
                  <a:close/>
                </a:path>
                <a:path w="5558155" h="5549900">
                  <a:moveTo>
                    <a:pt x="4060682" y="520699"/>
                  </a:moveTo>
                  <a:lnTo>
                    <a:pt x="4100817" y="520699"/>
                  </a:lnTo>
                  <a:lnTo>
                    <a:pt x="3654146" y="965199"/>
                  </a:lnTo>
                  <a:lnTo>
                    <a:pt x="3034000" y="965199"/>
                  </a:lnTo>
                  <a:lnTo>
                    <a:pt x="2898782" y="1206499"/>
                  </a:lnTo>
                  <a:lnTo>
                    <a:pt x="1910486" y="1206499"/>
                  </a:lnTo>
                  <a:lnTo>
                    <a:pt x="1906116" y="1231899"/>
                  </a:lnTo>
                  <a:lnTo>
                    <a:pt x="1898570" y="1244599"/>
                  </a:lnTo>
                  <a:lnTo>
                    <a:pt x="1888014" y="1257299"/>
                  </a:lnTo>
                  <a:lnTo>
                    <a:pt x="1874612" y="1257299"/>
                  </a:lnTo>
                  <a:lnTo>
                    <a:pt x="1846697" y="1269999"/>
                  </a:lnTo>
                  <a:lnTo>
                    <a:pt x="1818465" y="1269999"/>
                  </a:lnTo>
                  <a:lnTo>
                    <a:pt x="1793031" y="1257299"/>
                  </a:lnTo>
                  <a:lnTo>
                    <a:pt x="1773512" y="1231899"/>
                  </a:lnTo>
                  <a:lnTo>
                    <a:pt x="1764587" y="1206499"/>
                  </a:lnTo>
                  <a:lnTo>
                    <a:pt x="1764858" y="1181099"/>
                  </a:lnTo>
                  <a:lnTo>
                    <a:pt x="2880720" y="1181099"/>
                  </a:lnTo>
                  <a:lnTo>
                    <a:pt x="3015937" y="952499"/>
                  </a:lnTo>
                  <a:lnTo>
                    <a:pt x="3017944" y="952499"/>
                  </a:lnTo>
                  <a:lnTo>
                    <a:pt x="3021582" y="939799"/>
                  </a:lnTo>
                  <a:lnTo>
                    <a:pt x="3640599" y="939799"/>
                  </a:lnTo>
                  <a:lnTo>
                    <a:pt x="4060682" y="520699"/>
                  </a:lnTo>
                  <a:close/>
                </a:path>
                <a:path w="5558155" h="5549900">
                  <a:moveTo>
                    <a:pt x="869972" y="774699"/>
                  </a:moveTo>
                  <a:lnTo>
                    <a:pt x="906034" y="774699"/>
                  </a:lnTo>
                  <a:lnTo>
                    <a:pt x="920310" y="787399"/>
                  </a:lnTo>
                  <a:lnTo>
                    <a:pt x="931293" y="800099"/>
                  </a:lnTo>
                  <a:lnTo>
                    <a:pt x="937996" y="812799"/>
                  </a:lnTo>
                  <a:lnTo>
                    <a:pt x="1630894" y="812799"/>
                  </a:lnTo>
                  <a:lnTo>
                    <a:pt x="1812021" y="1130299"/>
                  </a:lnTo>
                  <a:lnTo>
                    <a:pt x="1862367" y="1130299"/>
                  </a:lnTo>
                  <a:lnTo>
                    <a:pt x="1884536" y="1142999"/>
                  </a:lnTo>
                  <a:lnTo>
                    <a:pt x="1901707" y="1155699"/>
                  </a:lnTo>
                  <a:lnTo>
                    <a:pt x="1904809" y="1168399"/>
                  </a:lnTo>
                  <a:lnTo>
                    <a:pt x="1907335" y="1168399"/>
                  </a:lnTo>
                  <a:lnTo>
                    <a:pt x="1909274" y="1181099"/>
                  </a:lnTo>
                  <a:lnTo>
                    <a:pt x="1764858" y="1181099"/>
                  </a:lnTo>
                  <a:lnTo>
                    <a:pt x="1773689" y="1155699"/>
                  </a:lnTo>
                  <a:lnTo>
                    <a:pt x="1790446" y="1142999"/>
                  </a:lnTo>
                  <a:lnTo>
                    <a:pt x="1612832" y="838199"/>
                  </a:lnTo>
                  <a:lnTo>
                    <a:pt x="843239" y="838199"/>
                  </a:lnTo>
                  <a:lnTo>
                    <a:pt x="839280" y="825499"/>
                  </a:lnTo>
                  <a:lnTo>
                    <a:pt x="843239" y="800099"/>
                  </a:lnTo>
                  <a:lnTo>
                    <a:pt x="854018" y="787399"/>
                  </a:lnTo>
                  <a:lnTo>
                    <a:pt x="869972" y="774699"/>
                  </a:lnTo>
                  <a:close/>
                </a:path>
                <a:path w="5558155" h="5549900">
                  <a:moveTo>
                    <a:pt x="4086142" y="495299"/>
                  </a:moveTo>
                  <a:lnTo>
                    <a:pt x="4514624" y="495299"/>
                  </a:lnTo>
                  <a:lnTo>
                    <a:pt x="4514624" y="888999"/>
                  </a:lnTo>
                  <a:lnTo>
                    <a:pt x="4538939" y="901699"/>
                  </a:lnTo>
                  <a:lnTo>
                    <a:pt x="4558432" y="914399"/>
                  </a:lnTo>
                  <a:lnTo>
                    <a:pt x="4571387" y="939799"/>
                  </a:lnTo>
                  <a:lnTo>
                    <a:pt x="4576087" y="965199"/>
                  </a:lnTo>
                  <a:lnTo>
                    <a:pt x="4570256" y="990599"/>
                  </a:lnTo>
                  <a:lnTo>
                    <a:pt x="4554371" y="1015999"/>
                  </a:lnTo>
                  <a:lnTo>
                    <a:pt x="4530843" y="1041399"/>
                  </a:lnTo>
                  <a:lnTo>
                    <a:pt x="4473319" y="1041399"/>
                  </a:lnTo>
                  <a:lnTo>
                    <a:pt x="4449791" y="1015999"/>
                  </a:lnTo>
                  <a:lnTo>
                    <a:pt x="4433906" y="990599"/>
                  </a:lnTo>
                  <a:lnTo>
                    <a:pt x="4428075" y="965199"/>
                  </a:lnTo>
                  <a:lnTo>
                    <a:pt x="4432775" y="939799"/>
                  </a:lnTo>
                  <a:lnTo>
                    <a:pt x="4445730" y="914399"/>
                  </a:lnTo>
                  <a:lnTo>
                    <a:pt x="4465223" y="901699"/>
                  </a:lnTo>
                  <a:lnTo>
                    <a:pt x="4489538" y="888999"/>
                  </a:lnTo>
                  <a:lnTo>
                    <a:pt x="4489538" y="520699"/>
                  </a:lnTo>
                  <a:lnTo>
                    <a:pt x="4060682" y="520699"/>
                  </a:lnTo>
                  <a:lnTo>
                    <a:pt x="4086142" y="495299"/>
                  </a:lnTo>
                  <a:close/>
                </a:path>
                <a:path w="5558155" h="5549900">
                  <a:moveTo>
                    <a:pt x="869972" y="863599"/>
                  </a:moveTo>
                  <a:lnTo>
                    <a:pt x="906105" y="863599"/>
                  </a:lnTo>
                  <a:lnTo>
                    <a:pt x="889453" y="876299"/>
                  </a:lnTo>
                  <a:lnTo>
                    <a:pt x="869972" y="863599"/>
                  </a:lnTo>
                  <a:close/>
                </a:path>
                <a:path w="5558155" h="5549900">
                  <a:moveTo>
                    <a:pt x="3523193" y="50799"/>
                  </a:moveTo>
                  <a:lnTo>
                    <a:pt x="5027023" y="50799"/>
                  </a:lnTo>
                  <a:lnTo>
                    <a:pt x="5296581" y="330199"/>
                  </a:lnTo>
                  <a:lnTo>
                    <a:pt x="5300846" y="330199"/>
                  </a:lnTo>
                  <a:lnTo>
                    <a:pt x="5300846" y="711199"/>
                  </a:lnTo>
                  <a:lnTo>
                    <a:pt x="5325160" y="723899"/>
                  </a:lnTo>
                  <a:lnTo>
                    <a:pt x="5344653" y="736599"/>
                  </a:lnTo>
                  <a:lnTo>
                    <a:pt x="5357608" y="761999"/>
                  </a:lnTo>
                  <a:lnTo>
                    <a:pt x="5362308" y="787399"/>
                  </a:lnTo>
                  <a:lnTo>
                    <a:pt x="5356478" y="812799"/>
                  </a:lnTo>
                  <a:lnTo>
                    <a:pt x="5340593" y="838199"/>
                  </a:lnTo>
                  <a:lnTo>
                    <a:pt x="5317064" y="850899"/>
                  </a:lnTo>
                  <a:lnTo>
                    <a:pt x="5288302" y="863599"/>
                  </a:lnTo>
                  <a:lnTo>
                    <a:pt x="5259541" y="850899"/>
                  </a:lnTo>
                  <a:lnTo>
                    <a:pt x="5236012" y="838199"/>
                  </a:lnTo>
                  <a:lnTo>
                    <a:pt x="5220127" y="812799"/>
                  </a:lnTo>
                  <a:lnTo>
                    <a:pt x="5214296" y="787399"/>
                  </a:lnTo>
                  <a:lnTo>
                    <a:pt x="5218996" y="761999"/>
                  </a:lnTo>
                  <a:lnTo>
                    <a:pt x="5231951" y="736599"/>
                  </a:lnTo>
                  <a:lnTo>
                    <a:pt x="5251444" y="723899"/>
                  </a:lnTo>
                  <a:lnTo>
                    <a:pt x="5275759" y="711199"/>
                  </a:lnTo>
                  <a:lnTo>
                    <a:pt x="5275759" y="342899"/>
                  </a:lnTo>
                  <a:lnTo>
                    <a:pt x="5015985" y="76199"/>
                  </a:lnTo>
                  <a:lnTo>
                    <a:pt x="3505113" y="76199"/>
                  </a:lnTo>
                  <a:lnTo>
                    <a:pt x="3517800" y="63499"/>
                  </a:lnTo>
                  <a:lnTo>
                    <a:pt x="3519932" y="63499"/>
                  </a:lnTo>
                  <a:lnTo>
                    <a:pt x="3523193" y="50799"/>
                  </a:lnTo>
                  <a:close/>
                </a:path>
                <a:path w="5558155" h="5549900">
                  <a:moveTo>
                    <a:pt x="843239" y="838199"/>
                  </a:moveTo>
                  <a:lnTo>
                    <a:pt x="937996" y="838199"/>
                  </a:lnTo>
                  <a:lnTo>
                    <a:pt x="931364" y="850899"/>
                  </a:lnTo>
                  <a:lnTo>
                    <a:pt x="920404" y="863599"/>
                  </a:lnTo>
                  <a:lnTo>
                    <a:pt x="854018" y="863599"/>
                  </a:lnTo>
                  <a:lnTo>
                    <a:pt x="843239" y="838199"/>
                  </a:lnTo>
                  <a:close/>
                </a:path>
                <a:path w="5558155" h="5549900">
                  <a:moveTo>
                    <a:pt x="3986468" y="292099"/>
                  </a:moveTo>
                  <a:lnTo>
                    <a:pt x="4025557" y="292099"/>
                  </a:lnTo>
                  <a:lnTo>
                    <a:pt x="3579137" y="736599"/>
                  </a:lnTo>
                  <a:lnTo>
                    <a:pt x="2576667" y="736599"/>
                  </a:lnTo>
                  <a:lnTo>
                    <a:pt x="2567853" y="761999"/>
                  </a:lnTo>
                  <a:lnTo>
                    <a:pt x="2551596" y="787399"/>
                  </a:lnTo>
                  <a:lnTo>
                    <a:pt x="2529623" y="800099"/>
                  </a:lnTo>
                  <a:lnTo>
                    <a:pt x="2474903" y="800099"/>
                  </a:lnTo>
                  <a:lnTo>
                    <a:pt x="2451374" y="774699"/>
                  </a:lnTo>
                  <a:lnTo>
                    <a:pt x="2435489" y="761999"/>
                  </a:lnTo>
                  <a:lnTo>
                    <a:pt x="2429658" y="723899"/>
                  </a:lnTo>
                  <a:lnTo>
                    <a:pt x="2432574" y="711199"/>
                  </a:lnTo>
                  <a:lnTo>
                    <a:pt x="3567095" y="711199"/>
                  </a:lnTo>
                  <a:lnTo>
                    <a:pt x="3986468" y="292099"/>
                  </a:lnTo>
                  <a:close/>
                </a:path>
                <a:path w="5558155" h="5549900">
                  <a:moveTo>
                    <a:pt x="2503664" y="647699"/>
                  </a:moveTo>
                  <a:lnTo>
                    <a:pt x="2529621" y="660399"/>
                  </a:lnTo>
                  <a:lnTo>
                    <a:pt x="2551580" y="673099"/>
                  </a:lnTo>
                  <a:lnTo>
                    <a:pt x="2567801" y="685799"/>
                  </a:lnTo>
                  <a:lnTo>
                    <a:pt x="2576542" y="711199"/>
                  </a:lnTo>
                  <a:lnTo>
                    <a:pt x="2432574" y="711199"/>
                  </a:lnTo>
                  <a:lnTo>
                    <a:pt x="2435489" y="698499"/>
                  </a:lnTo>
                  <a:lnTo>
                    <a:pt x="2451374" y="673099"/>
                  </a:lnTo>
                  <a:lnTo>
                    <a:pt x="2474903" y="660399"/>
                  </a:lnTo>
                  <a:lnTo>
                    <a:pt x="2503664" y="647699"/>
                  </a:lnTo>
                  <a:close/>
                </a:path>
                <a:path w="5558155" h="5549900">
                  <a:moveTo>
                    <a:pt x="3505113" y="76199"/>
                  </a:moveTo>
                  <a:lnTo>
                    <a:pt x="3532475" y="76199"/>
                  </a:lnTo>
                  <a:lnTo>
                    <a:pt x="3074515" y="533399"/>
                  </a:lnTo>
                  <a:lnTo>
                    <a:pt x="3073888" y="533399"/>
                  </a:lnTo>
                  <a:lnTo>
                    <a:pt x="3073135" y="546099"/>
                  </a:lnTo>
                  <a:lnTo>
                    <a:pt x="1754572" y="546099"/>
                  </a:lnTo>
                  <a:lnTo>
                    <a:pt x="1747940" y="558799"/>
                  </a:lnTo>
                  <a:lnTo>
                    <a:pt x="1736980" y="571499"/>
                  </a:lnTo>
                  <a:lnTo>
                    <a:pt x="1722680" y="571499"/>
                  </a:lnTo>
                  <a:lnTo>
                    <a:pt x="1706029" y="584199"/>
                  </a:lnTo>
                  <a:lnTo>
                    <a:pt x="1686548" y="571499"/>
                  </a:lnTo>
                  <a:lnTo>
                    <a:pt x="1670594" y="558799"/>
                  </a:lnTo>
                  <a:lnTo>
                    <a:pt x="1659815" y="546099"/>
                  </a:lnTo>
                  <a:lnTo>
                    <a:pt x="1655856" y="533399"/>
                  </a:lnTo>
                  <a:lnTo>
                    <a:pt x="1657835" y="520699"/>
                  </a:lnTo>
                  <a:lnTo>
                    <a:pt x="3061094" y="520699"/>
                  </a:lnTo>
                  <a:lnTo>
                    <a:pt x="3505113" y="76199"/>
                  </a:lnTo>
                  <a:close/>
                </a:path>
                <a:path w="5558155" h="5549900">
                  <a:moveTo>
                    <a:pt x="1686548" y="482599"/>
                  </a:moveTo>
                  <a:lnTo>
                    <a:pt x="1722610" y="482599"/>
                  </a:lnTo>
                  <a:lnTo>
                    <a:pt x="1736886" y="495299"/>
                  </a:lnTo>
                  <a:lnTo>
                    <a:pt x="1747869" y="507999"/>
                  </a:lnTo>
                  <a:lnTo>
                    <a:pt x="1754572" y="520699"/>
                  </a:lnTo>
                  <a:lnTo>
                    <a:pt x="1657835" y="520699"/>
                  </a:lnTo>
                  <a:lnTo>
                    <a:pt x="1659815" y="507999"/>
                  </a:lnTo>
                  <a:lnTo>
                    <a:pt x="1670594" y="495299"/>
                  </a:lnTo>
                  <a:lnTo>
                    <a:pt x="1686548" y="482599"/>
                  </a:lnTo>
                  <a:close/>
                </a:path>
                <a:path w="5558155" h="5549900">
                  <a:moveTo>
                    <a:pt x="2924627" y="228599"/>
                  </a:moveTo>
                  <a:lnTo>
                    <a:pt x="2979348" y="228599"/>
                  </a:lnTo>
                  <a:lnTo>
                    <a:pt x="3002877" y="241299"/>
                  </a:lnTo>
                  <a:lnTo>
                    <a:pt x="3018762" y="266699"/>
                  </a:lnTo>
                  <a:lnTo>
                    <a:pt x="3024592" y="304799"/>
                  </a:lnTo>
                  <a:lnTo>
                    <a:pt x="3018762" y="330199"/>
                  </a:lnTo>
                  <a:lnTo>
                    <a:pt x="3002877" y="355599"/>
                  </a:lnTo>
                  <a:lnTo>
                    <a:pt x="2979348" y="368299"/>
                  </a:lnTo>
                  <a:lnTo>
                    <a:pt x="2924574" y="368299"/>
                  </a:lnTo>
                  <a:lnTo>
                    <a:pt x="2902608" y="355599"/>
                  </a:lnTo>
                  <a:lnTo>
                    <a:pt x="2886380" y="330199"/>
                  </a:lnTo>
                  <a:lnTo>
                    <a:pt x="2877584" y="317499"/>
                  </a:lnTo>
                  <a:lnTo>
                    <a:pt x="3958" y="317499"/>
                  </a:lnTo>
                  <a:lnTo>
                    <a:pt x="0" y="304799"/>
                  </a:lnTo>
                  <a:lnTo>
                    <a:pt x="1979" y="292099"/>
                  </a:lnTo>
                  <a:lnTo>
                    <a:pt x="2877584" y="292099"/>
                  </a:lnTo>
                  <a:lnTo>
                    <a:pt x="2886397" y="266699"/>
                  </a:lnTo>
                  <a:lnTo>
                    <a:pt x="2902655" y="241299"/>
                  </a:lnTo>
                  <a:lnTo>
                    <a:pt x="2924627" y="228599"/>
                  </a:lnTo>
                  <a:close/>
                </a:path>
                <a:path w="5558155" h="5549900">
                  <a:moveTo>
                    <a:pt x="3958" y="317499"/>
                  </a:moveTo>
                  <a:lnTo>
                    <a:pt x="98716" y="317499"/>
                  </a:lnTo>
                  <a:lnTo>
                    <a:pt x="92084" y="330199"/>
                  </a:lnTo>
                  <a:lnTo>
                    <a:pt x="81124" y="342899"/>
                  </a:lnTo>
                  <a:lnTo>
                    <a:pt x="30692" y="342899"/>
                  </a:lnTo>
                  <a:lnTo>
                    <a:pt x="14738" y="330199"/>
                  </a:lnTo>
                  <a:lnTo>
                    <a:pt x="3958" y="317499"/>
                  </a:lnTo>
                  <a:close/>
                </a:path>
                <a:path w="5558155" h="5549900">
                  <a:moveTo>
                    <a:pt x="30692" y="253999"/>
                  </a:moveTo>
                  <a:lnTo>
                    <a:pt x="81030" y="253999"/>
                  </a:lnTo>
                  <a:lnTo>
                    <a:pt x="92013" y="266699"/>
                  </a:lnTo>
                  <a:lnTo>
                    <a:pt x="98716" y="292099"/>
                  </a:lnTo>
                  <a:lnTo>
                    <a:pt x="1979" y="292099"/>
                  </a:lnTo>
                  <a:lnTo>
                    <a:pt x="3958" y="279399"/>
                  </a:lnTo>
                  <a:lnTo>
                    <a:pt x="14738" y="266699"/>
                  </a:lnTo>
                  <a:lnTo>
                    <a:pt x="30692" y="253999"/>
                  </a:lnTo>
                  <a:close/>
                </a:path>
                <a:path w="5558155" h="5549900">
                  <a:moveTo>
                    <a:pt x="5455218" y="0"/>
                  </a:moveTo>
                  <a:lnTo>
                    <a:pt x="5512741" y="0"/>
                  </a:lnTo>
                  <a:lnTo>
                    <a:pt x="5536270" y="25399"/>
                  </a:lnTo>
                  <a:lnTo>
                    <a:pt x="5552155" y="38099"/>
                  </a:lnTo>
                  <a:lnTo>
                    <a:pt x="5557985" y="76199"/>
                  </a:lnTo>
                  <a:lnTo>
                    <a:pt x="5553288" y="101599"/>
                  </a:lnTo>
                  <a:lnTo>
                    <a:pt x="5540346" y="114299"/>
                  </a:lnTo>
                  <a:lnTo>
                    <a:pt x="5520890" y="139699"/>
                  </a:lnTo>
                  <a:lnTo>
                    <a:pt x="5447121" y="139699"/>
                  </a:lnTo>
                  <a:lnTo>
                    <a:pt x="5427628" y="114299"/>
                  </a:lnTo>
                  <a:lnTo>
                    <a:pt x="5414673" y="101599"/>
                  </a:lnTo>
                  <a:lnTo>
                    <a:pt x="5409973" y="76199"/>
                  </a:lnTo>
                  <a:lnTo>
                    <a:pt x="5415804" y="38099"/>
                  </a:lnTo>
                  <a:lnTo>
                    <a:pt x="5431689" y="25399"/>
                  </a:lnTo>
                  <a:lnTo>
                    <a:pt x="5455218" y="0"/>
                  </a:lnTo>
                  <a:close/>
                </a:path>
              </a:pathLst>
            </a:custGeom>
            <a:solidFill>
              <a:srgbClr val="7209B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50574" y="0"/>
              <a:ext cx="3437426" cy="32456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42652"/>
              <a:ext cx="18287999" cy="38443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0235" y="7269262"/>
              <a:ext cx="95249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0235" y="7578507"/>
              <a:ext cx="95249" cy="952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0235" y="7887753"/>
              <a:ext cx="95249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40235" y="8196997"/>
              <a:ext cx="95249" cy="952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4449" y="5638215"/>
              <a:ext cx="2790825" cy="3619500"/>
            </a:xfrm>
            <a:custGeom>
              <a:avLst/>
              <a:gdLst/>
              <a:ahLst/>
              <a:cxnLst/>
              <a:rect l="l" t="t" r="r" b="b"/>
              <a:pathLst>
                <a:path w="2790825" h="3619500">
                  <a:moveTo>
                    <a:pt x="46710" y="793064"/>
                  </a:moveTo>
                  <a:lnTo>
                    <a:pt x="45275" y="784212"/>
                  </a:lnTo>
                  <a:lnTo>
                    <a:pt x="40411" y="776300"/>
                  </a:lnTo>
                  <a:lnTo>
                    <a:pt x="32867" y="770915"/>
                  </a:lnTo>
                  <a:lnTo>
                    <a:pt x="24130" y="768934"/>
                  </a:lnTo>
                  <a:lnTo>
                    <a:pt x="15278" y="770356"/>
                  </a:lnTo>
                  <a:lnTo>
                    <a:pt x="7366" y="775233"/>
                  </a:lnTo>
                  <a:lnTo>
                    <a:pt x="1981" y="782802"/>
                  </a:lnTo>
                  <a:lnTo>
                    <a:pt x="0" y="791578"/>
                  </a:lnTo>
                  <a:lnTo>
                    <a:pt x="1435" y="800442"/>
                  </a:lnTo>
                  <a:lnTo>
                    <a:pt x="6299" y="808278"/>
                  </a:lnTo>
                  <a:lnTo>
                    <a:pt x="11480" y="813727"/>
                  </a:lnTo>
                  <a:lnTo>
                    <a:pt x="18567" y="816317"/>
                  </a:lnTo>
                  <a:lnTo>
                    <a:pt x="30518" y="815200"/>
                  </a:lnTo>
                  <a:lnTo>
                    <a:pt x="35534" y="812939"/>
                  </a:lnTo>
                  <a:lnTo>
                    <a:pt x="39344" y="809345"/>
                  </a:lnTo>
                  <a:lnTo>
                    <a:pt x="44729" y="801801"/>
                  </a:lnTo>
                  <a:lnTo>
                    <a:pt x="46710" y="793064"/>
                  </a:lnTo>
                  <a:close/>
                </a:path>
                <a:path w="2790825" h="3619500">
                  <a:moveTo>
                    <a:pt x="49618" y="19456"/>
                  </a:moveTo>
                  <a:lnTo>
                    <a:pt x="30213" y="0"/>
                  </a:lnTo>
                  <a:lnTo>
                    <a:pt x="24130" y="2565"/>
                  </a:lnTo>
                  <a:lnTo>
                    <a:pt x="19570" y="7188"/>
                  </a:lnTo>
                  <a:lnTo>
                    <a:pt x="17208" y="13042"/>
                  </a:lnTo>
                  <a:lnTo>
                    <a:pt x="17208" y="19380"/>
                  </a:lnTo>
                  <a:lnTo>
                    <a:pt x="19773" y="25463"/>
                  </a:lnTo>
                  <a:lnTo>
                    <a:pt x="23317" y="30721"/>
                  </a:lnTo>
                  <a:lnTo>
                    <a:pt x="29133" y="33235"/>
                  </a:lnTo>
                  <a:lnTo>
                    <a:pt x="37706" y="32448"/>
                  </a:lnTo>
                  <a:lnTo>
                    <a:pt x="40309" y="31483"/>
                  </a:lnTo>
                  <a:lnTo>
                    <a:pt x="42697" y="29997"/>
                  </a:lnTo>
                  <a:lnTo>
                    <a:pt x="47244" y="25349"/>
                  </a:lnTo>
                  <a:lnTo>
                    <a:pt x="49618" y="19456"/>
                  </a:lnTo>
                  <a:close/>
                </a:path>
                <a:path w="2790825" h="3619500">
                  <a:moveTo>
                    <a:pt x="133565" y="1623872"/>
                  </a:moveTo>
                  <a:lnTo>
                    <a:pt x="129717" y="1612938"/>
                  </a:lnTo>
                  <a:lnTo>
                    <a:pt x="121640" y="1603946"/>
                  </a:lnTo>
                  <a:lnTo>
                    <a:pt x="110807" y="1598866"/>
                  </a:lnTo>
                  <a:lnTo>
                    <a:pt x="99225" y="1598383"/>
                  </a:lnTo>
                  <a:lnTo>
                    <a:pt x="88303" y="1602282"/>
                  </a:lnTo>
                  <a:lnTo>
                    <a:pt x="79400" y="1610398"/>
                  </a:lnTo>
                  <a:lnTo>
                    <a:pt x="74244" y="1621243"/>
                  </a:lnTo>
                  <a:lnTo>
                    <a:pt x="73736" y="1632813"/>
                  </a:lnTo>
                  <a:lnTo>
                    <a:pt x="77635" y="1643748"/>
                  </a:lnTo>
                  <a:lnTo>
                    <a:pt x="85661" y="1652651"/>
                  </a:lnTo>
                  <a:lnTo>
                    <a:pt x="91859" y="1657299"/>
                  </a:lnTo>
                  <a:lnTo>
                    <a:pt x="99225" y="1659128"/>
                  </a:lnTo>
                  <a:lnTo>
                    <a:pt x="114757" y="1657692"/>
                  </a:lnTo>
                  <a:lnTo>
                    <a:pt x="122643" y="1653540"/>
                  </a:lnTo>
                  <a:lnTo>
                    <a:pt x="127927" y="1646389"/>
                  </a:lnTo>
                  <a:lnTo>
                    <a:pt x="133019" y="1635467"/>
                  </a:lnTo>
                  <a:lnTo>
                    <a:pt x="133565" y="1623872"/>
                  </a:lnTo>
                  <a:close/>
                </a:path>
                <a:path w="2790825" h="3619500">
                  <a:moveTo>
                    <a:pt x="142532" y="527189"/>
                  </a:moveTo>
                  <a:lnTo>
                    <a:pt x="125133" y="504964"/>
                  </a:lnTo>
                  <a:lnTo>
                    <a:pt x="117525" y="505536"/>
                  </a:lnTo>
                  <a:lnTo>
                    <a:pt x="110439" y="509155"/>
                  </a:lnTo>
                  <a:lnTo>
                    <a:pt x="105257" y="515162"/>
                  </a:lnTo>
                  <a:lnTo>
                    <a:pt x="102895" y="522439"/>
                  </a:lnTo>
                  <a:lnTo>
                    <a:pt x="102958" y="523214"/>
                  </a:lnTo>
                  <a:lnTo>
                    <a:pt x="103479" y="530085"/>
                  </a:lnTo>
                  <a:lnTo>
                    <a:pt x="107111" y="537184"/>
                  </a:lnTo>
                  <a:lnTo>
                    <a:pt x="107302" y="537349"/>
                  </a:lnTo>
                  <a:lnTo>
                    <a:pt x="107429" y="537502"/>
                  </a:lnTo>
                  <a:lnTo>
                    <a:pt x="111582" y="542709"/>
                  </a:lnTo>
                  <a:lnTo>
                    <a:pt x="118122" y="545350"/>
                  </a:lnTo>
                  <a:lnTo>
                    <a:pt x="128295" y="544398"/>
                  </a:lnTo>
                  <a:lnTo>
                    <a:pt x="132118" y="542963"/>
                  </a:lnTo>
                  <a:lnTo>
                    <a:pt x="135140" y="540524"/>
                  </a:lnTo>
                  <a:lnTo>
                    <a:pt x="140208" y="534454"/>
                  </a:lnTo>
                  <a:lnTo>
                    <a:pt x="140258" y="534289"/>
                  </a:lnTo>
                  <a:lnTo>
                    <a:pt x="140322" y="534098"/>
                  </a:lnTo>
                  <a:lnTo>
                    <a:pt x="142532" y="527189"/>
                  </a:lnTo>
                  <a:close/>
                </a:path>
                <a:path w="2790825" h="3619500">
                  <a:moveTo>
                    <a:pt x="199453" y="1313472"/>
                  </a:moveTo>
                  <a:lnTo>
                    <a:pt x="196926" y="1303528"/>
                  </a:lnTo>
                  <a:lnTo>
                    <a:pt x="190487" y="1294968"/>
                  </a:lnTo>
                  <a:lnTo>
                    <a:pt x="181317" y="1289545"/>
                  </a:lnTo>
                  <a:lnTo>
                    <a:pt x="171132" y="1288161"/>
                  </a:lnTo>
                  <a:lnTo>
                    <a:pt x="161175" y="1290688"/>
                  </a:lnTo>
                  <a:lnTo>
                    <a:pt x="152704" y="1297051"/>
                  </a:lnTo>
                  <a:lnTo>
                    <a:pt x="147281" y="1306296"/>
                  </a:lnTo>
                  <a:lnTo>
                    <a:pt x="145884" y="1316482"/>
                  </a:lnTo>
                  <a:lnTo>
                    <a:pt x="148424" y="1326451"/>
                  </a:lnTo>
                  <a:lnTo>
                    <a:pt x="154787" y="1335011"/>
                  </a:lnTo>
                  <a:lnTo>
                    <a:pt x="160477" y="1340065"/>
                  </a:lnTo>
                  <a:lnTo>
                    <a:pt x="167881" y="1342250"/>
                  </a:lnTo>
                  <a:lnTo>
                    <a:pt x="181622" y="1340980"/>
                  </a:lnTo>
                  <a:lnTo>
                    <a:pt x="187833" y="1338059"/>
                  </a:lnTo>
                  <a:lnTo>
                    <a:pt x="192557" y="1332763"/>
                  </a:lnTo>
                  <a:lnTo>
                    <a:pt x="198005" y="1323606"/>
                  </a:lnTo>
                  <a:lnTo>
                    <a:pt x="199453" y="1313472"/>
                  </a:lnTo>
                  <a:close/>
                </a:path>
                <a:path w="2790825" h="3619500">
                  <a:moveTo>
                    <a:pt x="234149" y="286804"/>
                  </a:moveTo>
                  <a:lnTo>
                    <a:pt x="231597" y="280822"/>
                  </a:lnTo>
                  <a:lnTo>
                    <a:pt x="226974" y="276161"/>
                  </a:lnTo>
                  <a:lnTo>
                    <a:pt x="221107" y="273735"/>
                  </a:lnTo>
                  <a:lnTo>
                    <a:pt x="214769" y="273723"/>
                  </a:lnTo>
                  <a:lnTo>
                    <a:pt x="208686" y="276288"/>
                  </a:lnTo>
                  <a:lnTo>
                    <a:pt x="204127" y="280911"/>
                  </a:lnTo>
                  <a:lnTo>
                    <a:pt x="201752" y="286766"/>
                  </a:lnTo>
                  <a:lnTo>
                    <a:pt x="201764" y="293103"/>
                  </a:lnTo>
                  <a:lnTo>
                    <a:pt x="204330" y="299199"/>
                  </a:lnTo>
                  <a:lnTo>
                    <a:pt x="204343" y="299377"/>
                  </a:lnTo>
                  <a:lnTo>
                    <a:pt x="207721" y="304634"/>
                  </a:lnTo>
                  <a:lnTo>
                    <a:pt x="213702" y="307149"/>
                  </a:lnTo>
                  <a:lnTo>
                    <a:pt x="222097" y="306362"/>
                  </a:lnTo>
                  <a:lnTo>
                    <a:pt x="224701" y="305396"/>
                  </a:lnTo>
                  <a:lnTo>
                    <a:pt x="227076" y="303745"/>
                  </a:lnTo>
                  <a:lnTo>
                    <a:pt x="231724" y="299008"/>
                  </a:lnTo>
                  <a:lnTo>
                    <a:pt x="234137" y="293116"/>
                  </a:lnTo>
                  <a:lnTo>
                    <a:pt x="234149" y="286804"/>
                  </a:lnTo>
                  <a:close/>
                </a:path>
                <a:path w="2790825" h="3619500">
                  <a:moveTo>
                    <a:pt x="272326" y="1034021"/>
                  </a:moveTo>
                  <a:lnTo>
                    <a:pt x="270891" y="1025144"/>
                  </a:lnTo>
                  <a:lnTo>
                    <a:pt x="266014" y="1017231"/>
                  </a:lnTo>
                  <a:lnTo>
                    <a:pt x="258457" y="1011923"/>
                  </a:lnTo>
                  <a:lnTo>
                    <a:pt x="249682" y="1009942"/>
                  </a:lnTo>
                  <a:lnTo>
                    <a:pt x="240817" y="1011326"/>
                  </a:lnTo>
                  <a:lnTo>
                    <a:pt x="232981" y="1016165"/>
                  </a:lnTo>
                  <a:lnTo>
                    <a:pt x="227596" y="1023823"/>
                  </a:lnTo>
                  <a:lnTo>
                    <a:pt x="225615" y="1032598"/>
                  </a:lnTo>
                  <a:lnTo>
                    <a:pt x="227050" y="1041476"/>
                  </a:lnTo>
                  <a:lnTo>
                    <a:pt x="231927" y="1049388"/>
                  </a:lnTo>
                  <a:lnTo>
                    <a:pt x="237109" y="1054849"/>
                  </a:lnTo>
                  <a:lnTo>
                    <a:pt x="244170" y="1057249"/>
                  </a:lnTo>
                  <a:lnTo>
                    <a:pt x="256133" y="1056132"/>
                  </a:lnTo>
                  <a:lnTo>
                    <a:pt x="260972" y="1054061"/>
                  </a:lnTo>
                  <a:lnTo>
                    <a:pt x="264960" y="1050455"/>
                  </a:lnTo>
                  <a:lnTo>
                    <a:pt x="270344" y="1042809"/>
                  </a:lnTo>
                  <a:lnTo>
                    <a:pt x="272326" y="1034021"/>
                  </a:lnTo>
                  <a:close/>
                </a:path>
                <a:path w="2790825" h="3619500">
                  <a:moveTo>
                    <a:pt x="347408" y="786066"/>
                  </a:moveTo>
                  <a:lnTo>
                    <a:pt x="346798" y="778471"/>
                  </a:lnTo>
                  <a:lnTo>
                    <a:pt x="343242" y="771385"/>
                  </a:lnTo>
                  <a:lnTo>
                    <a:pt x="337172" y="766203"/>
                  </a:lnTo>
                  <a:lnTo>
                    <a:pt x="329907" y="763841"/>
                  </a:lnTo>
                  <a:lnTo>
                    <a:pt x="322300" y="764413"/>
                  </a:lnTo>
                  <a:lnTo>
                    <a:pt x="315214" y="768045"/>
                  </a:lnTo>
                  <a:lnTo>
                    <a:pt x="310057" y="774052"/>
                  </a:lnTo>
                  <a:lnTo>
                    <a:pt x="307746" y="781316"/>
                  </a:lnTo>
                  <a:lnTo>
                    <a:pt x="308330" y="788962"/>
                  </a:lnTo>
                  <a:lnTo>
                    <a:pt x="311886" y="796074"/>
                  </a:lnTo>
                  <a:lnTo>
                    <a:pt x="312077" y="796239"/>
                  </a:lnTo>
                  <a:lnTo>
                    <a:pt x="312204" y="796391"/>
                  </a:lnTo>
                  <a:lnTo>
                    <a:pt x="316357" y="801598"/>
                  </a:lnTo>
                  <a:lnTo>
                    <a:pt x="323075" y="804214"/>
                  </a:lnTo>
                  <a:lnTo>
                    <a:pt x="333248" y="803275"/>
                  </a:lnTo>
                  <a:lnTo>
                    <a:pt x="336905" y="801852"/>
                  </a:lnTo>
                  <a:lnTo>
                    <a:pt x="340093" y="799401"/>
                  </a:lnTo>
                  <a:lnTo>
                    <a:pt x="345135" y="793330"/>
                  </a:lnTo>
                  <a:lnTo>
                    <a:pt x="345186" y="793165"/>
                  </a:lnTo>
                  <a:lnTo>
                    <a:pt x="345249" y="792975"/>
                  </a:lnTo>
                  <a:lnTo>
                    <a:pt x="347408" y="786066"/>
                  </a:lnTo>
                  <a:close/>
                </a:path>
                <a:path w="2790825" h="3619500">
                  <a:moveTo>
                    <a:pt x="399275" y="1819795"/>
                  </a:moveTo>
                  <a:lnTo>
                    <a:pt x="395376" y="1808848"/>
                  </a:lnTo>
                  <a:lnTo>
                    <a:pt x="387350" y="1799932"/>
                  </a:lnTo>
                  <a:lnTo>
                    <a:pt x="376504" y="1794776"/>
                  </a:lnTo>
                  <a:lnTo>
                    <a:pt x="364934" y="1794281"/>
                  </a:lnTo>
                  <a:lnTo>
                    <a:pt x="353999" y="1798180"/>
                  </a:lnTo>
                  <a:lnTo>
                    <a:pt x="345097" y="1806206"/>
                  </a:lnTo>
                  <a:lnTo>
                    <a:pt x="340017" y="1817141"/>
                  </a:lnTo>
                  <a:lnTo>
                    <a:pt x="339521" y="1828774"/>
                  </a:lnTo>
                  <a:lnTo>
                    <a:pt x="343369" y="1839722"/>
                  </a:lnTo>
                  <a:lnTo>
                    <a:pt x="351370" y="1848637"/>
                  </a:lnTo>
                  <a:lnTo>
                    <a:pt x="351396" y="1848815"/>
                  </a:lnTo>
                  <a:lnTo>
                    <a:pt x="357568" y="1853285"/>
                  </a:lnTo>
                  <a:lnTo>
                    <a:pt x="364934" y="1855114"/>
                  </a:lnTo>
                  <a:lnTo>
                    <a:pt x="380466" y="1853679"/>
                  </a:lnTo>
                  <a:lnTo>
                    <a:pt x="388353" y="1849526"/>
                  </a:lnTo>
                  <a:lnTo>
                    <a:pt x="393636" y="1842376"/>
                  </a:lnTo>
                  <a:lnTo>
                    <a:pt x="398780" y="1831428"/>
                  </a:lnTo>
                  <a:lnTo>
                    <a:pt x="399275" y="1819795"/>
                  </a:lnTo>
                  <a:close/>
                </a:path>
                <a:path w="2790825" h="3619500">
                  <a:moveTo>
                    <a:pt x="418973" y="566889"/>
                  </a:moveTo>
                  <a:lnTo>
                    <a:pt x="399503" y="547433"/>
                  </a:lnTo>
                  <a:lnTo>
                    <a:pt x="393420" y="549998"/>
                  </a:lnTo>
                  <a:lnTo>
                    <a:pt x="388785" y="554634"/>
                  </a:lnTo>
                  <a:lnTo>
                    <a:pt x="386397" y="560489"/>
                  </a:lnTo>
                  <a:lnTo>
                    <a:pt x="386397" y="566826"/>
                  </a:lnTo>
                  <a:lnTo>
                    <a:pt x="388886" y="572922"/>
                  </a:lnTo>
                  <a:lnTo>
                    <a:pt x="389077" y="573087"/>
                  </a:lnTo>
                  <a:lnTo>
                    <a:pt x="392633" y="578332"/>
                  </a:lnTo>
                  <a:lnTo>
                    <a:pt x="398437" y="580859"/>
                  </a:lnTo>
                  <a:lnTo>
                    <a:pt x="407009" y="580059"/>
                  </a:lnTo>
                  <a:lnTo>
                    <a:pt x="409613" y="579094"/>
                  </a:lnTo>
                  <a:lnTo>
                    <a:pt x="411988" y="577430"/>
                  </a:lnTo>
                  <a:lnTo>
                    <a:pt x="416610" y="572782"/>
                  </a:lnTo>
                  <a:lnTo>
                    <a:pt x="418973" y="566889"/>
                  </a:lnTo>
                  <a:close/>
                </a:path>
                <a:path w="2790825" h="3619500">
                  <a:moveTo>
                    <a:pt x="445389" y="1533728"/>
                  </a:moveTo>
                  <a:lnTo>
                    <a:pt x="442861" y="1523771"/>
                  </a:lnTo>
                  <a:lnTo>
                    <a:pt x="436499" y="1515287"/>
                  </a:lnTo>
                  <a:lnTo>
                    <a:pt x="427240" y="1509877"/>
                  </a:lnTo>
                  <a:lnTo>
                    <a:pt x="417055" y="1508480"/>
                  </a:lnTo>
                  <a:lnTo>
                    <a:pt x="407085" y="1511007"/>
                  </a:lnTo>
                  <a:lnTo>
                    <a:pt x="398526" y="1517383"/>
                  </a:lnTo>
                  <a:lnTo>
                    <a:pt x="393217" y="1526540"/>
                  </a:lnTo>
                  <a:lnTo>
                    <a:pt x="391871" y="1536712"/>
                  </a:lnTo>
                  <a:lnTo>
                    <a:pt x="394423" y="1546669"/>
                  </a:lnTo>
                  <a:lnTo>
                    <a:pt x="400786" y="1555153"/>
                  </a:lnTo>
                  <a:lnTo>
                    <a:pt x="406488" y="1560372"/>
                  </a:lnTo>
                  <a:lnTo>
                    <a:pt x="413893" y="1562569"/>
                  </a:lnTo>
                  <a:lnTo>
                    <a:pt x="427634" y="1561299"/>
                  </a:lnTo>
                  <a:lnTo>
                    <a:pt x="433844" y="1558378"/>
                  </a:lnTo>
                  <a:lnTo>
                    <a:pt x="438569" y="1553083"/>
                  </a:lnTo>
                  <a:lnTo>
                    <a:pt x="443992" y="1543900"/>
                  </a:lnTo>
                  <a:lnTo>
                    <a:pt x="445389" y="1533728"/>
                  </a:lnTo>
                  <a:close/>
                </a:path>
                <a:path w="2790825" h="3619500">
                  <a:moveTo>
                    <a:pt x="497776" y="1275308"/>
                  </a:moveTo>
                  <a:lnTo>
                    <a:pt x="496354" y="1266456"/>
                  </a:lnTo>
                  <a:lnTo>
                    <a:pt x="491477" y="1258544"/>
                  </a:lnTo>
                  <a:lnTo>
                    <a:pt x="483933" y="1253159"/>
                  </a:lnTo>
                  <a:lnTo>
                    <a:pt x="475195" y="1251165"/>
                  </a:lnTo>
                  <a:lnTo>
                    <a:pt x="466344" y="1252601"/>
                  </a:lnTo>
                  <a:lnTo>
                    <a:pt x="458444" y="1257477"/>
                  </a:lnTo>
                  <a:lnTo>
                    <a:pt x="453047" y="1265021"/>
                  </a:lnTo>
                  <a:lnTo>
                    <a:pt x="451065" y="1273746"/>
                  </a:lnTo>
                  <a:lnTo>
                    <a:pt x="452501" y="1282598"/>
                  </a:lnTo>
                  <a:lnTo>
                    <a:pt x="457365" y="1290510"/>
                  </a:lnTo>
                  <a:lnTo>
                    <a:pt x="462559" y="1295971"/>
                  </a:lnTo>
                  <a:lnTo>
                    <a:pt x="469620" y="1298371"/>
                  </a:lnTo>
                  <a:lnTo>
                    <a:pt x="481571" y="1297266"/>
                  </a:lnTo>
                  <a:lnTo>
                    <a:pt x="486600" y="1295171"/>
                  </a:lnTo>
                  <a:lnTo>
                    <a:pt x="490410" y="1291577"/>
                  </a:lnTo>
                  <a:lnTo>
                    <a:pt x="495795" y="1284033"/>
                  </a:lnTo>
                  <a:lnTo>
                    <a:pt x="497776" y="1275308"/>
                  </a:lnTo>
                  <a:close/>
                </a:path>
                <a:path w="2790825" h="3619500">
                  <a:moveTo>
                    <a:pt x="552221" y="1044956"/>
                  </a:moveTo>
                  <a:lnTo>
                    <a:pt x="534835" y="1022718"/>
                  </a:lnTo>
                  <a:lnTo>
                    <a:pt x="527253" y="1023289"/>
                  </a:lnTo>
                  <a:lnTo>
                    <a:pt x="520166" y="1026922"/>
                  </a:lnTo>
                  <a:lnTo>
                    <a:pt x="514997" y="1032916"/>
                  </a:lnTo>
                  <a:lnTo>
                    <a:pt x="512635" y="1040193"/>
                  </a:lnTo>
                  <a:lnTo>
                    <a:pt x="512686" y="1040968"/>
                  </a:lnTo>
                  <a:lnTo>
                    <a:pt x="513207" y="1047838"/>
                  </a:lnTo>
                  <a:lnTo>
                    <a:pt x="516839" y="1054950"/>
                  </a:lnTo>
                  <a:lnTo>
                    <a:pt x="516978" y="1055281"/>
                  </a:lnTo>
                  <a:lnTo>
                    <a:pt x="521131" y="1060488"/>
                  </a:lnTo>
                  <a:lnTo>
                    <a:pt x="527672" y="1063117"/>
                  </a:lnTo>
                  <a:lnTo>
                    <a:pt x="537845" y="1062177"/>
                  </a:lnTo>
                  <a:lnTo>
                    <a:pt x="541680" y="1060742"/>
                  </a:lnTo>
                  <a:lnTo>
                    <a:pt x="544690" y="1058303"/>
                  </a:lnTo>
                  <a:lnTo>
                    <a:pt x="549859" y="1052220"/>
                  </a:lnTo>
                  <a:lnTo>
                    <a:pt x="549910" y="1052055"/>
                  </a:lnTo>
                  <a:lnTo>
                    <a:pt x="549973" y="1051864"/>
                  </a:lnTo>
                  <a:lnTo>
                    <a:pt x="552221" y="1044956"/>
                  </a:lnTo>
                  <a:close/>
                </a:path>
                <a:path w="2790825" h="3619500">
                  <a:moveTo>
                    <a:pt x="603453" y="834250"/>
                  </a:moveTo>
                  <a:lnTo>
                    <a:pt x="600887" y="828255"/>
                  </a:lnTo>
                  <a:lnTo>
                    <a:pt x="596239" y="823607"/>
                  </a:lnTo>
                  <a:lnTo>
                    <a:pt x="590334" y="821182"/>
                  </a:lnTo>
                  <a:lnTo>
                    <a:pt x="583984" y="821169"/>
                  </a:lnTo>
                  <a:lnTo>
                    <a:pt x="577977" y="823734"/>
                  </a:lnTo>
                  <a:lnTo>
                    <a:pt x="573341" y="828357"/>
                  </a:lnTo>
                  <a:lnTo>
                    <a:pt x="570953" y="834212"/>
                  </a:lnTo>
                  <a:lnTo>
                    <a:pt x="570953" y="840549"/>
                  </a:lnTo>
                  <a:lnTo>
                    <a:pt x="573443" y="846645"/>
                  </a:lnTo>
                  <a:lnTo>
                    <a:pt x="573633" y="846810"/>
                  </a:lnTo>
                  <a:lnTo>
                    <a:pt x="577164" y="851877"/>
                  </a:lnTo>
                  <a:lnTo>
                    <a:pt x="583171" y="854570"/>
                  </a:lnTo>
                  <a:lnTo>
                    <a:pt x="591388" y="853808"/>
                  </a:lnTo>
                  <a:lnTo>
                    <a:pt x="594169" y="852817"/>
                  </a:lnTo>
                  <a:lnTo>
                    <a:pt x="596544" y="851166"/>
                  </a:lnTo>
                  <a:lnTo>
                    <a:pt x="601091" y="846442"/>
                  </a:lnTo>
                  <a:lnTo>
                    <a:pt x="603453" y="840549"/>
                  </a:lnTo>
                  <a:lnTo>
                    <a:pt x="603453" y="834250"/>
                  </a:lnTo>
                  <a:close/>
                </a:path>
                <a:path w="2790825" h="3619500">
                  <a:moveTo>
                    <a:pt x="664870" y="2015591"/>
                  </a:moveTo>
                  <a:lnTo>
                    <a:pt x="660971" y="2004656"/>
                  </a:lnTo>
                  <a:lnTo>
                    <a:pt x="652868" y="1995766"/>
                  </a:lnTo>
                  <a:lnTo>
                    <a:pt x="642035" y="1990712"/>
                  </a:lnTo>
                  <a:lnTo>
                    <a:pt x="630466" y="1990255"/>
                  </a:lnTo>
                  <a:lnTo>
                    <a:pt x="619531" y="1994179"/>
                  </a:lnTo>
                  <a:lnTo>
                    <a:pt x="610628" y="2002205"/>
                  </a:lnTo>
                  <a:lnTo>
                    <a:pt x="605574" y="2013115"/>
                  </a:lnTo>
                  <a:lnTo>
                    <a:pt x="605129" y="2024697"/>
                  </a:lnTo>
                  <a:lnTo>
                    <a:pt x="609041" y="2035632"/>
                  </a:lnTo>
                  <a:lnTo>
                    <a:pt x="617080" y="2044623"/>
                  </a:lnTo>
                  <a:lnTo>
                    <a:pt x="623265" y="2049094"/>
                  </a:lnTo>
                  <a:lnTo>
                    <a:pt x="630631" y="2050923"/>
                  </a:lnTo>
                  <a:lnTo>
                    <a:pt x="646150" y="2049487"/>
                  </a:lnTo>
                  <a:lnTo>
                    <a:pt x="654037" y="2045157"/>
                  </a:lnTo>
                  <a:lnTo>
                    <a:pt x="659307" y="2038007"/>
                  </a:lnTo>
                  <a:lnTo>
                    <a:pt x="664387" y="2027161"/>
                  </a:lnTo>
                  <a:lnTo>
                    <a:pt x="664870" y="2015591"/>
                  </a:lnTo>
                  <a:close/>
                </a:path>
                <a:path w="2790825" h="3619500">
                  <a:moveTo>
                    <a:pt x="691388" y="1753857"/>
                  </a:moveTo>
                  <a:lnTo>
                    <a:pt x="688848" y="1743913"/>
                  </a:lnTo>
                  <a:lnTo>
                    <a:pt x="682498" y="1735429"/>
                  </a:lnTo>
                  <a:lnTo>
                    <a:pt x="673239" y="1730019"/>
                  </a:lnTo>
                  <a:lnTo>
                    <a:pt x="663054" y="1728622"/>
                  </a:lnTo>
                  <a:lnTo>
                    <a:pt x="653084" y="1731149"/>
                  </a:lnTo>
                  <a:lnTo>
                    <a:pt x="644525" y="1737512"/>
                  </a:lnTo>
                  <a:lnTo>
                    <a:pt x="639178" y="1746681"/>
                  </a:lnTo>
                  <a:lnTo>
                    <a:pt x="637768" y="1756867"/>
                  </a:lnTo>
                  <a:lnTo>
                    <a:pt x="640257" y="1766824"/>
                  </a:lnTo>
                  <a:lnTo>
                    <a:pt x="646595" y="1775307"/>
                  </a:lnTo>
                  <a:lnTo>
                    <a:pt x="652487" y="1780514"/>
                  </a:lnTo>
                  <a:lnTo>
                    <a:pt x="659892" y="1782711"/>
                  </a:lnTo>
                  <a:lnTo>
                    <a:pt x="673442" y="1781454"/>
                  </a:lnTo>
                  <a:lnTo>
                    <a:pt x="679831" y="1778520"/>
                  </a:lnTo>
                  <a:lnTo>
                    <a:pt x="684568" y="1773212"/>
                  </a:lnTo>
                  <a:lnTo>
                    <a:pt x="689991" y="1764042"/>
                  </a:lnTo>
                  <a:lnTo>
                    <a:pt x="691388" y="1753857"/>
                  </a:lnTo>
                  <a:close/>
                </a:path>
                <a:path w="2790825" h="3619500">
                  <a:moveTo>
                    <a:pt x="723569" y="1516240"/>
                  </a:moveTo>
                  <a:lnTo>
                    <a:pt x="722134" y="1507375"/>
                  </a:lnTo>
                  <a:lnTo>
                    <a:pt x="717257" y="1499463"/>
                  </a:lnTo>
                  <a:lnTo>
                    <a:pt x="709612" y="1494078"/>
                  </a:lnTo>
                  <a:lnTo>
                    <a:pt x="700824" y="1492097"/>
                  </a:lnTo>
                  <a:lnTo>
                    <a:pt x="691959" y="1493532"/>
                  </a:lnTo>
                  <a:lnTo>
                    <a:pt x="684047" y="1498409"/>
                  </a:lnTo>
                  <a:lnTo>
                    <a:pt x="678662" y="1506054"/>
                  </a:lnTo>
                  <a:lnTo>
                    <a:pt x="676681" y="1514843"/>
                  </a:lnTo>
                  <a:lnTo>
                    <a:pt x="678116" y="1523707"/>
                  </a:lnTo>
                  <a:lnTo>
                    <a:pt x="682993" y="1531620"/>
                  </a:lnTo>
                  <a:lnTo>
                    <a:pt x="683171" y="1531607"/>
                  </a:lnTo>
                  <a:lnTo>
                    <a:pt x="688352" y="1537068"/>
                  </a:lnTo>
                  <a:lnTo>
                    <a:pt x="695426" y="1539468"/>
                  </a:lnTo>
                  <a:lnTo>
                    <a:pt x="707377" y="1538363"/>
                  </a:lnTo>
                  <a:lnTo>
                    <a:pt x="712228" y="1536293"/>
                  </a:lnTo>
                  <a:lnTo>
                    <a:pt x="716203" y="1532674"/>
                  </a:lnTo>
                  <a:lnTo>
                    <a:pt x="721588" y="1525028"/>
                  </a:lnTo>
                  <a:lnTo>
                    <a:pt x="723569" y="1516240"/>
                  </a:lnTo>
                  <a:close/>
                </a:path>
                <a:path w="2790825" h="3619500">
                  <a:moveTo>
                    <a:pt x="757148" y="1304010"/>
                  </a:moveTo>
                  <a:lnTo>
                    <a:pt x="756551" y="1296416"/>
                  </a:lnTo>
                  <a:lnTo>
                    <a:pt x="752995" y="1289316"/>
                  </a:lnTo>
                  <a:lnTo>
                    <a:pt x="746912" y="1284147"/>
                  </a:lnTo>
                  <a:lnTo>
                    <a:pt x="739648" y="1281785"/>
                  </a:lnTo>
                  <a:lnTo>
                    <a:pt x="732053" y="1282357"/>
                  </a:lnTo>
                  <a:lnTo>
                    <a:pt x="724966" y="1285989"/>
                  </a:lnTo>
                  <a:lnTo>
                    <a:pt x="719785" y="1291983"/>
                  </a:lnTo>
                  <a:lnTo>
                    <a:pt x="717423" y="1299235"/>
                  </a:lnTo>
                  <a:lnTo>
                    <a:pt x="717486" y="1300035"/>
                  </a:lnTo>
                  <a:lnTo>
                    <a:pt x="717994" y="1306830"/>
                  </a:lnTo>
                  <a:lnTo>
                    <a:pt x="721614" y="1313840"/>
                  </a:lnTo>
                  <a:lnTo>
                    <a:pt x="721804" y="1313992"/>
                  </a:lnTo>
                  <a:lnTo>
                    <a:pt x="726109" y="1319542"/>
                  </a:lnTo>
                  <a:lnTo>
                    <a:pt x="732828" y="1322158"/>
                  </a:lnTo>
                  <a:lnTo>
                    <a:pt x="743000" y="1321206"/>
                  </a:lnTo>
                  <a:lnTo>
                    <a:pt x="746645" y="1319796"/>
                  </a:lnTo>
                  <a:lnTo>
                    <a:pt x="749833" y="1317332"/>
                  </a:lnTo>
                  <a:lnTo>
                    <a:pt x="754888" y="1311262"/>
                  </a:lnTo>
                  <a:lnTo>
                    <a:pt x="757148" y="1304010"/>
                  </a:lnTo>
                  <a:close/>
                </a:path>
                <a:path w="2790825" h="3619500">
                  <a:moveTo>
                    <a:pt x="787996" y="1107897"/>
                  </a:moveTo>
                  <a:lnTo>
                    <a:pt x="785431" y="1101813"/>
                  </a:lnTo>
                  <a:lnTo>
                    <a:pt x="780707" y="1097254"/>
                  </a:lnTo>
                  <a:lnTo>
                    <a:pt x="774814" y="1094892"/>
                  </a:lnTo>
                  <a:lnTo>
                    <a:pt x="768515" y="1094905"/>
                  </a:lnTo>
                  <a:lnTo>
                    <a:pt x="762520" y="1097457"/>
                  </a:lnTo>
                  <a:lnTo>
                    <a:pt x="757859" y="1102093"/>
                  </a:lnTo>
                  <a:lnTo>
                    <a:pt x="755446" y="1107948"/>
                  </a:lnTo>
                  <a:lnTo>
                    <a:pt x="755434" y="1114285"/>
                  </a:lnTo>
                  <a:lnTo>
                    <a:pt x="757999" y="1120381"/>
                  </a:lnTo>
                  <a:lnTo>
                    <a:pt x="758177" y="1120355"/>
                  </a:lnTo>
                  <a:lnTo>
                    <a:pt x="761707" y="1125435"/>
                  </a:lnTo>
                  <a:lnTo>
                    <a:pt x="767537" y="1128128"/>
                  </a:lnTo>
                  <a:lnTo>
                    <a:pt x="776097" y="1127340"/>
                  </a:lnTo>
                  <a:lnTo>
                    <a:pt x="778713" y="1126375"/>
                  </a:lnTo>
                  <a:lnTo>
                    <a:pt x="781075" y="1124712"/>
                  </a:lnTo>
                  <a:lnTo>
                    <a:pt x="785634" y="1120089"/>
                  </a:lnTo>
                  <a:lnTo>
                    <a:pt x="787996" y="1114234"/>
                  </a:lnTo>
                  <a:lnTo>
                    <a:pt x="787996" y="1107897"/>
                  </a:lnTo>
                  <a:close/>
                </a:path>
                <a:path w="2790825" h="3619500">
                  <a:moveTo>
                    <a:pt x="930643" y="2211933"/>
                  </a:moveTo>
                  <a:lnTo>
                    <a:pt x="926782" y="2200999"/>
                  </a:lnTo>
                  <a:lnTo>
                    <a:pt x="918781" y="2192083"/>
                  </a:lnTo>
                  <a:lnTo>
                    <a:pt x="907948" y="2186927"/>
                  </a:lnTo>
                  <a:lnTo>
                    <a:pt x="896366" y="2186432"/>
                  </a:lnTo>
                  <a:lnTo>
                    <a:pt x="885444" y="2190331"/>
                  </a:lnTo>
                  <a:lnTo>
                    <a:pt x="876528" y="2198357"/>
                  </a:lnTo>
                  <a:lnTo>
                    <a:pt x="871372" y="2209203"/>
                  </a:lnTo>
                  <a:lnTo>
                    <a:pt x="870877" y="2220772"/>
                  </a:lnTo>
                  <a:lnTo>
                    <a:pt x="874763" y="2231707"/>
                  </a:lnTo>
                  <a:lnTo>
                    <a:pt x="882789" y="2240610"/>
                  </a:lnTo>
                  <a:lnTo>
                    <a:pt x="888987" y="2245258"/>
                  </a:lnTo>
                  <a:lnTo>
                    <a:pt x="896353" y="2247087"/>
                  </a:lnTo>
                  <a:lnTo>
                    <a:pt x="911885" y="2245652"/>
                  </a:lnTo>
                  <a:lnTo>
                    <a:pt x="919772" y="2241499"/>
                  </a:lnTo>
                  <a:lnTo>
                    <a:pt x="925055" y="2234349"/>
                  </a:lnTo>
                  <a:lnTo>
                    <a:pt x="930135" y="2223503"/>
                  </a:lnTo>
                  <a:lnTo>
                    <a:pt x="930643" y="2211933"/>
                  </a:lnTo>
                  <a:close/>
                </a:path>
                <a:path w="2790825" h="3619500">
                  <a:moveTo>
                    <a:pt x="937310" y="1974011"/>
                  </a:moveTo>
                  <a:lnTo>
                    <a:pt x="934821" y="1964055"/>
                  </a:lnTo>
                  <a:lnTo>
                    <a:pt x="928484" y="1955571"/>
                  </a:lnTo>
                  <a:lnTo>
                    <a:pt x="919238" y="1950148"/>
                  </a:lnTo>
                  <a:lnTo>
                    <a:pt x="909040" y="1948751"/>
                  </a:lnTo>
                  <a:lnTo>
                    <a:pt x="899083" y="1951291"/>
                  </a:lnTo>
                  <a:lnTo>
                    <a:pt x="890524" y="1957654"/>
                  </a:lnTo>
                  <a:lnTo>
                    <a:pt x="885101" y="1966823"/>
                  </a:lnTo>
                  <a:lnTo>
                    <a:pt x="883704" y="1977009"/>
                  </a:lnTo>
                  <a:lnTo>
                    <a:pt x="886231" y="1986965"/>
                  </a:lnTo>
                  <a:lnTo>
                    <a:pt x="892594" y="1995436"/>
                  </a:lnTo>
                  <a:lnTo>
                    <a:pt x="898474" y="2000656"/>
                  </a:lnTo>
                  <a:lnTo>
                    <a:pt x="905878" y="2002853"/>
                  </a:lnTo>
                  <a:lnTo>
                    <a:pt x="919441" y="2001583"/>
                  </a:lnTo>
                  <a:lnTo>
                    <a:pt x="925830" y="1998649"/>
                  </a:lnTo>
                  <a:lnTo>
                    <a:pt x="930554" y="1993353"/>
                  </a:lnTo>
                  <a:lnTo>
                    <a:pt x="935901" y="1984184"/>
                  </a:lnTo>
                  <a:lnTo>
                    <a:pt x="937310" y="1974011"/>
                  </a:lnTo>
                  <a:close/>
                </a:path>
                <a:path w="2790825" h="3619500">
                  <a:moveTo>
                    <a:pt x="948842" y="1757476"/>
                  </a:moveTo>
                  <a:lnTo>
                    <a:pt x="947407" y="1748612"/>
                  </a:lnTo>
                  <a:lnTo>
                    <a:pt x="942543" y="1740789"/>
                  </a:lnTo>
                  <a:lnTo>
                    <a:pt x="934999" y="1735391"/>
                  </a:lnTo>
                  <a:lnTo>
                    <a:pt x="926274" y="1733410"/>
                  </a:lnTo>
                  <a:lnTo>
                    <a:pt x="917422" y="1734845"/>
                  </a:lnTo>
                  <a:lnTo>
                    <a:pt x="909510" y="1739709"/>
                  </a:lnTo>
                  <a:lnTo>
                    <a:pt x="904125" y="1747253"/>
                  </a:lnTo>
                  <a:lnTo>
                    <a:pt x="902131" y="1755990"/>
                  </a:lnTo>
                  <a:lnTo>
                    <a:pt x="903566" y="1764842"/>
                  </a:lnTo>
                  <a:lnTo>
                    <a:pt x="908443" y="1772754"/>
                  </a:lnTo>
                  <a:lnTo>
                    <a:pt x="913625" y="1778215"/>
                  </a:lnTo>
                  <a:lnTo>
                    <a:pt x="920686" y="1780616"/>
                  </a:lnTo>
                  <a:lnTo>
                    <a:pt x="932649" y="1779498"/>
                  </a:lnTo>
                  <a:lnTo>
                    <a:pt x="937666" y="1777415"/>
                  </a:lnTo>
                  <a:lnTo>
                    <a:pt x="941476" y="1773821"/>
                  </a:lnTo>
                  <a:lnTo>
                    <a:pt x="946861" y="1766252"/>
                  </a:lnTo>
                  <a:lnTo>
                    <a:pt x="948842" y="1757476"/>
                  </a:lnTo>
                  <a:close/>
                </a:path>
                <a:path w="2790825" h="3619500">
                  <a:moveTo>
                    <a:pt x="961796" y="1562912"/>
                  </a:moveTo>
                  <a:lnTo>
                    <a:pt x="961732" y="1562176"/>
                  </a:lnTo>
                  <a:lnTo>
                    <a:pt x="961224" y="1555305"/>
                  </a:lnTo>
                  <a:lnTo>
                    <a:pt x="957592" y="1548231"/>
                  </a:lnTo>
                  <a:lnTo>
                    <a:pt x="951623" y="1543037"/>
                  </a:lnTo>
                  <a:lnTo>
                    <a:pt x="944410" y="1540675"/>
                  </a:lnTo>
                  <a:lnTo>
                    <a:pt x="936815" y="1541246"/>
                  </a:lnTo>
                  <a:lnTo>
                    <a:pt x="929741" y="1544878"/>
                  </a:lnTo>
                  <a:lnTo>
                    <a:pt x="924661" y="1550873"/>
                  </a:lnTo>
                  <a:lnTo>
                    <a:pt x="922337" y="1558137"/>
                  </a:lnTo>
                  <a:lnTo>
                    <a:pt x="922388" y="1558912"/>
                  </a:lnTo>
                  <a:lnTo>
                    <a:pt x="922870" y="1565783"/>
                  </a:lnTo>
                  <a:lnTo>
                    <a:pt x="926401" y="1572907"/>
                  </a:lnTo>
                  <a:lnTo>
                    <a:pt x="926249" y="1573098"/>
                  </a:lnTo>
                  <a:lnTo>
                    <a:pt x="926363" y="1573250"/>
                  </a:lnTo>
                  <a:lnTo>
                    <a:pt x="930529" y="1578457"/>
                  </a:lnTo>
                  <a:lnTo>
                    <a:pt x="937247" y="1581073"/>
                  </a:lnTo>
                  <a:lnTo>
                    <a:pt x="947420" y="1580134"/>
                  </a:lnTo>
                  <a:lnTo>
                    <a:pt x="951242" y="1578698"/>
                  </a:lnTo>
                  <a:lnTo>
                    <a:pt x="954252" y="1576260"/>
                  </a:lnTo>
                  <a:lnTo>
                    <a:pt x="959434" y="1570177"/>
                  </a:lnTo>
                  <a:lnTo>
                    <a:pt x="959485" y="1570012"/>
                  </a:lnTo>
                  <a:lnTo>
                    <a:pt x="959548" y="1569821"/>
                  </a:lnTo>
                  <a:lnTo>
                    <a:pt x="961796" y="1562912"/>
                  </a:lnTo>
                  <a:close/>
                </a:path>
                <a:path w="2790825" h="3619500">
                  <a:moveTo>
                    <a:pt x="972362" y="1381544"/>
                  </a:moveTo>
                  <a:lnTo>
                    <a:pt x="969810" y="1375549"/>
                  </a:lnTo>
                  <a:lnTo>
                    <a:pt x="965174" y="1370888"/>
                  </a:lnTo>
                  <a:lnTo>
                    <a:pt x="959319" y="1368475"/>
                  </a:lnTo>
                  <a:lnTo>
                    <a:pt x="952969" y="1368463"/>
                  </a:lnTo>
                  <a:lnTo>
                    <a:pt x="946886" y="1371015"/>
                  </a:lnTo>
                  <a:lnTo>
                    <a:pt x="942340" y="1375740"/>
                  </a:lnTo>
                  <a:lnTo>
                    <a:pt x="939977" y="1381633"/>
                  </a:lnTo>
                  <a:lnTo>
                    <a:pt x="939977" y="1387944"/>
                  </a:lnTo>
                  <a:lnTo>
                    <a:pt x="942530" y="1393926"/>
                  </a:lnTo>
                  <a:lnTo>
                    <a:pt x="945908" y="1399197"/>
                  </a:lnTo>
                  <a:lnTo>
                    <a:pt x="951915" y="1401876"/>
                  </a:lnTo>
                  <a:lnTo>
                    <a:pt x="960297" y="1401089"/>
                  </a:lnTo>
                  <a:lnTo>
                    <a:pt x="972362" y="1381544"/>
                  </a:lnTo>
                  <a:close/>
                </a:path>
                <a:path w="2790825" h="3619500">
                  <a:moveTo>
                    <a:pt x="1157084" y="1655165"/>
                  </a:moveTo>
                  <a:lnTo>
                    <a:pt x="1154518" y="1649082"/>
                  </a:lnTo>
                  <a:lnTo>
                    <a:pt x="1149896" y="1644523"/>
                  </a:lnTo>
                  <a:lnTo>
                    <a:pt x="1144054" y="1642160"/>
                  </a:lnTo>
                  <a:lnTo>
                    <a:pt x="1137704" y="1642173"/>
                  </a:lnTo>
                  <a:lnTo>
                    <a:pt x="1131620" y="1644738"/>
                  </a:lnTo>
                  <a:lnTo>
                    <a:pt x="1126998" y="1649463"/>
                  </a:lnTo>
                  <a:lnTo>
                    <a:pt x="1124623" y="1655356"/>
                  </a:lnTo>
                  <a:lnTo>
                    <a:pt x="1124610" y="1661655"/>
                  </a:lnTo>
                  <a:lnTo>
                    <a:pt x="1127023" y="1667497"/>
                  </a:lnTo>
                  <a:lnTo>
                    <a:pt x="1128636" y="1669796"/>
                  </a:lnTo>
                  <a:lnTo>
                    <a:pt x="1130617" y="1672729"/>
                  </a:lnTo>
                  <a:lnTo>
                    <a:pt x="1136434" y="1675244"/>
                  </a:lnTo>
                  <a:lnTo>
                    <a:pt x="1145006" y="1674444"/>
                  </a:lnTo>
                  <a:lnTo>
                    <a:pt x="1147622" y="1673669"/>
                  </a:lnTo>
                  <a:lnTo>
                    <a:pt x="1149997" y="1672005"/>
                  </a:lnTo>
                  <a:lnTo>
                    <a:pt x="1154658" y="1667370"/>
                  </a:lnTo>
                  <a:lnTo>
                    <a:pt x="1157071" y="1661515"/>
                  </a:lnTo>
                  <a:lnTo>
                    <a:pt x="1157084" y="1655165"/>
                  </a:lnTo>
                  <a:close/>
                </a:path>
                <a:path w="2790825" h="3619500">
                  <a:moveTo>
                    <a:pt x="1166698" y="1821789"/>
                  </a:moveTo>
                  <a:lnTo>
                    <a:pt x="1166101" y="1814182"/>
                  </a:lnTo>
                  <a:lnTo>
                    <a:pt x="1162545" y="1807095"/>
                  </a:lnTo>
                  <a:lnTo>
                    <a:pt x="1156474" y="1801926"/>
                  </a:lnTo>
                  <a:lnTo>
                    <a:pt x="1149197" y="1799564"/>
                  </a:lnTo>
                  <a:lnTo>
                    <a:pt x="1141603" y="1800136"/>
                  </a:lnTo>
                  <a:lnTo>
                    <a:pt x="1134516" y="1803768"/>
                  </a:lnTo>
                  <a:lnTo>
                    <a:pt x="1129436" y="1809750"/>
                  </a:lnTo>
                  <a:lnTo>
                    <a:pt x="1127137" y="1817027"/>
                  </a:lnTo>
                  <a:lnTo>
                    <a:pt x="1127721" y="1824672"/>
                  </a:lnTo>
                  <a:lnTo>
                    <a:pt x="1131366" y="1831771"/>
                  </a:lnTo>
                  <a:lnTo>
                    <a:pt x="1131493" y="1832102"/>
                  </a:lnTo>
                  <a:lnTo>
                    <a:pt x="1135659" y="1837321"/>
                  </a:lnTo>
                  <a:lnTo>
                    <a:pt x="1142377" y="1839937"/>
                  </a:lnTo>
                  <a:lnTo>
                    <a:pt x="1152550" y="1838985"/>
                  </a:lnTo>
                  <a:lnTo>
                    <a:pt x="1164539" y="1828685"/>
                  </a:lnTo>
                  <a:lnTo>
                    <a:pt x="1166698" y="1821789"/>
                  </a:lnTo>
                  <a:close/>
                </a:path>
                <a:path w="2790825" h="3619500">
                  <a:moveTo>
                    <a:pt x="1174470" y="1998649"/>
                  </a:moveTo>
                  <a:lnTo>
                    <a:pt x="1173048" y="1989797"/>
                  </a:lnTo>
                  <a:lnTo>
                    <a:pt x="1168171" y="1981898"/>
                  </a:lnTo>
                  <a:lnTo>
                    <a:pt x="1160602" y="1976513"/>
                  </a:lnTo>
                  <a:lnTo>
                    <a:pt x="1151826" y="1974519"/>
                  </a:lnTo>
                  <a:lnTo>
                    <a:pt x="1142961" y="1975954"/>
                  </a:lnTo>
                  <a:lnTo>
                    <a:pt x="1135126" y="1980819"/>
                  </a:lnTo>
                  <a:lnTo>
                    <a:pt x="1129741" y="1988400"/>
                  </a:lnTo>
                  <a:lnTo>
                    <a:pt x="1127760" y="1997163"/>
                  </a:lnTo>
                  <a:lnTo>
                    <a:pt x="1129195" y="2006028"/>
                  </a:lnTo>
                  <a:lnTo>
                    <a:pt x="1134059" y="2013864"/>
                  </a:lnTo>
                  <a:lnTo>
                    <a:pt x="1139253" y="2019325"/>
                  </a:lnTo>
                  <a:lnTo>
                    <a:pt x="1146327" y="2021903"/>
                  </a:lnTo>
                  <a:lnTo>
                    <a:pt x="1158290" y="2020798"/>
                  </a:lnTo>
                  <a:lnTo>
                    <a:pt x="1163116" y="2018538"/>
                  </a:lnTo>
                  <a:lnTo>
                    <a:pt x="1167104" y="2014931"/>
                  </a:lnTo>
                  <a:lnTo>
                    <a:pt x="1172489" y="2007387"/>
                  </a:lnTo>
                  <a:lnTo>
                    <a:pt x="1174470" y="1998649"/>
                  </a:lnTo>
                  <a:close/>
                </a:path>
                <a:path w="2790825" h="3619500">
                  <a:moveTo>
                    <a:pt x="1183220" y="2194153"/>
                  </a:moveTo>
                  <a:lnTo>
                    <a:pt x="1180668" y="2184209"/>
                  </a:lnTo>
                  <a:lnTo>
                    <a:pt x="1174305" y="2175726"/>
                  </a:lnTo>
                  <a:lnTo>
                    <a:pt x="1165161" y="2170303"/>
                  </a:lnTo>
                  <a:lnTo>
                    <a:pt x="1155014" y="2168893"/>
                  </a:lnTo>
                  <a:lnTo>
                    <a:pt x="1145070" y="2171433"/>
                  </a:lnTo>
                  <a:lnTo>
                    <a:pt x="1136510" y="2177796"/>
                  </a:lnTo>
                  <a:lnTo>
                    <a:pt x="1131087" y="2186965"/>
                  </a:lnTo>
                  <a:lnTo>
                    <a:pt x="1129703" y="2197150"/>
                  </a:lnTo>
                  <a:lnTo>
                    <a:pt x="1132230" y="2207095"/>
                  </a:lnTo>
                  <a:lnTo>
                    <a:pt x="1138593" y="2215578"/>
                  </a:lnTo>
                  <a:lnTo>
                    <a:pt x="1144473" y="2220798"/>
                  </a:lnTo>
                  <a:lnTo>
                    <a:pt x="1151699" y="2223008"/>
                  </a:lnTo>
                  <a:lnTo>
                    <a:pt x="1165440" y="2221725"/>
                  </a:lnTo>
                  <a:lnTo>
                    <a:pt x="1171829" y="2218791"/>
                  </a:lnTo>
                  <a:lnTo>
                    <a:pt x="1176553" y="2213495"/>
                  </a:lnTo>
                  <a:lnTo>
                    <a:pt x="1181874" y="2204326"/>
                  </a:lnTo>
                  <a:lnTo>
                    <a:pt x="1183220" y="2194153"/>
                  </a:lnTo>
                  <a:close/>
                </a:path>
                <a:path w="2790825" h="3619500">
                  <a:moveTo>
                    <a:pt x="1196403" y="2407729"/>
                  </a:moveTo>
                  <a:lnTo>
                    <a:pt x="1192504" y="2396807"/>
                  </a:lnTo>
                  <a:lnTo>
                    <a:pt x="1184478" y="2387892"/>
                  </a:lnTo>
                  <a:lnTo>
                    <a:pt x="1173645" y="2382812"/>
                  </a:lnTo>
                  <a:lnTo>
                    <a:pt x="1162075" y="2382329"/>
                  </a:lnTo>
                  <a:lnTo>
                    <a:pt x="1151140" y="2386241"/>
                  </a:lnTo>
                  <a:lnTo>
                    <a:pt x="1142238" y="2394343"/>
                  </a:lnTo>
                  <a:lnTo>
                    <a:pt x="1137158" y="2405176"/>
                  </a:lnTo>
                  <a:lnTo>
                    <a:pt x="1136650" y="2416746"/>
                  </a:lnTo>
                  <a:lnTo>
                    <a:pt x="1140498" y="2427681"/>
                  </a:lnTo>
                  <a:lnTo>
                    <a:pt x="1148410" y="2436495"/>
                  </a:lnTo>
                  <a:lnTo>
                    <a:pt x="1153617" y="2440267"/>
                  </a:lnTo>
                  <a:lnTo>
                    <a:pt x="1154684" y="2441067"/>
                  </a:lnTo>
                  <a:lnTo>
                    <a:pt x="1162050" y="2442895"/>
                  </a:lnTo>
                  <a:lnTo>
                    <a:pt x="1177404" y="2441473"/>
                  </a:lnTo>
                  <a:lnTo>
                    <a:pt x="1185468" y="2437307"/>
                  </a:lnTo>
                  <a:lnTo>
                    <a:pt x="1190752" y="2430157"/>
                  </a:lnTo>
                  <a:lnTo>
                    <a:pt x="1195908" y="2419312"/>
                  </a:lnTo>
                  <a:lnTo>
                    <a:pt x="1196403" y="2407729"/>
                  </a:lnTo>
                  <a:close/>
                </a:path>
                <a:path w="2790825" h="3619500">
                  <a:moveTo>
                    <a:pt x="1340319" y="1938718"/>
                  </a:moveTo>
                  <a:lnTo>
                    <a:pt x="1311922" y="1941360"/>
                  </a:lnTo>
                  <a:lnTo>
                    <a:pt x="1315351" y="1946440"/>
                  </a:lnTo>
                  <a:lnTo>
                    <a:pt x="1321168" y="1948954"/>
                  </a:lnTo>
                  <a:lnTo>
                    <a:pt x="1340319" y="1938718"/>
                  </a:lnTo>
                  <a:close/>
                </a:path>
                <a:path w="2790825" h="3619500">
                  <a:moveTo>
                    <a:pt x="1341716" y="1935238"/>
                  </a:moveTo>
                  <a:lnTo>
                    <a:pt x="1341666" y="1928901"/>
                  </a:lnTo>
                  <a:lnTo>
                    <a:pt x="1339075" y="1922818"/>
                  </a:lnTo>
                  <a:lnTo>
                    <a:pt x="1334452" y="1918258"/>
                  </a:lnTo>
                  <a:lnTo>
                    <a:pt x="1328597" y="1915883"/>
                  </a:lnTo>
                  <a:lnTo>
                    <a:pt x="1322260" y="1915896"/>
                  </a:lnTo>
                  <a:lnTo>
                    <a:pt x="1316177" y="1918462"/>
                  </a:lnTo>
                  <a:lnTo>
                    <a:pt x="1311554" y="1923186"/>
                  </a:lnTo>
                  <a:lnTo>
                    <a:pt x="1309179" y="1929079"/>
                  </a:lnTo>
                  <a:lnTo>
                    <a:pt x="1309166" y="1935391"/>
                  </a:lnTo>
                  <a:lnTo>
                    <a:pt x="1311567" y="1941207"/>
                  </a:lnTo>
                  <a:lnTo>
                    <a:pt x="1311808" y="1941182"/>
                  </a:lnTo>
                  <a:lnTo>
                    <a:pt x="1340396" y="1938528"/>
                  </a:lnTo>
                  <a:lnTo>
                    <a:pt x="1341716" y="1935238"/>
                  </a:lnTo>
                  <a:close/>
                </a:path>
                <a:path w="2790825" h="3619500">
                  <a:moveTo>
                    <a:pt x="1371701" y="2080653"/>
                  </a:moveTo>
                  <a:lnTo>
                    <a:pt x="1354226" y="2058428"/>
                  </a:lnTo>
                  <a:lnTo>
                    <a:pt x="1346581" y="2059000"/>
                  </a:lnTo>
                  <a:lnTo>
                    <a:pt x="1339469" y="2062632"/>
                  </a:lnTo>
                  <a:lnTo>
                    <a:pt x="1334389" y="2068626"/>
                  </a:lnTo>
                  <a:lnTo>
                    <a:pt x="1332064" y="2075903"/>
                  </a:lnTo>
                  <a:lnTo>
                    <a:pt x="1332115" y="2076678"/>
                  </a:lnTo>
                  <a:lnTo>
                    <a:pt x="1332611" y="2083549"/>
                  </a:lnTo>
                  <a:lnTo>
                    <a:pt x="1336141" y="2090661"/>
                  </a:lnTo>
                  <a:lnTo>
                    <a:pt x="1336268" y="2090991"/>
                  </a:lnTo>
                  <a:lnTo>
                    <a:pt x="1340434" y="2096211"/>
                  </a:lnTo>
                  <a:lnTo>
                    <a:pt x="1347152" y="2098814"/>
                  </a:lnTo>
                  <a:lnTo>
                    <a:pt x="1357325" y="2097874"/>
                  </a:lnTo>
                  <a:lnTo>
                    <a:pt x="1361147" y="2096439"/>
                  </a:lnTo>
                  <a:lnTo>
                    <a:pt x="1364170" y="2094001"/>
                  </a:lnTo>
                  <a:lnTo>
                    <a:pt x="1369339" y="2087918"/>
                  </a:lnTo>
                  <a:lnTo>
                    <a:pt x="1369390" y="2087753"/>
                  </a:lnTo>
                  <a:lnTo>
                    <a:pt x="1369453" y="2087562"/>
                  </a:lnTo>
                  <a:lnTo>
                    <a:pt x="1371701" y="2080653"/>
                  </a:lnTo>
                  <a:close/>
                </a:path>
                <a:path w="2790825" h="3619500">
                  <a:moveTo>
                    <a:pt x="1399921" y="2239721"/>
                  </a:moveTo>
                  <a:lnTo>
                    <a:pt x="1398485" y="2230856"/>
                  </a:lnTo>
                  <a:lnTo>
                    <a:pt x="1393621" y="2223020"/>
                  </a:lnTo>
                  <a:lnTo>
                    <a:pt x="1386065" y="2217636"/>
                  </a:lnTo>
                  <a:lnTo>
                    <a:pt x="1377340" y="2215642"/>
                  </a:lnTo>
                  <a:lnTo>
                    <a:pt x="1368488" y="2217077"/>
                  </a:lnTo>
                  <a:lnTo>
                    <a:pt x="1360576" y="2221954"/>
                  </a:lnTo>
                  <a:lnTo>
                    <a:pt x="1355191" y="2229497"/>
                  </a:lnTo>
                  <a:lnTo>
                    <a:pt x="1353197" y="2238235"/>
                  </a:lnTo>
                  <a:lnTo>
                    <a:pt x="1354632" y="2247087"/>
                  </a:lnTo>
                  <a:lnTo>
                    <a:pt x="1359509" y="2254986"/>
                  </a:lnTo>
                  <a:lnTo>
                    <a:pt x="1364691" y="2260447"/>
                  </a:lnTo>
                  <a:lnTo>
                    <a:pt x="1371752" y="2262848"/>
                  </a:lnTo>
                  <a:lnTo>
                    <a:pt x="1383715" y="2261743"/>
                  </a:lnTo>
                  <a:lnTo>
                    <a:pt x="1388745" y="2259660"/>
                  </a:lnTo>
                  <a:lnTo>
                    <a:pt x="1392542" y="2256066"/>
                  </a:lnTo>
                  <a:lnTo>
                    <a:pt x="1397927" y="2248484"/>
                  </a:lnTo>
                  <a:lnTo>
                    <a:pt x="1399921" y="2239721"/>
                  </a:lnTo>
                  <a:close/>
                </a:path>
                <a:path w="2790825" h="3619500">
                  <a:moveTo>
                    <a:pt x="1429181" y="2414206"/>
                  </a:moveTo>
                  <a:lnTo>
                    <a:pt x="1426641" y="2404237"/>
                  </a:lnTo>
                  <a:lnTo>
                    <a:pt x="1420279" y="2395677"/>
                  </a:lnTo>
                  <a:lnTo>
                    <a:pt x="1411122" y="2390368"/>
                  </a:lnTo>
                  <a:lnTo>
                    <a:pt x="1400937" y="2389022"/>
                  </a:lnTo>
                  <a:lnTo>
                    <a:pt x="1390992" y="2391575"/>
                  </a:lnTo>
                  <a:lnTo>
                    <a:pt x="1382509" y="2397937"/>
                  </a:lnTo>
                  <a:lnTo>
                    <a:pt x="1377086" y="2407081"/>
                  </a:lnTo>
                  <a:lnTo>
                    <a:pt x="1375689" y="2417216"/>
                  </a:lnTo>
                  <a:lnTo>
                    <a:pt x="1378216" y="2427160"/>
                  </a:lnTo>
                  <a:lnTo>
                    <a:pt x="1384579" y="2435720"/>
                  </a:lnTo>
                  <a:lnTo>
                    <a:pt x="1390472" y="2440927"/>
                  </a:lnTo>
                  <a:lnTo>
                    <a:pt x="1397685" y="2443137"/>
                  </a:lnTo>
                  <a:lnTo>
                    <a:pt x="1411427" y="2441867"/>
                  </a:lnTo>
                  <a:lnTo>
                    <a:pt x="1417624" y="2438768"/>
                  </a:lnTo>
                  <a:lnTo>
                    <a:pt x="1422374" y="2433650"/>
                  </a:lnTo>
                  <a:lnTo>
                    <a:pt x="1427784" y="2424392"/>
                  </a:lnTo>
                  <a:lnTo>
                    <a:pt x="1429181" y="2414206"/>
                  </a:lnTo>
                  <a:close/>
                </a:path>
                <a:path w="2790825" h="3619500">
                  <a:moveTo>
                    <a:pt x="1461871" y="2603830"/>
                  </a:moveTo>
                  <a:lnTo>
                    <a:pt x="1458023" y="2592882"/>
                  </a:lnTo>
                  <a:lnTo>
                    <a:pt x="1450009" y="2583904"/>
                  </a:lnTo>
                  <a:lnTo>
                    <a:pt x="1439176" y="2578824"/>
                  </a:lnTo>
                  <a:lnTo>
                    <a:pt x="1427607" y="2578328"/>
                  </a:lnTo>
                  <a:lnTo>
                    <a:pt x="1416672" y="2582240"/>
                  </a:lnTo>
                  <a:lnTo>
                    <a:pt x="1407769" y="2590342"/>
                  </a:lnTo>
                  <a:lnTo>
                    <a:pt x="1402689" y="2601176"/>
                  </a:lnTo>
                  <a:lnTo>
                    <a:pt x="1402207" y="2612758"/>
                  </a:lnTo>
                  <a:lnTo>
                    <a:pt x="1406105" y="2623680"/>
                  </a:lnTo>
                  <a:lnTo>
                    <a:pt x="1414132" y="2632519"/>
                  </a:lnTo>
                  <a:lnTo>
                    <a:pt x="1413929" y="2632519"/>
                  </a:lnTo>
                  <a:lnTo>
                    <a:pt x="1414653" y="2633065"/>
                  </a:lnTo>
                  <a:lnTo>
                    <a:pt x="1420228" y="2637244"/>
                  </a:lnTo>
                  <a:lnTo>
                    <a:pt x="1427594" y="2639085"/>
                  </a:lnTo>
                  <a:lnTo>
                    <a:pt x="1442948" y="2637650"/>
                  </a:lnTo>
                  <a:lnTo>
                    <a:pt x="1451013" y="2633484"/>
                  </a:lnTo>
                  <a:lnTo>
                    <a:pt x="1456296" y="2626334"/>
                  </a:lnTo>
                  <a:lnTo>
                    <a:pt x="1461363" y="2615425"/>
                  </a:lnTo>
                  <a:lnTo>
                    <a:pt x="1461871" y="2603830"/>
                  </a:lnTo>
                  <a:close/>
                </a:path>
                <a:path w="2790825" h="3619500">
                  <a:moveTo>
                    <a:pt x="1524800" y="2212454"/>
                  </a:moveTo>
                  <a:lnTo>
                    <a:pt x="1496479" y="2215083"/>
                  </a:lnTo>
                  <a:lnTo>
                    <a:pt x="1499908" y="2220163"/>
                  </a:lnTo>
                  <a:lnTo>
                    <a:pt x="1505724" y="2222677"/>
                  </a:lnTo>
                  <a:lnTo>
                    <a:pt x="1524800" y="2212454"/>
                  </a:lnTo>
                  <a:close/>
                </a:path>
                <a:path w="2790825" h="3619500">
                  <a:moveTo>
                    <a:pt x="1526209" y="2208961"/>
                  </a:moveTo>
                  <a:lnTo>
                    <a:pt x="1526197" y="2202624"/>
                  </a:lnTo>
                  <a:lnTo>
                    <a:pt x="1523631" y="2196541"/>
                  </a:lnTo>
                  <a:lnTo>
                    <a:pt x="1518983" y="2191982"/>
                  </a:lnTo>
                  <a:lnTo>
                    <a:pt x="1513090" y="2189619"/>
                  </a:lnTo>
                  <a:lnTo>
                    <a:pt x="1506740" y="2189632"/>
                  </a:lnTo>
                  <a:lnTo>
                    <a:pt x="1500733" y="2192185"/>
                  </a:lnTo>
                  <a:lnTo>
                    <a:pt x="1496072" y="2196846"/>
                  </a:lnTo>
                  <a:lnTo>
                    <a:pt x="1493659" y="2202751"/>
                  </a:lnTo>
                  <a:lnTo>
                    <a:pt x="1493647" y="2209101"/>
                  </a:lnTo>
                  <a:lnTo>
                    <a:pt x="1496123" y="2214930"/>
                  </a:lnTo>
                  <a:lnTo>
                    <a:pt x="1496364" y="2214918"/>
                  </a:lnTo>
                  <a:lnTo>
                    <a:pt x="1524876" y="2212263"/>
                  </a:lnTo>
                  <a:lnTo>
                    <a:pt x="1526209" y="2208961"/>
                  </a:lnTo>
                  <a:close/>
                </a:path>
                <a:path w="2790825" h="3619500">
                  <a:moveTo>
                    <a:pt x="1576412" y="2339543"/>
                  </a:moveTo>
                  <a:lnTo>
                    <a:pt x="1575828" y="2331948"/>
                  </a:lnTo>
                  <a:lnTo>
                    <a:pt x="1572272" y="2324862"/>
                  </a:lnTo>
                  <a:lnTo>
                    <a:pt x="1566202" y="2319680"/>
                  </a:lnTo>
                  <a:lnTo>
                    <a:pt x="1558937" y="2317318"/>
                  </a:lnTo>
                  <a:lnTo>
                    <a:pt x="1551330" y="2317889"/>
                  </a:lnTo>
                  <a:lnTo>
                    <a:pt x="1544243" y="2321522"/>
                  </a:lnTo>
                  <a:lnTo>
                    <a:pt x="1539176" y="2327592"/>
                  </a:lnTo>
                  <a:lnTo>
                    <a:pt x="1536865" y="2334857"/>
                  </a:lnTo>
                  <a:lnTo>
                    <a:pt x="1537462" y="2342451"/>
                  </a:lnTo>
                  <a:lnTo>
                    <a:pt x="1541094" y="2349538"/>
                  </a:lnTo>
                  <a:lnTo>
                    <a:pt x="1540929" y="2349728"/>
                  </a:lnTo>
                  <a:lnTo>
                    <a:pt x="1541056" y="2349881"/>
                  </a:lnTo>
                  <a:lnTo>
                    <a:pt x="1545209" y="2355088"/>
                  </a:lnTo>
                  <a:lnTo>
                    <a:pt x="1551749" y="2357729"/>
                  </a:lnTo>
                  <a:lnTo>
                    <a:pt x="1574139" y="2346642"/>
                  </a:lnTo>
                  <a:lnTo>
                    <a:pt x="1574203" y="2346464"/>
                  </a:lnTo>
                  <a:lnTo>
                    <a:pt x="1576412" y="2339543"/>
                  </a:lnTo>
                  <a:close/>
                </a:path>
                <a:path w="2790825" h="3619500">
                  <a:moveTo>
                    <a:pt x="1625727" y="2480881"/>
                  </a:moveTo>
                  <a:lnTo>
                    <a:pt x="1624291" y="2472029"/>
                  </a:lnTo>
                  <a:lnTo>
                    <a:pt x="1619415" y="2464117"/>
                  </a:lnTo>
                  <a:lnTo>
                    <a:pt x="1611769" y="2458732"/>
                  </a:lnTo>
                  <a:lnTo>
                    <a:pt x="1602981" y="2456751"/>
                  </a:lnTo>
                  <a:lnTo>
                    <a:pt x="1594116" y="2458186"/>
                  </a:lnTo>
                  <a:lnTo>
                    <a:pt x="1586204" y="2463063"/>
                  </a:lnTo>
                  <a:lnTo>
                    <a:pt x="1580819" y="2470632"/>
                  </a:lnTo>
                  <a:lnTo>
                    <a:pt x="1578838" y="2479408"/>
                  </a:lnTo>
                  <a:lnTo>
                    <a:pt x="1580261" y="2488273"/>
                  </a:lnTo>
                  <a:lnTo>
                    <a:pt x="1585125" y="2496108"/>
                  </a:lnTo>
                  <a:lnTo>
                    <a:pt x="1585315" y="2496083"/>
                  </a:lnTo>
                  <a:lnTo>
                    <a:pt x="1590497" y="2501544"/>
                  </a:lnTo>
                  <a:lnTo>
                    <a:pt x="1597571" y="2504122"/>
                  </a:lnTo>
                  <a:lnTo>
                    <a:pt x="1609534" y="2503017"/>
                  </a:lnTo>
                  <a:lnTo>
                    <a:pt x="1614360" y="2500769"/>
                  </a:lnTo>
                  <a:lnTo>
                    <a:pt x="1618348" y="2497150"/>
                  </a:lnTo>
                  <a:lnTo>
                    <a:pt x="1623733" y="2489606"/>
                  </a:lnTo>
                  <a:lnTo>
                    <a:pt x="1625727" y="2480881"/>
                  </a:lnTo>
                  <a:close/>
                </a:path>
                <a:path w="2790825" h="3619500">
                  <a:moveTo>
                    <a:pt x="1675180" y="2634348"/>
                  </a:moveTo>
                  <a:lnTo>
                    <a:pt x="1672640" y="2624378"/>
                  </a:lnTo>
                  <a:lnTo>
                    <a:pt x="1666278" y="2615819"/>
                  </a:lnTo>
                  <a:lnTo>
                    <a:pt x="1657032" y="2610485"/>
                  </a:lnTo>
                  <a:lnTo>
                    <a:pt x="1646834" y="2609075"/>
                  </a:lnTo>
                  <a:lnTo>
                    <a:pt x="1636877" y="2611564"/>
                  </a:lnTo>
                  <a:lnTo>
                    <a:pt x="1628305" y="2617914"/>
                  </a:lnTo>
                  <a:lnTo>
                    <a:pt x="1622971" y="2627147"/>
                  </a:lnTo>
                  <a:lnTo>
                    <a:pt x="1621586" y="2637345"/>
                  </a:lnTo>
                  <a:lnTo>
                    <a:pt x="1624126" y="2647302"/>
                  </a:lnTo>
                  <a:lnTo>
                    <a:pt x="1630578" y="2655862"/>
                  </a:lnTo>
                  <a:lnTo>
                    <a:pt x="1636280" y="2661081"/>
                  </a:lnTo>
                  <a:lnTo>
                    <a:pt x="1643684" y="2663279"/>
                  </a:lnTo>
                  <a:lnTo>
                    <a:pt x="1657426" y="2662009"/>
                  </a:lnTo>
                  <a:lnTo>
                    <a:pt x="1663623" y="2658910"/>
                  </a:lnTo>
                  <a:lnTo>
                    <a:pt x="1668360" y="2653792"/>
                  </a:lnTo>
                  <a:lnTo>
                    <a:pt x="1673783" y="2644533"/>
                  </a:lnTo>
                  <a:lnTo>
                    <a:pt x="1675180" y="2634348"/>
                  </a:lnTo>
                  <a:close/>
                </a:path>
                <a:path w="2790825" h="3619500">
                  <a:moveTo>
                    <a:pt x="1710575" y="2476373"/>
                  </a:moveTo>
                  <a:lnTo>
                    <a:pt x="1708010" y="2470289"/>
                  </a:lnTo>
                  <a:lnTo>
                    <a:pt x="1703387" y="2465730"/>
                  </a:lnTo>
                  <a:lnTo>
                    <a:pt x="1697532" y="2463355"/>
                  </a:lnTo>
                  <a:lnTo>
                    <a:pt x="1691195" y="2463368"/>
                  </a:lnTo>
                  <a:lnTo>
                    <a:pt x="1685112" y="2465933"/>
                  </a:lnTo>
                  <a:lnTo>
                    <a:pt x="1680552" y="2470556"/>
                  </a:lnTo>
                  <a:lnTo>
                    <a:pt x="1678178" y="2476411"/>
                  </a:lnTo>
                  <a:lnTo>
                    <a:pt x="1678190" y="2482748"/>
                  </a:lnTo>
                  <a:lnTo>
                    <a:pt x="1680692" y="2488679"/>
                  </a:lnTo>
                  <a:lnTo>
                    <a:pt x="1682229" y="2490978"/>
                  </a:lnTo>
                  <a:lnTo>
                    <a:pt x="1684108" y="2493924"/>
                  </a:lnTo>
                  <a:lnTo>
                    <a:pt x="1689925" y="2496439"/>
                  </a:lnTo>
                  <a:lnTo>
                    <a:pt x="1698485" y="2495651"/>
                  </a:lnTo>
                  <a:lnTo>
                    <a:pt x="1701101" y="2494686"/>
                  </a:lnTo>
                  <a:lnTo>
                    <a:pt x="1703476" y="2493200"/>
                  </a:lnTo>
                  <a:lnTo>
                    <a:pt x="1708137" y="2488577"/>
                  </a:lnTo>
                  <a:lnTo>
                    <a:pt x="1710563" y="2482710"/>
                  </a:lnTo>
                  <a:lnTo>
                    <a:pt x="1710575" y="2476373"/>
                  </a:lnTo>
                  <a:close/>
                </a:path>
                <a:path w="2790825" h="3619500">
                  <a:moveTo>
                    <a:pt x="1727746" y="2799537"/>
                  </a:moveTo>
                  <a:lnTo>
                    <a:pt x="1723885" y="2788602"/>
                  </a:lnTo>
                  <a:lnTo>
                    <a:pt x="1715884" y="2779687"/>
                  </a:lnTo>
                  <a:lnTo>
                    <a:pt x="1705051" y="2774632"/>
                  </a:lnTo>
                  <a:lnTo>
                    <a:pt x="1693481" y="2774188"/>
                  </a:lnTo>
                  <a:lnTo>
                    <a:pt x="1682546" y="2778099"/>
                  </a:lnTo>
                  <a:lnTo>
                    <a:pt x="1673644" y="2786138"/>
                  </a:lnTo>
                  <a:lnTo>
                    <a:pt x="1668475" y="2797086"/>
                  </a:lnTo>
                  <a:lnTo>
                    <a:pt x="1667929" y="2808719"/>
                  </a:lnTo>
                  <a:lnTo>
                    <a:pt x="1671828" y="2819666"/>
                  </a:lnTo>
                  <a:lnTo>
                    <a:pt x="1679829" y="2828467"/>
                  </a:lnTo>
                  <a:lnTo>
                    <a:pt x="1684985" y="2832062"/>
                  </a:lnTo>
                  <a:lnTo>
                    <a:pt x="1686090" y="2832862"/>
                  </a:lnTo>
                  <a:lnTo>
                    <a:pt x="1693456" y="2834690"/>
                  </a:lnTo>
                  <a:lnTo>
                    <a:pt x="1708797" y="2833268"/>
                  </a:lnTo>
                  <a:lnTo>
                    <a:pt x="1716874" y="2829102"/>
                  </a:lnTo>
                  <a:lnTo>
                    <a:pt x="1722145" y="2821952"/>
                  </a:lnTo>
                  <a:lnTo>
                    <a:pt x="1727238" y="2811107"/>
                  </a:lnTo>
                  <a:lnTo>
                    <a:pt x="1727746" y="2799537"/>
                  </a:lnTo>
                  <a:close/>
                </a:path>
                <a:path w="2790825" h="3619500">
                  <a:moveTo>
                    <a:pt x="1781429" y="2598420"/>
                  </a:moveTo>
                  <a:lnTo>
                    <a:pt x="1763953" y="2576195"/>
                  </a:lnTo>
                  <a:lnTo>
                    <a:pt x="1756308" y="2576766"/>
                  </a:lnTo>
                  <a:lnTo>
                    <a:pt x="1749209" y="2580398"/>
                  </a:lnTo>
                  <a:lnTo>
                    <a:pt x="1744052" y="2586393"/>
                  </a:lnTo>
                  <a:lnTo>
                    <a:pt x="1741728" y="2593670"/>
                  </a:lnTo>
                  <a:lnTo>
                    <a:pt x="1742313" y="2601315"/>
                  </a:lnTo>
                  <a:lnTo>
                    <a:pt x="1745869" y="2608427"/>
                  </a:lnTo>
                  <a:lnTo>
                    <a:pt x="1746008" y="2608757"/>
                  </a:lnTo>
                  <a:lnTo>
                    <a:pt x="1750161" y="2613964"/>
                  </a:lnTo>
                  <a:lnTo>
                    <a:pt x="1756879" y="2616581"/>
                  </a:lnTo>
                  <a:lnTo>
                    <a:pt x="1767052" y="2615641"/>
                  </a:lnTo>
                  <a:lnTo>
                    <a:pt x="1779181" y="2605328"/>
                  </a:lnTo>
                  <a:lnTo>
                    <a:pt x="1781429" y="2598420"/>
                  </a:lnTo>
                  <a:close/>
                </a:path>
                <a:path w="2790825" h="3619500">
                  <a:moveTo>
                    <a:pt x="1850986" y="2722016"/>
                  </a:moveTo>
                  <a:lnTo>
                    <a:pt x="1849551" y="2713164"/>
                  </a:lnTo>
                  <a:lnTo>
                    <a:pt x="1844687" y="2705265"/>
                  </a:lnTo>
                  <a:lnTo>
                    <a:pt x="1837143" y="2699867"/>
                  </a:lnTo>
                  <a:lnTo>
                    <a:pt x="1828406" y="2697886"/>
                  </a:lnTo>
                  <a:lnTo>
                    <a:pt x="1819554" y="2699321"/>
                  </a:lnTo>
                  <a:lnTo>
                    <a:pt x="1811642" y="2704185"/>
                  </a:lnTo>
                  <a:lnTo>
                    <a:pt x="1806257" y="2711742"/>
                  </a:lnTo>
                  <a:lnTo>
                    <a:pt x="1804276" y="2720467"/>
                  </a:lnTo>
                  <a:lnTo>
                    <a:pt x="1805698" y="2729319"/>
                  </a:lnTo>
                  <a:lnTo>
                    <a:pt x="1810575" y="2737231"/>
                  </a:lnTo>
                  <a:lnTo>
                    <a:pt x="1810588" y="2737408"/>
                  </a:lnTo>
                  <a:lnTo>
                    <a:pt x="1815782" y="2742869"/>
                  </a:lnTo>
                  <a:lnTo>
                    <a:pt x="1822843" y="2745270"/>
                  </a:lnTo>
                  <a:lnTo>
                    <a:pt x="1834794" y="2744165"/>
                  </a:lnTo>
                  <a:lnTo>
                    <a:pt x="1839810" y="2741892"/>
                  </a:lnTo>
                  <a:lnTo>
                    <a:pt x="1843620" y="2738297"/>
                  </a:lnTo>
                  <a:lnTo>
                    <a:pt x="1849005" y="2730754"/>
                  </a:lnTo>
                  <a:lnTo>
                    <a:pt x="1850986" y="2722016"/>
                  </a:lnTo>
                  <a:close/>
                </a:path>
                <a:path w="2790825" h="3619500">
                  <a:moveTo>
                    <a:pt x="1895068" y="2750286"/>
                  </a:moveTo>
                  <a:lnTo>
                    <a:pt x="1892579" y="2744190"/>
                  </a:lnTo>
                  <a:lnTo>
                    <a:pt x="1887956" y="2739555"/>
                  </a:lnTo>
                  <a:lnTo>
                    <a:pt x="1882101" y="2737180"/>
                  </a:lnTo>
                  <a:lnTo>
                    <a:pt x="1875751" y="2737167"/>
                  </a:lnTo>
                  <a:lnTo>
                    <a:pt x="1869655" y="2739656"/>
                  </a:lnTo>
                  <a:lnTo>
                    <a:pt x="1865033" y="2744317"/>
                  </a:lnTo>
                  <a:lnTo>
                    <a:pt x="1862683" y="2750210"/>
                  </a:lnTo>
                  <a:lnTo>
                    <a:pt x="1862721" y="2756560"/>
                  </a:lnTo>
                  <a:lnTo>
                    <a:pt x="1865312" y="2762567"/>
                  </a:lnTo>
                  <a:lnTo>
                    <a:pt x="1868678" y="2767825"/>
                  </a:lnTo>
                  <a:lnTo>
                    <a:pt x="1874494" y="2770352"/>
                  </a:lnTo>
                  <a:lnTo>
                    <a:pt x="1883054" y="2769552"/>
                  </a:lnTo>
                  <a:lnTo>
                    <a:pt x="1885670" y="2768587"/>
                  </a:lnTo>
                  <a:lnTo>
                    <a:pt x="1888058" y="2767114"/>
                  </a:lnTo>
                  <a:lnTo>
                    <a:pt x="1892693" y="2762478"/>
                  </a:lnTo>
                  <a:lnTo>
                    <a:pt x="1895068" y="2756624"/>
                  </a:lnTo>
                  <a:lnTo>
                    <a:pt x="1895068" y="2750286"/>
                  </a:lnTo>
                  <a:close/>
                </a:path>
                <a:path w="2790825" h="3619500">
                  <a:moveTo>
                    <a:pt x="1921167" y="2854477"/>
                  </a:moveTo>
                  <a:lnTo>
                    <a:pt x="1918639" y="2844520"/>
                  </a:lnTo>
                  <a:lnTo>
                    <a:pt x="1912264" y="2835960"/>
                  </a:lnTo>
                  <a:lnTo>
                    <a:pt x="1903018" y="2830550"/>
                  </a:lnTo>
                  <a:lnTo>
                    <a:pt x="1892833" y="2829153"/>
                  </a:lnTo>
                  <a:lnTo>
                    <a:pt x="1882863" y="2831681"/>
                  </a:lnTo>
                  <a:lnTo>
                    <a:pt x="1874304" y="2838043"/>
                  </a:lnTo>
                  <a:lnTo>
                    <a:pt x="1868995" y="2847289"/>
                  </a:lnTo>
                  <a:lnTo>
                    <a:pt x="1867649" y="2857474"/>
                  </a:lnTo>
                  <a:lnTo>
                    <a:pt x="1870202" y="2867431"/>
                  </a:lnTo>
                  <a:lnTo>
                    <a:pt x="1876577" y="2875991"/>
                  </a:lnTo>
                  <a:lnTo>
                    <a:pt x="1882279" y="2881223"/>
                  </a:lnTo>
                  <a:lnTo>
                    <a:pt x="1889683" y="2883420"/>
                  </a:lnTo>
                  <a:lnTo>
                    <a:pt x="1903247" y="2882163"/>
                  </a:lnTo>
                  <a:lnTo>
                    <a:pt x="1909610" y="2879052"/>
                  </a:lnTo>
                  <a:lnTo>
                    <a:pt x="1914359" y="2873921"/>
                  </a:lnTo>
                  <a:lnTo>
                    <a:pt x="1919770" y="2864675"/>
                  </a:lnTo>
                  <a:lnTo>
                    <a:pt x="1921167" y="2854477"/>
                  </a:lnTo>
                  <a:close/>
                </a:path>
                <a:path w="2790825" h="3619500">
                  <a:moveTo>
                    <a:pt x="1986051" y="2857322"/>
                  </a:moveTo>
                  <a:lnTo>
                    <a:pt x="1985467" y="2849715"/>
                  </a:lnTo>
                  <a:lnTo>
                    <a:pt x="1981835" y="2842641"/>
                  </a:lnTo>
                  <a:lnTo>
                    <a:pt x="1975853" y="2837446"/>
                  </a:lnTo>
                  <a:lnTo>
                    <a:pt x="1968639" y="2835084"/>
                  </a:lnTo>
                  <a:lnTo>
                    <a:pt x="1961057" y="2835656"/>
                  </a:lnTo>
                  <a:lnTo>
                    <a:pt x="1953983" y="2839288"/>
                  </a:lnTo>
                  <a:lnTo>
                    <a:pt x="1948903" y="2845270"/>
                  </a:lnTo>
                  <a:lnTo>
                    <a:pt x="1946592" y="2852547"/>
                  </a:lnTo>
                  <a:lnTo>
                    <a:pt x="1947189" y="2860192"/>
                  </a:lnTo>
                  <a:lnTo>
                    <a:pt x="1950821" y="2867291"/>
                  </a:lnTo>
                  <a:lnTo>
                    <a:pt x="1950961" y="2867622"/>
                  </a:lnTo>
                  <a:lnTo>
                    <a:pt x="1955114" y="2872841"/>
                  </a:lnTo>
                  <a:lnTo>
                    <a:pt x="1961845" y="2875457"/>
                  </a:lnTo>
                  <a:lnTo>
                    <a:pt x="1972017" y="2874505"/>
                  </a:lnTo>
                  <a:lnTo>
                    <a:pt x="1975662" y="2873083"/>
                  </a:lnTo>
                  <a:lnTo>
                    <a:pt x="1978672" y="2870644"/>
                  </a:lnTo>
                  <a:lnTo>
                    <a:pt x="1983740" y="2864586"/>
                  </a:lnTo>
                  <a:lnTo>
                    <a:pt x="1983790" y="2864408"/>
                  </a:lnTo>
                  <a:lnTo>
                    <a:pt x="1983854" y="2864231"/>
                  </a:lnTo>
                  <a:lnTo>
                    <a:pt x="1986051" y="2857322"/>
                  </a:lnTo>
                  <a:close/>
                </a:path>
                <a:path w="2790825" h="3619500">
                  <a:moveTo>
                    <a:pt x="1993569" y="2995866"/>
                  </a:moveTo>
                  <a:lnTo>
                    <a:pt x="1989658" y="2984944"/>
                  </a:lnTo>
                  <a:lnTo>
                    <a:pt x="1981631" y="2976029"/>
                  </a:lnTo>
                  <a:lnTo>
                    <a:pt x="1970709" y="2970885"/>
                  </a:lnTo>
                  <a:lnTo>
                    <a:pt x="1959140" y="2970377"/>
                  </a:lnTo>
                  <a:lnTo>
                    <a:pt x="1948256" y="2974276"/>
                  </a:lnTo>
                  <a:lnTo>
                    <a:pt x="1939366" y="2982303"/>
                  </a:lnTo>
                  <a:lnTo>
                    <a:pt x="1934197" y="2993225"/>
                  </a:lnTo>
                  <a:lnTo>
                    <a:pt x="1933651" y="3004794"/>
                  </a:lnTo>
                  <a:lnTo>
                    <a:pt x="1937537" y="3015678"/>
                  </a:lnTo>
                  <a:lnTo>
                    <a:pt x="1945640" y="3024555"/>
                  </a:lnTo>
                  <a:lnTo>
                    <a:pt x="1945817" y="3024543"/>
                  </a:lnTo>
                  <a:lnTo>
                    <a:pt x="1952002" y="3029191"/>
                  </a:lnTo>
                  <a:lnTo>
                    <a:pt x="1959203" y="3031032"/>
                  </a:lnTo>
                  <a:lnTo>
                    <a:pt x="1974723" y="3029597"/>
                  </a:lnTo>
                  <a:lnTo>
                    <a:pt x="1982800" y="3025419"/>
                  </a:lnTo>
                  <a:lnTo>
                    <a:pt x="1988070" y="3018269"/>
                  </a:lnTo>
                  <a:lnTo>
                    <a:pt x="1993125" y="3007436"/>
                  </a:lnTo>
                  <a:lnTo>
                    <a:pt x="1993569" y="2995866"/>
                  </a:lnTo>
                  <a:close/>
                </a:path>
                <a:path w="2790825" h="3619500">
                  <a:moveTo>
                    <a:pt x="2076792" y="2963113"/>
                  </a:moveTo>
                  <a:lnTo>
                    <a:pt x="2075357" y="2954261"/>
                  </a:lnTo>
                  <a:lnTo>
                    <a:pt x="2070493" y="2946349"/>
                  </a:lnTo>
                  <a:lnTo>
                    <a:pt x="2062835" y="2940977"/>
                  </a:lnTo>
                  <a:lnTo>
                    <a:pt x="2054059" y="2938996"/>
                  </a:lnTo>
                  <a:lnTo>
                    <a:pt x="2045182" y="2940431"/>
                  </a:lnTo>
                  <a:lnTo>
                    <a:pt x="2037270" y="2945307"/>
                  </a:lnTo>
                  <a:lnTo>
                    <a:pt x="2031885" y="2952851"/>
                  </a:lnTo>
                  <a:lnTo>
                    <a:pt x="2029891" y="2961576"/>
                  </a:lnTo>
                  <a:lnTo>
                    <a:pt x="2031326" y="2970428"/>
                  </a:lnTo>
                  <a:lnTo>
                    <a:pt x="2036203" y="2978340"/>
                  </a:lnTo>
                  <a:lnTo>
                    <a:pt x="2036381" y="2978327"/>
                  </a:lnTo>
                  <a:lnTo>
                    <a:pt x="2041563" y="2983788"/>
                  </a:lnTo>
                  <a:lnTo>
                    <a:pt x="2048649" y="2986367"/>
                  </a:lnTo>
                  <a:lnTo>
                    <a:pt x="2060600" y="2985249"/>
                  </a:lnTo>
                  <a:lnTo>
                    <a:pt x="2065439" y="2983001"/>
                  </a:lnTo>
                  <a:lnTo>
                    <a:pt x="2069414" y="2979394"/>
                  </a:lnTo>
                  <a:lnTo>
                    <a:pt x="2074811" y="2971850"/>
                  </a:lnTo>
                  <a:lnTo>
                    <a:pt x="2076792" y="2963113"/>
                  </a:lnTo>
                  <a:close/>
                </a:path>
                <a:path w="2790825" h="3619500">
                  <a:moveTo>
                    <a:pt x="2079955" y="3030321"/>
                  </a:moveTo>
                  <a:lnTo>
                    <a:pt x="2060486" y="3010878"/>
                  </a:lnTo>
                  <a:lnTo>
                    <a:pt x="2054390" y="3013367"/>
                  </a:lnTo>
                  <a:lnTo>
                    <a:pt x="2049729" y="3018002"/>
                  </a:lnTo>
                  <a:lnTo>
                    <a:pt x="2047316" y="3023857"/>
                  </a:lnTo>
                  <a:lnTo>
                    <a:pt x="2047303" y="3030207"/>
                  </a:lnTo>
                  <a:lnTo>
                    <a:pt x="2049868" y="3036290"/>
                  </a:lnTo>
                  <a:lnTo>
                    <a:pt x="2050046" y="3036278"/>
                  </a:lnTo>
                  <a:lnTo>
                    <a:pt x="2053590" y="3041523"/>
                  </a:lnTo>
                  <a:lnTo>
                    <a:pt x="2059406" y="3044050"/>
                  </a:lnTo>
                  <a:lnTo>
                    <a:pt x="2067966" y="3043250"/>
                  </a:lnTo>
                  <a:lnTo>
                    <a:pt x="2070582" y="3042285"/>
                  </a:lnTo>
                  <a:lnTo>
                    <a:pt x="2072970" y="3040799"/>
                  </a:lnTo>
                  <a:lnTo>
                    <a:pt x="2077593" y="3036176"/>
                  </a:lnTo>
                  <a:lnTo>
                    <a:pt x="2079955" y="3030321"/>
                  </a:lnTo>
                  <a:close/>
                </a:path>
                <a:path w="2790825" h="3619500">
                  <a:moveTo>
                    <a:pt x="2167280" y="3074606"/>
                  </a:moveTo>
                  <a:lnTo>
                    <a:pt x="2164791" y="3064649"/>
                  </a:lnTo>
                  <a:lnTo>
                    <a:pt x="2158441" y="3056077"/>
                  </a:lnTo>
                  <a:lnTo>
                    <a:pt x="2149195" y="3050667"/>
                  </a:lnTo>
                  <a:lnTo>
                    <a:pt x="2138997" y="3049270"/>
                  </a:lnTo>
                  <a:lnTo>
                    <a:pt x="2129040" y="3051797"/>
                  </a:lnTo>
                  <a:lnTo>
                    <a:pt x="2120481" y="3058172"/>
                  </a:lnTo>
                  <a:lnTo>
                    <a:pt x="2115058" y="3067418"/>
                  </a:lnTo>
                  <a:lnTo>
                    <a:pt x="2113673" y="3077616"/>
                  </a:lnTo>
                  <a:lnTo>
                    <a:pt x="2116201" y="3087573"/>
                  </a:lnTo>
                  <a:lnTo>
                    <a:pt x="2122563" y="3096133"/>
                  </a:lnTo>
                  <a:lnTo>
                    <a:pt x="2128431" y="3101175"/>
                  </a:lnTo>
                  <a:lnTo>
                    <a:pt x="2135848" y="3103537"/>
                  </a:lnTo>
                  <a:lnTo>
                    <a:pt x="2149411" y="3102279"/>
                  </a:lnTo>
                  <a:lnTo>
                    <a:pt x="2155787" y="3099168"/>
                  </a:lnTo>
                  <a:lnTo>
                    <a:pt x="2160536" y="3094050"/>
                  </a:lnTo>
                  <a:lnTo>
                    <a:pt x="2165870" y="3084804"/>
                  </a:lnTo>
                  <a:lnTo>
                    <a:pt x="2167280" y="3074606"/>
                  </a:lnTo>
                  <a:close/>
                </a:path>
                <a:path w="2790825" h="3619500">
                  <a:moveTo>
                    <a:pt x="2191156" y="3116173"/>
                  </a:moveTo>
                  <a:lnTo>
                    <a:pt x="2173617" y="3093961"/>
                  </a:lnTo>
                  <a:lnTo>
                    <a:pt x="2166010" y="3094532"/>
                  </a:lnTo>
                  <a:lnTo>
                    <a:pt x="2158936" y="3098152"/>
                  </a:lnTo>
                  <a:lnTo>
                    <a:pt x="2153780" y="3104235"/>
                  </a:lnTo>
                  <a:lnTo>
                    <a:pt x="2151469" y="3111500"/>
                  </a:lnTo>
                  <a:lnTo>
                    <a:pt x="2152040" y="3119094"/>
                  </a:lnTo>
                  <a:lnTo>
                    <a:pt x="2155596" y="3126181"/>
                  </a:lnTo>
                  <a:lnTo>
                    <a:pt x="2155736" y="3126511"/>
                  </a:lnTo>
                  <a:lnTo>
                    <a:pt x="2159889" y="3131731"/>
                  </a:lnTo>
                  <a:lnTo>
                    <a:pt x="2166620" y="3134334"/>
                  </a:lnTo>
                  <a:lnTo>
                    <a:pt x="2176792" y="3133394"/>
                  </a:lnTo>
                  <a:lnTo>
                    <a:pt x="2180437" y="3131972"/>
                  </a:lnTo>
                  <a:lnTo>
                    <a:pt x="2183625" y="3129521"/>
                  </a:lnTo>
                  <a:lnTo>
                    <a:pt x="2188807" y="3123438"/>
                  </a:lnTo>
                  <a:lnTo>
                    <a:pt x="2188857" y="3123273"/>
                  </a:lnTo>
                  <a:lnTo>
                    <a:pt x="2188921" y="3123095"/>
                  </a:lnTo>
                  <a:lnTo>
                    <a:pt x="2191156" y="3116173"/>
                  </a:lnTo>
                  <a:close/>
                </a:path>
                <a:path w="2790825" h="3619500">
                  <a:moveTo>
                    <a:pt x="2263013" y="3307359"/>
                  </a:moveTo>
                  <a:lnTo>
                    <a:pt x="2234692" y="3309988"/>
                  </a:lnTo>
                  <a:lnTo>
                    <a:pt x="2238133" y="3315068"/>
                  </a:lnTo>
                  <a:lnTo>
                    <a:pt x="2244128" y="3317583"/>
                  </a:lnTo>
                  <a:lnTo>
                    <a:pt x="2252332" y="3316808"/>
                  </a:lnTo>
                  <a:lnTo>
                    <a:pt x="2255126" y="3315830"/>
                  </a:lnTo>
                  <a:lnTo>
                    <a:pt x="2257501" y="3314357"/>
                  </a:lnTo>
                  <a:lnTo>
                    <a:pt x="2262060" y="3309734"/>
                  </a:lnTo>
                  <a:lnTo>
                    <a:pt x="2263013" y="3307359"/>
                  </a:lnTo>
                  <a:close/>
                </a:path>
                <a:path w="2790825" h="3619500">
                  <a:moveTo>
                    <a:pt x="2264422" y="3297542"/>
                  </a:moveTo>
                  <a:lnTo>
                    <a:pt x="2261857" y="3291446"/>
                  </a:lnTo>
                  <a:lnTo>
                    <a:pt x="2257120" y="3286823"/>
                  </a:lnTo>
                  <a:lnTo>
                    <a:pt x="2251240" y="3284474"/>
                  </a:lnTo>
                  <a:lnTo>
                    <a:pt x="2244941" y="3284512"/>
                  </a:lnTo>
                  <a:lnTo>
                    <a:pt x="2238946" y="3287103"/>
                  </a:lnTo>
                  <a:lnTo>
                    <a:pt x="2234285" y="3291725"/>
                  </a:lnTo>
                  <a:lnTo>
                    <a:pt x="2231872" y="3297593"/>
                  </a:lnTo>
                  <a:lnTo>
                    <a:pt x="2231860" y="3303930"/>
                  </a:lnTo>
                  <a:lnTo>
                    <a:pt x="2234349" y="3309848"/>
                  </a:lnTo>
                  <a:lnTo>
                    <a:pt x="2234577" y="3309823"/>
                  </a:lnTo>
                  <a:lnTo>
                    <a:pt x="2263089" y="3307169"/>
                  </a:lnTo>
                  <a:lnTo>
                    <a:pt x="2264422" y="3303879"/>
                  </a:lnTo>
                  <a:lnTo>
                    <a:pt x="2264422" y="3297542"/>
                  </a:lnTo>
                  <a:close/>
                </a:path>
                <a:path w="2790825" h="3619500">
                  <a:moveTo>
                    <a:pt x="2302040" y="3204083"/>
                  </a:moveTo>
                  <a:lnTo>
                    <a:pt x="2300605" y="3195231"/>
                  </a:lnTo>
                  <a:lnTo>
                    <a:pt x="2295741" y="3187319"/>
                  </a:lnTo>
                  <a:lnTo>
                    <a:pt x="2288197" y="3181934"/>
                  </a:lnTo>
                  <a:lnTo>
                    <a:pt x="2279459" y="3179953"/>
                  </a:lnTo>
                  <a:lnTo>
                    <a:pt x="2270607" y="3181375"/>
                  </a:lnTo>
                  <a:lnTo>
                    <a:pt x="2262695" y="3186252"/>
                  </a:lnTo>
                  <a:lnTo>
                    <a:pt x="2259076" y="3191408"/>
                  </a:lnTo>
                  <a:lnTo>
                    <a:pt x="2255316" y="3180753"/>
                  </a:lnTo>
                  <a:lnTo>
                    <a:pt x="2247315" y="3171837"/>
                  </a:lnTo>
                  <a:lnTo>
                    <a:pt x="2236381" y="3166795"/>
                  </a:lnTo>
                  <a:lnTo>
                    <a:pt x="2224760" y="3166351"/>
                  </a:lnTo>
                  <a:lnTo>
                    <a:pt x="2213813" y="3170275"/>
                  </a:lnTo>
                  <a:lnTo>
                    <a:pt x="2204897" y="3178302"/>
                  </a:lnTo>
                  <a:lnTo>
                    <a:pt x="2199817" y="3189135"/>
                  </a:lnTo>
                  <a:lnTo>
                    <a:pt x="2199335" y="3200717"/>
                  </a:lnTo>
                  <a:lnTo>
                    <a:pt x="2203234" y="3211639"/>
                  </a:lnTo>
                  <a:lnTo>
                    <a:pt x="2211349" y="3220542"/>
                  </a:lnTo>
                  <a:lnTo>
                    <a:pt x="2217534" y="3225190"/>
                  </a:lnTo>
                  <a:lnTo>
                    <a:pt x="2224913" y="3227019"/>
                  </a:lnTo>
                  <a:lnTo>
                    <a:pt x="2240254" y="3225596"/>
                  </a:lnTo>
                  <a:lnTo>
                    <a:pt x="2248306" y="3221253"/>
                  </a:lnTo>
                  <a:lnTo>
                    <a:pt x="2253589" y="3214103"/>
                  </a:lnTo>
                  <a:lnTo>
                    <a:pt x="2256256" y="3208401"/>
                  </a:lnTo>
                  <a:lnTo>
                    <a:pt x="2256777" y="3211563"/>
                  </a:lnTo>
                  <a:lnTo>
                    <a:pt x="2261641" y="3219475"/>
                  </a:lnTo>
                  <a:lnTo>
                    <a:pt x="2266835" y="3224923"/>
                  </a:lnTo>
                  <a:lnTo>
                    <a:pt x="2273897" y="3227336"/>
                  </a:lnTo>
                  <a:lnTo>
                    <a:pt x="2285847" y="3226219"/>
                  </a:lnTo>
                  <a:lnTo>
                    <a:pt x="2290864" y="3223958"/>
                  </a:lnTo>
                  <a:lnTo>
                    <a:pt x="2294674" y="3220364"/>
                  </a:lnTo>
                  <a:lnTo>
                    <a:pt x="2300059" y="3212820"/>
                  </a:lnTo>
                  <a:lnTo>
                    <a:pt x="2302040" y="3204083"/>
                  </a:lnTo>
                  <a:close/>
                </a:path>
                <a:path w="2790825" h="3619500">
                  <a:moveTo>
                    <a:pt x="2395867" y="3375075"/>
                  </a:moveTo>
                  <a:lnTo>
                    <a:pt x="2395296" y="3367468"/>
                  </a:lnTo>
                  <a:lnTo>
                    <a:pt x="2391740" y="3360382"/>
                  </a:lnTo>
                  <a:lnTo>
                    <a:pt x="2385657" y="3355200"/>
                  </a:lnTo>
                  <a:lnTo>
                    <a:pt x="2378392" y="3352838"/>
                  </a:lnTo>
                  <a:lnTo>
                    <a:pt x="2370798" y="3353409"/>
                  </a:lnTo>
                  <a:lnTo>
                    <a:pt x="2363711" y="3357041"/>
                  </a:lnTo>
                  <a:lnTo>
                    <a:pt x="2358644" y="3363112"/>
                  </a:lnTo>
                  <a:lnTo>
                    <a:pt x="2356332" y="3370376"/>
                  </a:lnTo>
                  <a:lnTo>
                    <a:pt x="2356916" y="3377971"/>
                  </a:lnTo>
                  <a:lnTo>
                    <a:pt x="2360549" y="3385058"/>
                  </a:lnTo>
                  <a:lnTo>
                    <a:pt x="2360688" y="3385388"/>
                  </a:lnTo>
                  <a:lnTo>
                    <a:pt x="2364841" y="3390595"/>
                  </a:lnTo>
                  <a:lnTo>
                    <a:pt x="2371394" y="3393224"/>
                  </a:lnTo>
                  <a:lnTo>
                    <a:pt x="2381745" y="3392271"/>
                  </a:lnTo>
                  <a:lnTo>
                    <a:pt x="2385390" y="3390849"/>
                  </a:lnTo>
                  <a:lnTo>
                    <a:pt x="2388400" y="3388410"/>
                  </a:lnTo>
                  <a:lnTo>
                    <a:pt x="2393556" y="3382327"/>
                  </a:lnTo>
                  <a:lnTo>
                    <a:pt x="2393607" y="3382162"/>
                  </a:lnTo>
                  <a:lnTo>
                    <a:pt x="2393670" y="3381984"/>
                  </a:lnTo>
                  <a:lnTo>
                    <a:pt x="2395867" y="3375075"/>
                  </a:lnTo>
                  <a:close/>
                </a:path>
                <a:path w="2790825" h="3619500">
                  <a:moveTo>
                    <a:pt x="2413177" y="3294735"/>
                  </a:moveTo>
                  <a:lnTo>
                    <a:pt x="2410625" y="3284791"/>
                  </a:lnTo>
                  <a:lnTo>
                    <a:pt x="2404262" y="3276231"/>
                  </a:lnTo>
                  <a:lnTo>
                    <a:pt x="2395118" y="3270808"/>
                  </a:lnTo>
                  <a:lnTo>
                    <a:pt x="2384971" y="3269411"/>
                  </a:lnTo>
                  <a:lnTo>
                    <a:pt x="2375027" y="3271939"/>
                  </a:lnTo>
                  <a:lnTo>
                    <a:pt x="2366467" y="3278301"/>
                  </a:lnTo>
                  <a:lnTo>
                    <a:pt x="2361057" y="3287560"/>
                  </a:lnTo>
                  <a:lnTo>
                    <a:pt x="2359660" y="3297745"/>
                  </a:lnTo>
                  <a:lnTo>
                    <a:pt x="2362200" y="3307715"/>
                  </a:lnTo>
                  <a:lnTo>
                    <a:pt x="2368562" y="3316274"/>
                  </a:lnTo>
                  <a:lnTo>
                    <a:pt x="2374430" y="3321304"/>
                  </a:lnTo>
                  <a:lnTo>
                    <a:pt x="2381669" y="3323691"/>
                  </a:lnTo>
                  <a:lnTo>
                    <a:pt x="2395410" y="3322421"/>
                  </a:lnTo>
                  <a:lnTo>
                    <a:pt x="2401786" y="3319310"/>
                  </a:lnTo>
                  <a:lnTo>
                    <a:pt x="2406510" y="3314001"/>
                  </a:lnTo>
                  <a:lnTo>
                    <a:pt x="2411831" y="3304870"/>
                  </a:lnTo>
                  <a:lnTo>
                    <a:pt x="2413177" y="3294735"/>
                  </a:lnTo>
                  <a:close/>
                </a:path>
                <a:path w="2790825" h="3619500">
                  <a:moveTo>
                    <a:pt x="2527858" y="3445357"/>
                  </a:moveTo>
                  <a:lnTo>
                    <a:pt x="2526423" y="3436505"/>
                  </a:lnTo>
                  <a:lnTo>
                    <a:pt x="2521559" y="3428593"/>
                  </a:lnTo>
                  <a:lnTo>
                    <a:pt x="2513914" y="3423221"/>
                  </a:lnTo>
                  <a:lnTo>
                    <a:pt x="2506167" y="3421481"/>
                  </a:lnTo>
                  <a:lnTo>
                    <a:pt x="2514041" y="3417417"/>
                  </a:lnTo>
                  <a:lnTo>
                    <a:pt x="2519311" y="3410267"/>
                  </a:lnTo>
                  <a:lnTo>
                    <a:pt x="2524391" y="3399345"/>
                  </a:lnTo>
                  <a:lnTo>
                    <a:pt x="2524899" y="3387763"/>
                  </a:lnTo>
                  <a:lnTo>
                    <a:pt x="2521039" y="3376815"/>
                  </a:lnTo>
                  <a:lnTo>
                    <a:pt x="2513025" y="3367824"/>
                  </a:lnTo>
                  <a:lnTo>
                    <a:pt x="2502090" y="3362756"/>
                  </a:lnTo>
                  <a:lnTo>
                    <a:pt x="2490470" y="3362274"/>
                  </a:lnTo>
                  <a:lnTo>
                    <a:pt x="2479510" y="3366185"/>
                  </a:lnTo>
                  <a:lnTo>
                    <a:pt x="2470607" y="3374288"/>
                  </a:lnTo>
                  <a:lnTo>
                    <a:pt x="2465527" y="3385121"/>
                  </a:lnTo>
                  <a:lnTo>
                    <a:pt x="2465044" y="3396704"/>
                  </a:lnTo>
                  <a:lnTo>
                    <a:pt x="2468956" y="3407626"/>
                  </a:lnTo>
                  <a:lnTo>
                    <a:pt x="2477058" y="3416528"/>
                  </a:lnTo>
                  <a:lnTo>
                    <a:pt x="2483243" y="3421176"/>
                  </a:lnTo>
                  <a:lnTo>
                    <a:pt x="2490444" y="3423031"/>
                  </a:lnTo>
                  <a:lnTo>
                    <a:pt x="2498826" y="3422256"/>
                  </a:lnTo>
                  <a:lnTo>
                    <a:pt x="2496248" y="3422662"/>
                  </a:lnTo>
                  <a:lnTo>
                    <a:pt x="2488336" y="3427539"/>
                  </a:lnTo>
                  <a:lnTo>
                    <a:pt x="2482951" y="3435083"/>
                  </a:lnTo>
                  <a:lnTo>
                    <a:pt x="2480970" y="3443821"/>
                  </a:lnTo>
                  <a:lnTo>
                    <a:pt x="2482392" y="3452672"/>
                  </a:lnTo>
                  <a:lnTo>
                    <a:pt x="2487269" y="3460585"/>
                  </a:lnTo>
                  <a:lnTo>
                    <a:pt x="2487447" y="3460559"/>
                  </a:lnTo>
                  <a:lnTo>
                    <a:pt x="2492629" y="3466020"/>
                  </a:lnTo>
                  <a:lnTo>
                    <a:pt x="2499703" y="3468420"/>
                  </a:lnTo>
                  <a:lnTo>
                    <a:pt x="2511653" y="3467316"/>
                  </a:lnTo>
                  <a:lnTo>
                    <a:pt x="2516505" y="3465245"/>
                  </a:lnTo>
                  <a:lnTo>
                    <a:pt x="2520492" y="3461639"/>
                  </a:lnTo>
                  <a:lnTo>
                    <a:pt x="2525877" y="3454082"/>
                  </a:lnTo>
                  <a:lnTo>
                    <a:pt x="2527858" y="3445357"/>
                  </a:lnTo>
                  <a:close/>
                </a:path>
                <a:path w="2790825" h="3619500">
                  <a:moveTo>
                    <a:pt x="2659151" y="3514877"/>
                  </a:moveTo>
                  <a:lnTo>
                    <a:pt x="2656624" y="3504933"/>
                  </a:lnTo>
                  <a:lnTo>
                    <a:pt x="2650248" y="3496373"/>
                  </a:lnTo>
                  <a:lnTo>
                    <a:pt x="2641104" y="3490950"/>
                  </a:lnTo>
                  <a:lnTo>
                    <a:pt x="2630970" y="3489553"/>
                  </a:lnTo>
                  <a:lnTo>
                    <a:pt x="2621026" y="3492081"/>
                  </a:lnTo>
                  <a:lnTo>
                    <a:pt x="2612466" y="3498443"/>
                  </a:lnTo>
                  <a:lnTo>
                    <a:pt x="2607056" y="3507702"/>
                  </a:lnTo>
                  <a:lnTo>
                    <a:pt x="2605659" y="3517887"/>
                  </a:lnTo>
                  <a:lnTo>
                    <a:pt x="2608186" y="3527856"/>
                  </a:lnTo>
                  <a:lnTo>
                    <a:pt x="2614561" y="3536416"/>
                  </a:lnTo>
                  <a:lnTo>
                    <a:pt x="2620429" y="3541445"/>
                  </a:lnTo>
                  <a:lnTo>
                    <a:pt x="2627642" y="3543655"/>
                  </a:lnTo>
                  <a:lnTo>
                    <a:pt x="2641384" y="3542373"/>
                  </a:lnTo>
                  <a:lnTo>
                    <a:pt x="2647594" y="3539464"/>
                  </a:lnTo>
                  <a:lnTo>
                    <a:pt x="2652331" y="3534156"/>
                  </a:lnTo>
                  <a:lnTo>
                    <a:pt x="2657754" y="3525012"/>
                  </a:lnTo>
                  <a:lnTo>
                    <a:pt x="2659151" y="3514877"/>
                  </a:lnTo>
                  <a:close/>
                </a:path>
                <a:path w="2790825" h="3619500">
                  <a:moveTo>
                    <a:pt x="2790698" y="3583736"/>
                  </a:moveTo>
                  <a:lnTo>
                    <a:pt x="2786773" y="3572802"/>
                  </a:lnTo>
                  <a:lnTo>
                    <a:pt x="2778734" y="3563810"/>
                  </a:lnTo>
                  <a:lnTo>
                    <a:pt x="2767800" y="3558743"/>
                  </a:lnTo>
                  <a:lnTo>
                    <a:pt x="2756179" y="3558260"/>
                  </a:lnTo>
                  <a:lnTo>
                    <a:pt x="2745232" y="3562172"/>
                  </a:lnTo>
                  <a:lnTo>
                    <a:pt x="2736316" y="3570274"/>
                  </a:lnTo>
                  <a:lnTo>
                    <a:pt x="2731236" y="3581108"/>
                  </a:lnTo>
                  <a:lnTo>
                    <a:pt x="2730728" y="3592690"/>
                  </a:lnTo>
                  <a:lnTo>
                    <a:pt x="2734589" y="3603625"/>
                  </a:lnTo>
                  <a:lnTo>
                    <a:pt x="2742590" y="3612527"/>
                  </a:lnTo>
                  <a:lnTo>
                    <a:pt x="2742781" y="3612692"/>
                  </a:lnTo>
                  <a:lnTo>
                    <a:pt x="2749156" y="3617328"/>
                  </a:lnTo>
                  <a:lnTo>
                    <a:pt x="2756522" y="3619157"/>
                  </a:lnTo>
                  <a:lnTo>
                    <a:pt x="2771876" y="3617734"/>
                  </a:lnTo>
                  <a:lnTo>
                    <a:pt x="2779928" y="3613378"/>
                  </a:lnTo>
                  <a:lnTo>
                    <a:pt x="2785199" y="3606228"/>
                  </a:lnTo>
                  <a:lnTo>
                    <a:pt x="2790253" y="3595319"/>
                  </a:lnTo>
                  <a:lnTo>
                    <a:pt x="2790698" y="3583736"/>
                  </a:lnTo>
                  <a:close/>
                </a:path>
              </a:pathLst>
            </a:custGeom>
            <a:solidFill>
              <a:srgbClr val="CAF0F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868" y="7575816"/>
              <a:ext cx="3461831" cy="205750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923" y="9434892"/>
              <a:ext cx="4519930" cy="852169"/>
            </a:xfrm>
            <a:custGeom>
              <a:avLst/>
              <a:gdLst/>
              <a:ahLst/>
              <a:cxnLst/>
              <a:rect l="l" t="t" r="r" b="b"/>
              <a:pathLst>
                <a:path w="4519930" h="852170">
                  <a:moveTo>
                    <a:pt x="50850" y="101752"/>
                  </a:moveTo>
                  <a:lnTo>
                    <a:pt x="47752" y="101600"/>
                  </a:lnTo>
                  <a:lnTo>
                    <a:pt x="49034" y="101917"/>
                  </a:lnTo>
                  <a:lnTo>
                    <a:pt x="50850" y="101752"/>
                  </a:lnTo>
                  <a:close/>
                </a:path>
                <a:path w="4519930" h="852170">
                  <a:moveTo>
                    <a:pt x="101600" y="53289"/>
                  </a:moveTo>
                  <a:lnTo>
                    <a:pt x="98564" y="33337"/>
                  </a:lnTo>
                  <a:lnTo>
                    <a:pt x="88455" y="16649"/>
                  </a:lnTo>
                  <a:lnTo>
                    <a:pt x="72834" y="4965"/>
                  </a:lnTo>
                  <a:lnTo>
                    <a:pt x="53276" y="0"/>
                  </a:lnTo>
                  <a:lnTo>
                    <a:pt x="33324" y="3149"/>
                  </a:lnTo>
                  <a:lnTo>
                    <a:pt x="16637" y="13309"/>
                  </a:lnTo>
                  <a:lnTo>
                    <a:pt x="4953" y="28943"/>
                  </a:lnTo>
                  <a:lnTo>
                    <a:pt x="0" y="48514"/>
                  </a:lnTo>
                  <a:lnTo>
                    <a:pt x="3149" y="68567"/>
                  </a:lnTo>
                  <a:lnTo>
                    <a:pt x="13322" y="85280"/>
                  </a:lnTo>
                  <a:lnTo>
                    <a:pt x="28956" y="96926"/>
                  </a:lnTo>
                  <a:lnTo>
                    <a:pt x="47752" y="101600"/>
                  </a:lnTo>
                  <a:lnTo>
                    <a:pt x="58839" y="100571"/>
                  </a:lnTo>
                  <a:lnTo>
                    <a:pt x="73075" y="96596"/>
                  </a:lnTo>
                  <a:lnTo>
                    <a:pt x="87464" y="86156"/>
                  </a:lnTo>
                  <a:lnTo>
                    <a:pt x="97396" y="71335"/>
                  </a:lnTo>
                  <a:lnTo>
                    <a:pt x="101600" y="53289"/>
                  </a:lnTo>
                  <a:close/>
                </a:path>
                <a:path w="4519930" h="852170">
                  <a:moveTo>
                    <a:pt x="230835" y="430987"/>
                  </a:moveTo>
                  <a:lnTo>
                    <a:pt x="225755" y="410032"/>
                  </a:lnTo>
                  <a:lnTo>
                    <a:pt x="213474" y="393217"/>
                  </a:lnTo>
                  <a:lnTo>
                    <a:pt x="195783" y="382244"/>
                  </a:lnTo>
                  <a:lnTo>
                    <a:pt x="174510" y="378802"/>
                  </a:lnTo>
                  <a:lnTo>
                    <a:pt x="153555" y="383882"/>
                  </a:lnTo>
                  <a:lnTo>
                    <a:pt x="136753" y="396163"/>
                  </a:lnTo>
                  <a:lnTo>
                    <a:pt x="125780" y="413854"/>
                  </a:lnTo>
                  <a:lnTo>
                    <a:pt x="122326" y="435127"/>
                  </a:lnTo>
                  <a:lnTo>
                    <a:pt x="127406" y="456082"/>
                  </a:lnTo>
                  <a:lnTo>
                    <a:pt x="139700" y="472884"/>
                  </a:lnTo>
                  <a:lnTo>
                    <a:pt x="157378" y="483857"/>
                  </a:lnTo>
                  <a:lnTo>
                    <a:pt x="178650" y="487311"/>
                  </a:lnTo>
                  <a:lnTo>
                    <a:pt x="178676" y="487489"/>
                  </a:lnTo>
                  <a:lnTo>
                    <a:pt x="181711" y="487210"/>
                  </a:lnTo>
                  <a:lnTo>
                    <a:pt x="201574" y="481393"/>
                  </a:lnTo>
                  <a:lnTo>
                    <a:pt x="217385" y="468998"/>
                  </a:lnTo>
                  <a:lnTo>
                    <a:pt x="227634" y="451650"/>
                  </a:lnTo>
                  <a:lnTo>
                    <a:pt x="230835" y="430987"/>
                  </a:lnTo>
                  <a:close/>
                </a:path>
                <a:path w="4519930" h="852170">
                  <a:moveTo>
                    <a:pt x="384937" y="783678"/>
                  </a:moveTo>
                  <a:lnTo>
                    <a:pt x="377825" y="761885"/>
                  </a:lnTo>
                  <a:lnTo>
                    <a:pt x="363397" y="745134"/>
                  </a:lnTo>
                  <a:lnTo>
                    <a:pt x="343712" y="735012"/>
                  </a:lnTo>
                  <a:lnTo>
                    <a:pt x="320840" y="733120"/>
                  </a:lnTo>
                  <a:lnTo>
                    <a:pt x="299046" y="740219"/>
                  </a:lnTo>
                  <a:lnTo>
                    <a:pt x="282295" y="754659"/>
                  </a:lnTo>
                  <a:lnTo>
                    <a:pt x="272173" y="774344"/>
                  </a:lnTo>
                  <a:lnTo>
                    <a:pt x="270268" y="797217"/>
                  </a:lnTo>
                  <a:lnTo>
                    <a:pt x="277228" y="818692"/>
                  </a:lnTo>
                  <a:lnTo>
                    <a:pt x="291325" y="835329"/>
                  </a:lnTo>
                  <a:lnTo>
                    <a:pt x="310565" y="845591"/>
                  </a:lnTo>
                  <a:lnTo>
                    <a:pt x="332943" y="847915"/>
                  </a:lnTo>
                  <a:lnTo>
                    <a:pt x="334365" y="847775"/>
                  </a:lnTo>
                  <a:lnTo>
                    <a:pt x="356158" y="840676"/>
                  </a:lnTo>
                  <a:lnTo>
                    <a:pt x="372910" y="826236"/>
                  </a:lnTo>
                  <a:lnTo>
                    <a:pt x="383032" y="806551"/>
                  </a:lnTo>
                  <a:lnTo>
                    <a:pt x="384937" y="783678"/>
                  </a:lnTo>
                  <a:close/>
                </a:path>
                <a:path w="4519930" h="852170">
                  <a:moveTo>
                    <a:pt x="431368" y="68910"/>
                  </a:moveTo>
                  <a:lnTo>
                    <a:pt x="428332" y="48945"/>
                  </a:lnTo>
                  <a:lnTo>
                    <a:pt x="418198" y="32270"/>
                  </a:lnTo>
                  <a:lnTo>
                    <a:pt x="402526" y="20586"/>
                  </a:lnTo>
                  <a:lnTo>
                    <a:pt x="382866" y="15633"/>
                  </a:lnTo>
                  <a:lnTo>
                    <a:pt x="363016" y="18770"/>
                  </a:lnTo>
                  <a:lnTo>
                    <a:pt x="346392" y="28930"/>
                  </a:lnTo>
                  <a:lnTo>
                    <a:pt x="334721" y="44564"/>
                  </a:lnTo>
                  <a:lnTo>
                    <a:pt x="329768" y="64135"/>
                  </a:lnTo>
                  <a:lnTo>
                    <a:pt x="332816" y="84188"/>
                  </a:lnTo>
                  <a:lnTo>
                    <a:pt x="342925" y="100914"/>
                  </a:lnTo>
                  <a:lnTo>
                    <a:pt x="358546" y="112560"/>
                  </a:lnTo>
                  <a:lnTo>
                    <a:pt x="377024" y="117157"/>
                  </a:lnTo>
                  <a:lnTo>
                    <a:pt x="377698" y="117322"/>
                  </a:lnTo>
                  <a:lnTo>
                    <a:pt x="378104" y="117297"/>
                  </a:lnTo>
                  <a:lnTo>
                    <a:pt x="380453" y="117563"/>
                  </a:lnTo>
                  <a:lnTo>
                    <a:pt x="385267" y="117119"/>
                  </a:lnTo>
                  <a:lnTo>
                    <a:pt x="402767" y="112217"/>
                  </a:lnTo>
                  <a:lnTo>
                    <a:pt x="417169" y="101777"/>
                  </a:lnTo>
                  <a:lnTo>
                    <a:pt x="427139" y="86944"/>
                  </a:lnTo>
                  <a:lnTo>
                    <a:pt x="431368" y="68910"/>
                  </a:lnTo>
                  <a:close/>
                </a:path>
                <a:path w="4519930" h="852170">
                  <a:moveTo>
                    <a:pt x="560857" y="418312"/>
                  </a:moveTo>
                  <a:lnTo>
                    <a:pt x="555777" y="397383"/>
                  </a:lnTo>
                  <a:lnTo>
                    <a:pt x="543496" y="380619"/>
                  </a:lnTo>
                  <a:lnTo>
                    <a:pt x="525818" y="369658"/>
                  </a:lnTo>
                  <a:lnTo>
                    <a:pt x="504532" y="366128"/>
                  </a:lnTo>
                  <a:lnTo>
                    <a:pt x="483590" y="371309"/>
                  </a:lnTo>
                  <a:lnTo>
                    <a:pt x="466788" y="383654"/>
                  </a:lnTo>
                  <a:lnTo>
                    <a:pt x="455815" y="401358"/>
                  </a:lnTo>
                  <a:lnTo>
                    <a:pt x="452361" y="422643"/>
                  </a:lnTo>
                  <a:lnTo>
                    <a:pt x="457441" y="443585"/>
                  </a:lnTo>
                  <a:lnTo>
                    <a:pt x="469734" y="460400"/>
                  </a:lnTo>
                  <a:lnTo>
                    <a:pt x="487413" y="471373"/>
                  </a:lnTo>
                  <a:lnTo>
                    <a:pt x="508685" y="474827"/>
                  </a:lnTo>
                  <a:lnTo>
                    <a:pt x="511543" y="474560"/>
                  </a:lnTo>
                  <a:lnTo>
                    <a:pt x="531520" y="468706"/>
                  </a:lnTo>
                  <a:lnTo>
                    <a:pt x="547382" y="456260"/>
                  </a:lnTo>
                  <a:lnTo>
                    <a:pt x="557644" y="438912"/>
                  </a:lnTo>
                  <a:lnTo>
                    <a:pt x="560857" y="418312"/>
                  </a:lnTo>
                  <a:close/>
                </a:path>
                <a:path w="4519930" h="852170">
                  <a:moveTo>
                    <a:pt x="712724" y="745121"/>
                  </a:moveTo>
                  <a:lnTo>
                    <a:pt x="705624" y="723328"/>
                  </a:lnTo>
                  <a:lnTo>
                    <a:pt x="691197" y="706577"/>
                  </a:lnTo>
                  <a:lnTo>
                    <a:pt x="671499" y="696455"/>
                  </a:lnTo>
                  <a:lnTo>
                    <a:pt x="648627" y="694550"/>
                  </a:lnTo>
                  <a:lnTo>
                    <a:pt x="626846" y="701662"/>
                  </a:lnTo>
                  <a:lnTo>
                    <a:pt x="610082" y="716089"/>
                  </a:lnTo>
                  <a:lnTo>
                    <a:pt x="599960" y="735787"/>
                  </a:lnTo>
                  <a:lnTo>
                    <a:pt x="598068" y="758659"/>
                  </a:lnTo>
                  <a:lnTo>
                    <a:pt x="605015" y="780122"/>
                  </a:lnTo>
                  <a:lnTo>
                    <a:pt x="619112" y="796772"/>
                  </a:lnTo>
                  <a:lnTo>
                    <a:pt x="638352" y="807034"/>
                  </a:lnTo>
                  <a:lnTo>
                    <a:pt x="660742" y="809345"/>
                  </a:lnTo>
                  <a:lnTo>
                    <a:pt x="662165" y="809218"/>
                  </a:lnTo>
                  <a:lnTo>
                    <a:pt x="683958" y="802119"/>
                  </a:lnTo>
                  <a:lnTo>
                    <a:pt x="700709" y="787679"/>
                  </a:lnTo>
                  <a:lnTo>
                    <a:pt x="710831" y="767994"/>
                  </a:lnTo>
                  <a:lnTo>
                    <a:pt x="712724" y="745121"/>
                  </a:lnTo>
                  <a:close/>
                </a:path>
                <a:path w="4519930" h="852170">
                  <a:moveTo>
                    <a:pt x="761161" y="84709"/>
                  </a:moveTo>
                  <a:lnTo>
                    <a:pt x="757999" y="64655"/>
                  </a:lnTo>
                  <a:lnTo>
                    <a:pt x="747839" y="47942"/>
                  </a:lnTo>
                  <a:lnTo>
                    <a:pt x="732205" y="36283"/>
                  </a:lnTo>
                  <a:lnTo>
                    <a:pt x="712647" y="31432"/>
                  </a:lnTo>
                  <a:lnTo>
                    <a:pt x="692721" y="34467"/>
                  </a:lnTo>
                  <a:lnTo>
                    <a:pt x="676084" y="44577"/>
                  </a:lnTo>
                  <a:lnTo>
                    <a:pt x="664464" y="60185"/>
                  </a:lnTo>
                  <a:lnTo>
                    <a:pt x="659536" y="79743"/>
                  </a:lnTo>
                  <a:lnTo>
                    <a:pt x="662571" y="99707"/>
                  </a:lnTo>
                  <a:lnTo>
                    <a:pt x="672680" y="116395"/>
                  </a:lnTo>
                  <a:lnTo>
                    <a:pt x="688301" y="128079"/>
                  </a:lnTo>
                  <a:lnTo>
                    <a:pt x="708736" y="133261"/>
                  </a:lnTo>
                  <a:lnTo>
                    <a:pt x="709422" y="133426"/>
                  </a:lnTo>
                  <a:lnTo>
                    <a:pt x="710412" y="133337"/>
                  </a:lnTo>
                  <a:lnTo>
                    <a:pt x="746950" y="117563"/>
                  </a:lnTo>
                  <a:lnTo>
                    <a:pt x="761161" y="84709"/>
                  </a:lnTo>
                  <a:close/>
                </a:path>
                <a:path w="4519930" h="852170">
                  <a:moveTo>
                    <a:pt x="890714" y="405841"/>
                  </a:moveTo>
                  <a:lnTo>
                    <a:pt x="885634" y="384886"/>
                  </a:lnTo>
                  <a:lnTo>
                    <a:pt x="873353" y="368084"/>
                  </a:lnTo>
                  <a:lnTo>
                    <a:pt x="855662" y="357111"/>
                  </a:lnTo>
                  <a:lnTo>
                    <a:pt x="834390" y="353656"/>
                  </a:lnTo>
                  <a:lnTo>
                    <a:pt x="813435" y="358736"/>
                  </a:lnTo>
                  <a:lnTo>
                    <a:pt x="796632" y="371030"/>
                  </a:lnTo>
                  <a:lnTo>
                    <a:pt x="785660" y="388708"/>
                  </a:lnTo>
                  <a:lnTo>
                    <a:pt x="782205" y="409981"/>
                  </a:lnTo>
                  <a:lnTo>
                    <a:pt x="787285" y="430936"/>
                  </a:lnTo>
                  <a:lnTo>
                    <a:pt x="799579" y="447751"/>
                  </a:lnTo>
                  <a:lnTo>
                    <a:pt x="817257" y="458724"/>
                  </a:lnTo>
                  <a:lnTo>
                    <a:pt x="838530" y="462165"/>
                  </a:lnTo>
                  <a:lnTo>
                    <a:pt x="838555" y="462343"/>
                  </a:lnTo>
                  <a:lnTo>
                    <a:pt x="841578" y="462064"/>
                  </a:lnTo>
                  <a:lnTo>
                    <a:pt x="861453" y="456247"/>
                  </a:lnTo>
                  <a:lnTo>
                    <a:pt x="877265" y="443852"/>
                  </a:lnTo>
                  <a:lnTo>
                    <a:pt x="887514" y="426516"/>
                  </a:lnTo>
                  <a:lnTo>
                    <a:pt x="890714" y="405841"/>
                  </a:lnTo>
                  <a:close/>
                </a:path>
                <a:path w="4519930" h="852170">
                  <a:moveTo>
                    <a:pt x="1040701" y="706539"/>
                  </a:moveTo>
                  <a:lnTo>
                    <a:pt x="1033500" y="684758"/>
                  </a:lnTo>
                  <a:lnTo>
                    <a:pt x="1019035" y="668007"/>
                  </a:lnTo>
                  <a:lnTo>
                    <a:pt x="999375" y="657885"/>
                  </a:lnTo>
                  <a:lnTo>
                    <a:pt x="976604" y="655980"/>
                  </a:lnTo>
                  <a:lnTo>
                    <a:pt x="954798" y="663181"/>
                  </a:lnTo>
                  <a:lnTo>
                    <a:pt x="938009" y="677659"/>
                  </a:lnTo>
                  <a:lnTo>
                    <a:pt x="927874" y="697306"/>
                  </a:lnTo>
                  <a:lnTo>
                    <a:pt x="926058" y="719899"/>
                  </a:lnTo>
                  <a:lnTo>
                    <a:pt x="932980" y="741476"/>
                  </a:lnTo>
                  <a:lnTo>
                    <a:pt x="947089" y="758177"/>
                  </a:lnTo>
                  <a:lnTo>
                    <a:pt x="966330" y="768451"/>
                  </a:lnTo>
                  <a:lnTo>
                    <a:pt x="988707" y="770775"/>
                  </a:lnTo>
                  <a:lnTo>
                    <a:pt x="990142" y="770636"/>
                  </a:lnTo>
                  <a:lnTo>
                    <a:pt x="1011923" y="763460"/>
                  </a:lnTo>
                  <a:lnTo>
                    <a:pt x="1028674" y="749033"/>
                  </a:lnTo>
                  <a:lnTo>
                    <a:pt x="1038796" y="729386"/>
                  </a:lnTo>
                  <a:lnTo>
                    <a:pt x="1040701" y="706539"/>
                  </a:lnTo>
                  <a:close/>
                </a:path>
                <a:path w="4519930" h="852170">
                  <a:moveTo>
                    <a:pt x="1090904" y="100139"/>
                  </a:moveTo>
                  <a:lnTo>
                    <a:pt x="1087767" y="80187"/>
                  </a:lnTo>
                  <a:lnTo>
                    <a:pt x="1077607" y="63538"/>
                  </a:lnTo>
                  <a:lnTo>
                    <a:pt x="1061974" y="51904"/>
                  </a:lnTo>
                  <a:lnTo>
                    <a:pt x="1042416" y="47053"/>
                  </a:lnTo>
                  <a:lnTo>
                    <a:pt x="1022477" y="50088"/>
                  </a:lnTo>
                  <a:lnTo>
                    <a:pt x="1005852" y="60185"/>
                  </a:lnTo>
                  <a:lnTo>
                    <a:pt x="994232" y="75793"/>
                  </a:lnTo>
                  <a:lnTo>
                    <a:pt x="989304" y="95364"/>
                  </a:lnTo>
                  <a:lnTo>
                    <a:pt x="992339" y="115316"/>
                  </a:lnTo>
                  <a:lnTo>
                    <a:pt x="1002449" y="132003"/>
                  </a:lnTo>
                  <a:lnTo>
                    <a:pt x="1018070" y="143687"/>
                  </a:lnTo>
                  <a:lnTo>
                    <a:pt x="1037640" y="148653"/>
                  </a:lnTo>
                  <a:lnTo>
                    <a:pt x="1040168" y="148780"/>
                  </a:lnTo>
                  <a:lnTo>
                    <a:pt x="1044803" y="148348"/>
                  </a:lnTo>
                  <a:lnTo>
                    <a:pt x="1062304" y="143446"/>
                  </a:lnTo>
                  <a:lnTo>
                    <a:pt x="1076706" y="133007"/>
                  </a:lnTo>
                  <a:lnTo>
                    <a:pt x="1086675" y="118173"/>
                  </a:lnTo>
                  <a:lnTo>
                    <a:pt x="1090904" y="100139"/>
                  </a:lnTo>
                  <a:close/>
                </a:path>
                <a:path w="4519930" h="852170">
                  <a:moveTo>
                    <a:pt x="1220736" y="393179"/>
                  </a:moveTo>
                  <a:lnTo>
                    <a:pt x="1215656" y="372224"/>
                  </a:lnTo>
                  <a:lnTo>
                    <a:pt x="1203363" y="355409"/>
                  </a:lnTo>
                  <a:lnTo>
                    <a:pt x="1185684" y="344436"/>
                  </a:lnTo>
                  <a:lnTo>
                    <a:pt x="1164412" y="340995"/>
                  </a:lnTo>
                  <a:lnTo>
                    <a:pt x="1143457" y="346075"/>
                  </a:lnTo>
                  <a:lnTo>
                    <a:pt x="1126642" y="358355"/>
                  </a:lnTo>
                  <a:lnTo>
                    <a:pt x="1115669" y="376047"/>
                  </a:lnTo>
                  <a:lnTo>
                    <a:pt x="1112227" y="397319"/>
                  </a:lnTo>
                  <a:lnTo>
                    <a:pt x="1117307" y="418274"/>
                  </a:lnTo>
                  <a:lnTo>
                    <a:pt x="1129588" y="435076"/>
                  </a:lnTo>
                  <a:lnTo>
                    <a:pt x="1147279" y="446049"/>
                  </a:lnTo>
                  <a:lnTo>
                    <a:pt x="1168552" y="449503"/>
                  </a:lnTo>
                  <a:lnTo>
                    <a:pt x="1168387" y="449694"/>
                  </a:lnTo>
                  <a:lnTo>
                    <a:pt x="1171422" y="449414"/>
                  </a:lnTo>
                  <a:lnTo>
                    <a:pt x="1191399" y="443560"/>
                  </a:lnTo>
                  <a:lnTo>
                    <a:pt x="1207249" y="431126"/>
                  </a:lnTo>
                  <a:lnTo>
                    <a:pt x="1217523" y="413766"/>
                  </a:lnTo>
                  <a:lnTo>
                    <a:pt x="1220736" y="393179"/>
                  </a:lnTo>
                  <a:close/>
                </a:path>
                <a:path w="4519930" h="852170">
                  <a:moveTo>
                    <a:pt x="1368488" y="667981"/>
                  </a:moveTo>
                  <a:lnTo>
                    <a:pt x="1361313" y="646201"/>
                  </a:lnTo>
                  <a:lnTo>
                    <a:pt x="1346885" y="629450"/>
                  </a:lnTo>
                  <a:lnTo>
                    <a:pt x="1327238" y="619315"/>
                  </a:lnTo>
                  <a:lnTo>
                    <a:pt x="1304391" y="617423"/>
                  </a:lnTo>
                  <a:lnTo>
                    <a:pt x="1282585" y="624598"/>
                  </a:lnTo>
                  <a:lnTo>
                    <a:pt x="1265796" y="639025"/>
                  </a:lnTo>
                  <a:lnTo>
                    <a:pt x="1255661" y="658672"/>
                  </a:lnTo>
                  <a:lnTo>
                    <a:pt x="1253832" y="681520"/>
                  </a:lnTo>
                  <a:lnTo>
                    <a:pt x="1260779" y="702919"/>
                  </a:lnTo>
                  <a:lnTo>
                    <a:pt x="1274876" y="719607"/>
                  </a:lnTo>
                  <a:lnTo>
                    <a:pt x="1294117" y="729881"/>
                  </a:lnTo>
                  <a:lnTo>
                    <a:pt x="1316507" y="732205"/>
                  </a:lnTo>
                  <a:lnTo>
                    <a:pt x="1317929" y="732078"/>
                  </a:lnTo>
                  <a:lnTo>
                    <a:pt x="1339710" y="724903"/>
                  </a:lnTo>
                  <a:lnTo>
                    <a:pt x="1356461" y="710476"/>
                  </a:lnTo>
                  <a:lnTo>
                    <a:pt x="1366596" y="690829"/>
                  </a:lnTo>
                  <a:lnTo>
                    <a:pt x="1368488" y="667981"/>
                  </a:lnTo>
                  <a:close/>
                </a:path>
                <a:path w="4519930" h="852170">
                  <a:moveTo>
                    <a:pt x="1420520" y="115951"/>
                  </a:moveTo>
                  <a:lnTo>
                    <a:pt x="1417472" y="95910"/>
                  </a:lnTo>
                  <a:lnTo>
                    <a:pt x="1407363" y="79235"/>
                  </a:lnTo>
                  <a:lnTo>
                    <a:pt x="1391742" y="67589"/>
                  </a:lnTo>
                  <a:lnTo>
                    <a:pt x="1372184" y="62661"/>
                  </a:lnTo>
                  <a:lnTo>
                    <a:pt x="1352219" y="65697"/>
                  </a:lnTo>
                  <a:lnTo>
                    <a:pt x="1335532" y="75806"/>
                  </a:lnTo>
                  <a:lnTo>
                    <a:pt x="1323848" y="91427"/>
                  </a:lnTo>
                  <a:lnTo>
                    <a:pt x="1318895" y="110998"/>
                  </a:lnTo>
                  <a:lnTo>
                    <a:pt x="1322031" y="130949"/>
                  </a:lnTo>
                  <a:lnTo>
                    <a:pt x="1332204" y="147624"/>
                  </a:lnTo>
                  <a:lnTo>
                    <a:pt x="1347838" y="159308"/>
                  </a:lnTo>
                  <a:lnTo>
                    <a:pt x="1367409" y="164261"/>
                  </a:lnTo>
                  <a:lnTo>
                    <a:pt x="1365973" y="164401"/>
                  </a:lnTo>
                  <a:lnTo>
                    <a:pt x="1406372" y="148805"/>
                  </a:lnTo>
                  <a:lnTo>
                    <a:pt x="1416316" y="133985"/>
                  </a:lnTo>
                  <a:lnTo>
                    <a:pt x="1420520" y="115951"/>
                  </a:lnTo>
                  <a:close/>
                </a:path>
                <a:path w="4519930" h="852170">
                  <a:moveTo>
                    <a:pt x="1550581" y="380517"/>
                  </a:moveTo>
                  <a:lnTo>
                    <a:pt x="1545501" y="359575"/>
                  </a:lnTo>
                  <a:lnTo>
                    <a:pt x="1533207" y="342760"/>
                  </a:lnTo>
                  <a:lnTo>
                    <a:pt x="1515529" y="331787"/>
                  </a:lnTo>
                  <a:lnTo>
                    <a:pt x="1494256" y="328333"/>
                  </a:lnTo>
                  <a:lnTo>
                    <a:pt x="1473301" y="333527"/>
                  </a:lnTo>
                  <a:lnTo>
                    <a:pt x="1456499" y="345859"/>
                  </a:lnTo>
                  <a:lnTo>
                    <a:pt x="1445539" y="363562"/>
                  </a:lnTo>
                  <a:lnTo>
                    <a:pt x="1442085" y="384848"/>
                  </a:lnTo>
                  <a:lnTo>
                    <a:pt x="1447165" y="405803"/>
                  </a:lnTo>
                  <a:lnTo>
                    <a:pt x="1459445" y="422605"/>
                  </a:lnTo>
                  <a:lnTo>
                    <a:pt x="1477137" y="433578"/>
                  </a:lnTo>
                  <a:lnTo>
                    <a:pt x="1498409" y="437032"/>
                  </a:lnTo>
                  <a:lnTo>
                    <a:pt x="1501444" y="436753"/>
                  </a:lnTo>
                  <a:lnTo>
                    <a:pt x="1521320" y="430936"/>
                  </a:lnTo>
                  <a:lnTo>
                    <a:pt x="1537119" y="418541"/>
                  </a:lnTo>
                  <a:lnTo>
                    <a:pt x="1547368" y="401193"/>
                  </a:lnTo>
                  <a:lnTo>
                    <a:pt x="1550581" y="380517"/>
                  </a:lnTo>
                  <a:close/>
                </a:path>
                <a:path w="4519930" h="852170">
                  <a:moveTo>
                    <a:pt x="1696288" y="629424"/>
                  </a:moveTo>
                  <a:lnTo>
                    <a:pt x="1689112" y="607644"/>
                  </a:lnTo>
                  <a:lnTo>
                    <a:pt x="1674685" y="590880"/>
                  </a:lnTo>
                  <a:lnTo>
                    <a:pt x="1655038" y="580758"/>
                  </a:lnTo>
                  <a:lnTo>
                    <a:pt x="1632191" y="578853"/>
                  </a:lnTo>
                  <a:lnTo>
                    <a:pt x="1610410" y="586041"/>
                  </a:lnTo>
                  <a:lnTo>
                    <a:pt x="1593646" y="600456"/>
                  </a:lnTo>
                  <a:lnTo>
                    <a:pt x="1583524" y="620102"/>
                  </a:lnTo>
                  <a:lnTo>
                    <a:pt x="1581632" y="642950"/>
                  </a:lnTo>
                  <a:lnTo>
                    <a:pt x="1588579" y="664425"/>
                  </a:lnTo>
                  <a:lnTo>
                    <a:pt x="1602676" y="681075"/>
                  </a:lnTo>
                  <a:lnTo>
                    <a:pt x="1621917" y="691324"/>
                  </a:lnTo>
                  <a:lnTo>
                    <a:pt x="1644294" y="693648"/>
                  </a:lnTo>
                  <a:lnTo>
                    <a:pt x="1645729" y="693521"/>
                  </a:lnTo>
                  <a:lnTo>
                    <a:pt x="1667510" y="686435"/>
                  </a:lnTo>
                  <a:lnTo>
                    <a:pt x="1684274" y="672045"/>
                  </a:lnTo>
                  <a:lnTo>
                    <a:pt x="1694395" y="652373"/>
                  </a:lnTo>
                  <a:lnTo>
                    <a:pt x="1696288" y="629424"/>
                  </a:lnTo>
                  <a:close/>
                </a:path>
                <a:path w="4519930" h="852170">
                  <a:moveTo>
                    <a:pt x="1699336" y="179857"/>
                  </a:moveTo>
                  <a:lnTo>
                    <a:pt x="1696237" y="179705"/>
                  </a:lnTo>
                  <a:lnTo>
                    <a:pt x="1697520" y="180035"/>
                  </a:lnTo>
                  <a:lnTo>
                    <a:pt x="1699336" y="179857"/>
                  </a:lnTo>
                  <a:close/>
                </a:path>
                <a:path w="4519930" h="852170">
                  <a:moveTo>
                    <a:pt x="1750263" y="131394"/>
                  </a:moveTo>
                  <a:lnTo>
                    <a:pt x="1747202" y="111429"/>
                  </a:lnTo>
                  <a:lnTo>
                    <a:pt x="1737029" y="94754"/>
                  </a:lnTo>
                  <a:lnTo>
                    <a:pt x="1721345" y="83070"/>
                  </a:lnTo>
                  <a:lnTo>
                    <a:pt x="1701761" y="78117"/>
                  </a:lnTo>
                  <a:lnTo>
                    <a:pt x="1681899" y="81178"/>
                  </a:lnTo>
                  <a:lnTo>
                    <a:pt x="1665274" y="91338"/>
                  </a:lnTo>
                  <a:lnTo>
                    <a:pt x="1653616" y="107010"/>
                  </a:lnTo>
                  <a:lnTo>
                    <a:pt x="1648663" y="126606"/>
                  </a:lnTo>
                  <a:lnTo>
                    <a:pt x="1651711" y="146646"/>
                  </a:lnTo>
                  <a:lnTo>
                    <a:pt x="1661820" y="163322"/>
                  </a:lnTo>
                  <a:lnTo>
                    <a:pt x="1677428" y="174967"/>
                  </a:lnTo>
                  <a:lnTo>
                    <a:pt x="1696237" y="179705"/>
                  </a:lnTo>
                  <a:lnTo>
                    <a:pt x="1707489" y="178663"/>
                  </a:lnTo>
                  <a:lnTo>
                    <a:pt x="1721739" y="174688"/>
                  </a:lnTo>
                  <a:lnTo>
                    <a:pt x="1736128" y="164249"/>
                  </a:lnTo>
                  <a:lnTo>
                    <a:pt x="1746059" y="149428"/>
                  </a:lnTo>
                  <a:lnTo>
                    <a:pt x="1750263" y="131394"/>
                  </a:lnTo>
                  <a:close/>
                </a:path>
                <a:path w="4519930" h="852170">
                  <a:moveTo>
                    <a:pt x="1848599" y="852119"/>
                  </a:moveTo>
                  <a:lnTo>
                    <a:pt x="1843316" y="839165"/>
                  </a:lnTo>
                  <a:lnTo>
                    <a:pt x="1826780" y="822540"/>
                  </a:lnTo>
                  <a:lnTo>
                    <a:pt x="1805190" y="813333"/>
                  </a:lnTo>
                  <a:lnTo>
                    <a:pt x="1780857" y="813079"/>
                  </a:lnTo>
                  <a:lnTo>
                    <a:pt x="1758416" y="822261"/>
                  </a:lnTo>
                  <a:lnTo>
                    <a:pt x="1741779" y="838809"/>
                  </a:lnTo>
                  <a:lnTo>
                    <a:pt x="1736077" y="852119"/>
                  </a:lnTo>
                  <a:lnTo>
                    <a:pt x="1848599" y="852119"/>
                  </a:lnTo>
                  <a:close/>
                </a:path>
                <a:path w="4519930" h="852170">
                  <a:moveTo>
                    <a:pt x="1880616" y="368033"/>
                  </a:moveTo>
                  <a:lnTo>
                    <a:pt x="1875536" y="347078"/>
                  </a:lnTo>
                  <a:lnTo>
                    <a:pt x="1863242" y="330276"/>
                  </a:lnTo>
                  <a:lnTo>
                    <a:pt x="1845564" y="319303"/>
                  </a:lnTo>
                  <a:lnTo>
                    <a:pt x="1824291" y="315849"/>
                  </a:lnTo>
                  <a:lnTo>
                    <a:pt x="1803336" y="320929"/>
                  </a:lnTo>
                  <a:lnTo>
                    <a:pt x="1786521" y="333222"/>
                  </a:lnTo>
                  <a:lnTo>
                    <a:pt x="1775548" y="350901"/>
                  </a:lnTo>
                  <a:lnTo>
                    <a:pt x="1772107" y="372173"/>
                  </a:lnTo>
                  <a:lnTo>
                    <a:pt x="1777187" y="393128"/>
                  </a:lnTo>
                  <a:lnTo>
                    <a:pt x="1789468" y="409943"/>
                  </a:lnTo>
                  <a:lnTo>
                    <a:pt x="1807159" y="420916"/>
                  </a:lnTo>
                  <a:lnTo>
                    <a:pt x="1828431" y="424357"/>
                  </a:lnTo>
                  <a:lnTo>
                    <a:pt x="1828266" y="424561"/>
                  </a:lnTo>
                  <a:lnTo>
                    <a:pt x="1831301" y="424281"/>
                  </a:lnTo>
                  <a:lnTo>
                    <a:pt x="1851279" y="418426"/>
                  </a:lnTo>
                  <a:lnTo>
                    <a:pt x="1867128" y="405980"/>
                  </a:lnTo>
                  <a:lnTo>
                    <a:pt x="1877402" y="388632"/>
                  </a:lnTo>
                  <a:lnTo>
                    <a:pt x="1880616" y="368033"/>
                  </a:lnTo>
                  <a:close/>
                </a:path>
                <a:path w="4519930" h="852170">
                  <a:moveTo>
                    <a:pt x="2024087" y="590854"/>
                  </a:moveTo>
                  <a:lnTo>
                    <a:pt x="2016899" y="569048"/>
                  </a:lnTo>
                  <a:lnTo>
                    <a:pt x="2002472" y="552259"/>
                  </a:lnTo>
                  <a:lnTo>
                    <a:pt x="1982825" y="542124"/>
                  </a:lnTo>
                  <a:lnTo>
                    <a:pt x="1959978" y="540296"/>
                  </a:lnTo>
                  <a:lnTo>
                    <a:pt x="1938197" y="547471"/>
                  </a:lnTo>
                  <a:lnTo>
                    <a:pt x="1921446" y="561898"/>
                  </a:lnTo>
                  <a:lnTo>
                    <a:pt x="1911324" y="581545"/>
                  </a:lnTo>
                  <a:lnTo>
                    <a:pt x="1909381" y="604837"/>
                  </a:lnTo>
                  <a:lnTo>
                    <a:pt x="1916264" y="625881"/>
                  </a:lnTo>
                  <a:lnTo>
                    <a:pt x="1930361" y="642518"/>
                  </a:lnTo>
                  <a:lnTo>
                    <a:pt x="1949551" y="652780"/>
                  </a:lnTo>
                  <a:lnTo>
                    <a:pt x="1971916" y="655104"/>
                  </a:lnTo>
                  <a:lnTo>
                    <a:pt x="1973338" y="654977"/>
                  </a:lnTo>
                  <a:lnTo>
                    <a:pt x="1995144" y="647763"/>
                  </a:lnTo>
                  <a:lnTo>
                    <a:pt x="2011959" y="633298"/>
                  </a:lnTo>
                  <a:lnTo>
                    <a:pt x="2022144" y="613638"/>
                  </a:lnTo>
                  <a:lnTo>
                    <a:pt x="2024087" y="590854"/>
                  </a:lnTo>
                  <a:close/>
                </a:path>
                <a:path w="4519930" h="852170">
                  <a:moveTo>
                    <a:pt x="2080056" y="147180"/>
                  </a:moveTo>
                  <a:lnTo>
                    <a:pt x="2076907" y="127228"/>
                  </a:lnTo>
                  <a:lnTo>
                    <a:pt x="2066747" y="110553"/>
                  </a:lnTo>
                  <a:lnTo>
                    <a:pt x="2051113" y="98869"/>
                  </a:lnTo>
                  <a:lnTo>
                    <a:pt x="2031542" y="93916"/>
                  </a:lnTo>
                  <a:lnTo>
                    <a:pt x="2011591" y="96977"/>
                  </a:lnTo>
                  <a:lnTo>
                    <a:pt x="1994928" y="107149"/>
                  </a:lnTo>
                  <a:lnTo>
                    <a:pt x="1983295" y="122821"/>
                  </a:lnTo>
                  <a:lnTo>
                    <a:pt x="1978444" y="142405"/>
                  </a:lnTo>
                  <a:lnTo>
                    <a:pt x="1981492" y="162356"/>
                  </a:lnTo>
                  <a:lnTo>
                    <a:pt x="1991588" y="179031"/>
                  </a:lnTo>
                  <a:lnTo>
                    <a:pt x="2007209" y="190665"/>
                  </a:lnTo>
                  <a:lnTo>
                    <a:pt x="2026767" y="195516"/>
                  </a:lnTo>
                  <a:lnTo>
                    <a:pt x="2029294" y="195643"/>
                  </a:lnTo>
                  <a:lnTo>
                    <a:pt x="2034908" y="195122"/>
                  </a:lnTo>
                  <a:lnTo>
                    <a:pt x="2051443" y="190487"/>
                  </a:lnTo>
                  <a:lnTo>
                    <a:pt x="2065845" y="180047"/>
                  </a:lnTo>
                  <a:lnTo>
                    <a:pt x="2075827" y="165214"/>
                  </a:lnTo>
                  <a:lnTo>
                    <a:pt x="2080056" y="147180"/>
                  </a:lnTo>
                  <a:close/>
                </a:path>
                <a:path w="4519930" h="852170">
                  <a:moveTo>
                    <a:pt x="2176691" y="799693"/>
                  </a:moveTo>
                  <a:lnTo>
                    <a:pt x="2167496" y="777189"/>
                  </a:lnTo>
                  <a:lnTo>
                    <a:pt x="2150961" y="760552"/>
                  </a:lnTo>
                  <a:lnTo>
                    <a:pt x="2129371" y="751344"/>
                  </a:lnTo>
                  <a:lnTo>
                    <a:pt x="2105025" y="751090"/>
                  </a:lnTo>
                  <a:lnTo>
                    <a:pt x="2082596" y="760285"/>
                  </a:lnTo>
                  <a:lnTo>
                    <a:pt x="2065959" y="776820"/>
                  </a:lnTo>
                  <a:lnTo>
                    <a:pt x="2056701" y="798410"/>
                  </a:lnTo>
                  <a:lnTo>
                    <a:pt x="2056434" y="822756"/>
                  </a:lnTo>
                  <a:lnTo>
                    <a:pt x="2056257" y="822769"/>
                  </a:lnTo>
                  <a:lnTo>
                    <a:pt x="2064766" y="844105"/>
                  </a:lnTo>
                  <a:lnTo>
                    <a:pt x="2072182" y="852119"/>
                  </a:lnTo>
                  <a:lnTo>
                    <a:pt x="2160562" y="852119"/>
                  </a:lnTo>
                  <a:lnTo>
                    <a:pt x="2167153" y="845566"/>
                  </a:lnTo>
                  <a:lnTo>
                    <a:pt x="2176411" y="824014"/>
                  </a:lnTo>
                  <a:lnTo>
                    <a:pt x="2176691" y="799693"/>
                  </a:lnTo>
                  <a:close/>
                </a:path>
                <a:path w="4519930" h="852170">
                  <a:moveTo>
                    <a:pt x="2210638" y="355371"/>
                  </a:moveTo>
                  <a:lnTo>
                    <a:pt x="2205583" y="334416"/>
                  </a:lnTo>
                  <a:lnTo>
                    <a:pt x="2193328" y="317601"/>
                  </a:lnTo>
                  <a:lnTo>
                    <a:pt x="2175662" y="306628"/>
                  </a:lnTo>
                  <a:lnTo>
                    <a:pt x="2154301" y="303187"/>
                  </a:lnTo>
                  <a:lnTo>
                    <a:pt x="2133358" y="308267"/>
                  </a:lnTo>
                  <a:lnTo>
                    <a:pt x="2116544" y="320548"/>
                  </a:lnTo>
                  <a:lnTo>
                    <a:pt x="2105571" y="338239"/>
                  </a:lnTo>
                  <a:lnTo>
                    <a:pt x="2102116" y="359511"/>
                  </a:lnTo>
                  <a:lnTo>
                    <a:pt x="2107171" y="380466"/>
                  </a:lnTo>
                  <a:lnTo>
                    <a:pt x="2119426" y="397281"/>
                  </a:lnTo>
                  <a:lnTo>
                    <a:pt x="2137105" y="408254"/>
                  </a:lnTo>
                  <a:lnTo>
                    <a:pt x="2158454" y="411695"/>
                  </a:lnTo>
                  <a:lnTo>
                    <a:pt x="2158466" y="411873"/>
                  </a:lnTo>
                  <a:lnTo>
                    <a:pt x="2161502" y="411594"/>
                  </a:lnTo>
                  <a:lnTo>
                    <a:pt x="2181377" y="405752"/>
                  </a:lnTo>
                  <a:lnTo>
                    <a:pt x="2197176" y="393319"/>
                  </a:lnTo>
                  <a:lnTo>
                    <a:pt x="2207425" y="375958"/>
                  </a:lnTo>
                  <a:lnTo>
                    <a:pt x="2210638" y="355371"/>
                  </a:lnTo>
                  <a:close/>
                </a:path>
                <a:path w="4519930" h="852170">
                  <a:moveTo>
                    <a:pt x="2351875" y="552297"/>
                  </a:moveTo>
                  <a:lnTo>
                    <a:pt x="2344699" y="530593"/>
                  </a:lnTo>
                  <a:lnTo>
                    <a:pt x="2330272" y="513829"/>
                  </a:lnTo>
                  <a:lnTo>
                    <a:pt x="2310625" y="503656"/>
                  </a:lnTo>
                  <a:lnTo>
                    <a:pt x="2287778" y="501738"/>
                  </a:lnTo>
                  <a:lnTo>
                    <a:pt x="2265984" y="508838"/>
                  </a:lnTo>
                  <a:lnTo>
                    <a:pt x="2249233" y="523278"/>
                  </a:lnTo>
                  <a:lnTo>
                    <a:pt x="2239111" y="542963"/>
                  </a:lnTo>
                  <a:lnTo>
                    <a:pt x="2237181" y="566280"/>
                  </a:lnTo>
                  <a:lnTo>
                    <a:pt x="2244064" y="587324"/>
                  </a:lnTo>
                  <a:lnTo>
                    <a:pt x="2258149" y="603961"/>
                  </a:lnTo>
                  <a:lnTo>
                    <a:pt x="2277351" y="614222"/>
                  </a:lnTo>
                  <a:lnTo>
                    <a:pt x="2299703" y="616546"/>
                  </a:lnTo>
                  <a:lnTo>
                    <a:pt x="2301138" y="616419"/>
                  </a:lnTo>
                  <a:lnTo>
                    <a:pt x="2322957" y="609307"/>
                  </a:lnTo>
                  <a:lnTo>
                    <a:pt x="2339771" y="594868"/>
                  </a:lnTo>
                  <a:lnTo>
                    <a:pt x="2349957" y="575170"/>
                  </a:lnTo>
                  <a:lnTo>
                    <a:pt x="2351875" y="552297"/>
                  </a:lnTo>
                  <a:close/>
                </a:path>
                <a:path w="4519930" h="852170">
                  <a:moveTo>
                    <a:pt x="2409621" y="162636"/>
                  </a:moveTo>
                  <a:lnTo>
                    <a:pt x="2406586" y="142671"/>
                  </a:lnTo>
                  <a:lnTo>
                    <a:pt x="2396477" y="125984"/>
                  </a:lnTo>
                  <a:lnTo>
                    <a:pt x="2380856" y="114300"/>
                  </a:lnTo>
                  <a:lnTo>
                    <a:pt x="2361298" y="109347"/>
                  </a:lnTo>
                  <a:lnTo>
                    <a:pt x="2341372" y="112483"/>
                  </a:lnTo>
                  <a:lnTo>
                    <a:pt x="2324747" y="122643"/>
                  </a:lnTo>
                  <a:lnTo>
                    <a:pt x="2313127" y="138277"/>
                  </a:lnTo>
                  <a:lnTo>
                    <a:pt x="2308199" y="157835"/>
                  </a:lnTo>
                  <a:lnTo>
                    <a:pt x="2311247" y="177901"/>
                  </a:lnTo>
                  <a:lnTo>
                    <a:pt x="2321356" y="194614"/>
                  </a:lnTo>
                  <a:lnTo>
                    <a:pt x="2336977" y="206273"/>
                  </a:lnTo>
                  <a:lnTo>
                    <a:pt x="2355761" y="210934"/>
                  </a:lnTo>
                  <a:lnTo>
                    <a:pt x="2358872" y="211086"/>
                  </a:lnTo>
                  <a:lnTo>
                    <a:pt x="2364486" y="210566"/>
                  </a:lnTo>
                  <a:lnTo>
                    <a:pt x="2381097" y="205943"/>
                  </a:lnTo>
                  <a:lnTo>
                    <a:pt x="2395486" y="195491"/>
                  </a:lnTo>
                  <a:lnTo>
                    <a:pt x="2405418" y="180670"/>
                  </a:lnTo>
                  <a:lnTo>
                    <a:pt x="2409621" y="162636"/>
                  </a:lnTo>
                  <a:close/>
                </a:path>
                <a:path w="4519930" h="852170">
                  <a:moveTo>
                    <a:pt x="2500858" y="737717"/>
                  </a:moveTo>
                  <a:lnTo>
                    <a:pt x="2491676" y="715200"/>
                  </a:lnTo>
                  <a:lnTo>
                    <a:pt x="2475128" y="698576"/>
                  </a:lnTo>
                  <a:lnTo>
                    <a:pt x="2453538" y="689356"/>
                  </a:lnTo>
                  <a:lnTo>
                    <a:pt x="2429205" y="689114"/>
                  </a:lnTo>
                  <a:lnTo>
                    <a:pt x="2406777" y="698296"/>
                  </a:lnTo>
                  <a:lnTo>
                    <a:pt x="2390127" y="714844"/>
                  </a:lnTo>
                  <a:lnTo>
                    <a:pt x="2380881" y="736434"/>
                  </a:lnTo>
                  <a:lnTo>
                    <a:pt x="2380602" y="760768"/>
                  </a:lnTo>
                  <a:lnTo>
                    <a:pt x="2380424" y="760780"/>
                  </a:lnTo>
                  <a:lnTo>
                    <a:pt x="2388933" y="782027"/>
                  </a:lnTo>
                  <a:lnTo>
                    <a:pt x="2403970" y="798195"/>
                  </a:lnTo>
                  <a:lnTo>
                    <a:pt x="2423693" y="807999"/>
                  </a:lnTo>
                  <a:lnTo>
                    <a:pt x="2446210" y="810107"/>
                  </a:lnTo>
                  <a:lnTo>
                    <a:pt x="2450134" y="809752"/>
                  </a:lnTo>
                  <a:lnTo>
                    <a:pt x="2452268" y="809371"/>
                  </a:lnTo>
                  <a:lnTo>
                    <a:pt x="2474772" y="800100"/>
                  </a:lnTo>
                  <a:lnTo>
                    <a:pt x="2491397" y="783564"/>
                  </a:lnTo>
                  <a:lnTo>
                    <a:pt x="2500617" y="762025"/>
                  </a:lnTo>
                  <a:lnTo>
                    <a:pt x="2500858" y="737717"/>
                  </a:lnTo>
                  <a:close/>
                </a:path>
                <a:path w="4519930" h="852170">
                  <a:moveTo>
                    <a:pt x="2540482" y="342709"/>
                  </a:moveTo>
                  <a:lnTo>
                    <a:pt x="2535402" y="321767"/>
                  </a:lnTo>
                  <a:lnTo>
                    <a:pt x="2523109" y="304952"/>
                  </a:lnTo>
                  <a:lnTo>
                    <a:pt x="2505418" y="293979"/>
                  </a:lnTo>
                  <a:lnTo>
                    <a:pt x="2484145" y="290525"/>
                  </a:lnTo>
                  <a:lnTo>
                    <a:pt x="2463203" y="295694"/>
                  </a:lnTo>
                  <a:lnTo>
                    <a:pt x="2446401" y="307987"/>
                  </a:lnTo>
                  <a:lnTo>
                    <a:pt x="2435428" y="325691"/>
                  </a:lnTo>
                  <a:lnTo>
                    <a:pt x="2431986" y="347040"/>
                  </a:lnTo>
                  <a:lnTo>
                    <a:pt x="2437066" y="367995"/>
                  </a:lnTo>
                  <a:lnTo>
                    <a:pt x="2449347" y="384797"/>
                  </a:lnTo>
                  <a:lnTo>
                    <a:pt x="2467038" y="395770"/>
                  </a:lnTo>
                  <a:lnTo>
                    <a:pt x="2488311" y="399224"/>
                  </a:lnTo>
                  <a:lnTo>
                    <a:pt x="2491168" y="398957"/>
                  </a:lnTo>
                  <a:lnTo>
                    <a:pt x="2511145" y="393128"/>
                  </a:lnTo>
                  <a:lnTo>
                    <a:pt x="2526995" y="380733"/>
                  </a:lnTo>
                  <a:lnTo>
                    <a:pt x="2537269" y="363385"/>
                  </a:lnTo>
                  <a:lnTo>
                    <a:pt x="2540482" y="342709"/>
                  </a:lnTo>
                  <a:close/>
                </a:path>
                <a:path w="4519930" h="852170">
                  <a:moveTo>
                    <a:pt x="2679674" y="513740"/>
                  </a:moveTo>
                  <a:lnTo>
                    <a:pt x="2672486" y="491959"/>
                  </a:lnTo>
                  <a:lnTo>
                    <a:pt x="2658072" y="475195"/>
                  </a:lnTo>
                  <a:lnTo>
                    <a:pt x="2638425" y="465074"/>
                  </a:lnTo>
                  <a:lnTo>
                    <a:pt x="2615565" y="463181"/>
                  </a:lnTo>
                  <a:lnTo>
                    <a:pt x="2593784" y="470281"/>
                  </a:lnTo>
                  <a:lnTo>
                    <a:pt x="2577033" y="484708"/>
                  </a:lnTo>
                  <a:lnTo>
                    <a:pt x="2566898" y="504405"/>
                  </a:lnTo>
                  <a:lnTo>
                    <a:pt x="2565006" y="527278"/>
                  </a:lnTo>
                  <a:lnTo>
                    <a:pt x="2571953" y="548754"/>
                  </a:lnTo>
                  <a:lnTo>
                    <a:pt x="2586050" y="565391"/>
                  </a:lnTo>
                  <a:lnTo>
                    <a:pt x="2605290" y="575652"/>
                  </a:lnTo>
                  <a:lnTo>
                    <a:pt x="2627680" y="577964"/>
                  </a:lnTo>
                  <a:lnTo>
                    <a:pt x="2629103" y="577837"/>
                  </a:lnTo>
                  <a:lnTo>
                    <a:pt x="2650820" y="570738"/>
                  </a:lnTo>
                  <a:lnTo>
                    <a:pt x="2667584" y="556310"/>
                  </a:lnTo>
                  <a:lnTo>
                    <a:pt x="2677744" y="536613"/>
                  </a:lnTo>
                  <a:lnTo>
                    <a:pt x="2679674" y="513740"/>
                  </a:lnTo>
                  <a:close/>
                </a:path>
                <a:path w="4519930" h="852170">
                  <a:moveTo>
                    <a:pt x="2739390" y="178257"/>
                  </a:moveTo>
                  <a:lnTo>
                    <a:pt x="2736354" y="158292"/>
                  </a:lnTo>
                  <a:lnTo>
                    <a:pt x="2726245" y="141605"/>
                  </a:lnTo>
                  <a:lnTo>
                    <a:pt x="2710624" y="129921"/>
                  </a:lnTo>
                  <a:lnTo>
                    <a:pt x="2691066" y="124968"/>
                  </a:lnTo>
                  <a:lnTo>
                    <a:pt x="2671114" y="128104"/>
                  </a:lnTo>
                  <a:lnTo>
                    <a:pt x="2654427" y="138264"/>
                  </a:lnTo>
                  <a:lnTo>
                    <a:pt x="2642743" y="153898"/>
                  </a:lnTo>
                  <a:lnTo>
                    <a:pt x="2637790" y="173469"/>
                  </a:lnTo>
                  <a:lnTo>
                    <a:pt x="2640863" y="193535"/>
                  </a:lnTo>
                  <a:lnTo>
                    <a:pt x="2651036" y="210248"/>
                  </a:lnTo>
                  <a:lnTo>
                    <a:pt x="2666720" y="221894"/>
                  </a:lnTo>
                  <a:lnTo>
                    <a:pt x="2685529" y="226555"/>
                  </a:lnTo>
                  <a:lnTo>
                    <a:pt x="2688640" y="226707"/>
                  </a:lnTo>
                  <a:lnTo>
                    <a:pt x="2694254" y="226187"/>
                  </a:lnTo>
                  <a:lnTo>
                    <a:pt x="2710865" y="221551"/>
                  </a:lnTo>
                  <a:lnTo>
                    <a:pt x="2725255" y="211112"/>
                  </a:lnTo>
                  <a:lnTo>
                    <a:pt x="2735186" y="196291"/>
                  </a:lnTo>
                  <a:lnTo>
                    <a:pt x="2739390" y="178257"/>
                  </a:lnTo>
                  <a:close/>
                </a:path>
                <a:path w="4519930" h="852170">
                  <a:moveTo>
                    <a:pt x="2825038" y="675728"/>
                  </a:moveTo>
                  <a:lnTo>
                    <a:pt x="2815856" y="653288"/>
                  </a:lnTo>
                  <a:lnTo>
                    <a:pt x="2799321" y="636651"/>
                  </a:lnTo>
                  <a:lnTo>
                    <a:pt x="2777718" y="627405"/>
                  </a:lnTo>
                  <a:lnTo>
                    <a:pt x="2753385" y="627126"/>
                  </a:lnTo>
                  <a:lnTo>
                    <a:pt x="2730944" y="636308"/>
                  </a:lnTo>
                  <a:lnTo>
                    <a:pt x="2714307" y="652856"/>
                  </a:lnTo>
                  <a:lnTo>
                    <a:pt x="2705062" y="674446"/>
                  </a:lnTo>
                  <a:lnTo>
                    <a:pt x="2704782" y="698779"/>
                  </a:lnTo>
                  <a:lnTo>
                    <a:pt x="2704604" y="698804"/>
                  </a:lnTo>
                  <a:lnTo>
                    <a:pt x="2713101" y="720039"/>
                  </a:lnTo>
                  <a:lnTo>
                    <a:pt x="2728150" y="736219"/>
                  </a:lnTo>
                  <a:lnTo>
                    <a:pt x="2747873" y="746010"/>
                  </a:lnTo>
                  <a:lnTo>
                    <a:pt x="2770390" y="748131"/>
                  </a:lnTo>
                  <a:lnTo>
                    <a:pt x="2772346" y="747941"/>
                  </a:lnTo>
                  <a:lnTo>
                    <a:pt x="2774302" y="747585"/>
                  </a:lnTo>
                  <a:lnTo>
                    <a:pt x="2776436" y="747382"/>
                  </a:lnTo>
                  <a:lnTo>
                    <a:pt x="2798876" y="738200"/>
                  </a:lnTo>
                  <a:lnTo>
                    <a:pt x="2815513" y="721664"/>
                  </a:lnTo>
                  <a:lnTo>
                    <a:pt x="2824772" y="700062"/>
                  </a:lnTo>
                  <a:lnTo>
                    <a:pt x="2825038" y="675728"/>
                  </a:lnTo>
                  <a:close/>
                </a:path>
                <a:path w="4519930" h="852170">
                  <a:moveTo>
                    <a:pt x="2870695" y="330212"/>
                  </a:moveTo>
                  <a:lnTo>
                    <a:pt x="2865615" y="309257"/>
                  </a:lnTo>
                  <a:lnTo>
                    <a:pt x="2853296" y="292455"/>
                  </a:lnTo>
                  <a:lnTo>
                    <a:pt x="2835567" y="281482"/>
                  </a:lnTo>
                  <a:lnTo>
                    <a:pt x="2814180" y="278041"/>
                  </a:lnTo>
                  <a:lnTo>
                    <a:pt x="2793238" y="283121"/>
                  </a:lnTo>
                  <a:lnTo>
                    <a:pt x="2776423" y="295414"/>
                  </a:lnTo>
                  <a:lnTo>
                    <a:pt x="2765450" y="313093"/>
                  </a:lnTo>
                  <a:lnTo>
                    <a:pt x="2761996" y="334365"/>
                  </a:lnTo>
                  <a:lnTo>
                    <a:pt x="2767076" y="355320"/>
                  </a:lnTo>
                  <a:lnTo>
                    <a:pt x="2779369" y="372135"/>
                  </a:lnTo>
                  <a:lnTo>
                    <a:pt x="2797060" y="383108"/>
                  </a:lnTo>
                  <a:lnTo>
                    <a:pt x="2818333" y="386549"/>
                  </a:lnTo>
                  <a:lnTo>
                    <a:pt x="2818346" y="386727"/>
                  </a:lnTo>
                  <a:lnTo>
                    <a:pt x="2821381" y="386448"/>
                  </a:lnTo>
                  <a:lnTo>
                    <a:pt x="2841282" y="380606"/>
                  </a:lnTo>
                  <a:lnTo>
                    <a:pt x="2857144" y="368160"/>
                  </a:lnTo>
                  <a:lnTo>
                    <a:pt x="2867456" y="350812"/>
                  </a:lnTo>
                  <a:lnTo>
                    <a:pt x="2870695" y="330212"/>
                  </a:lnTo>
                  <a:close/>
                </a:path>
                <a:path w="4519930" h="852170">
                  <a:moveTo>
                    <a:pt x="2976384" y="852119"/>
                  </a:moveTo>
                  <a:lnTo>
                    <a:pt x="2974987" y="826846"/>
                  </a:lnTo>
                  <a:lnTo>
                    <a:pt x="2963722" y="803744"/>
                  </a:lnTo>
                  <a:lnTo>
                    <a:pt x="2945117" y="787349"/>
                  </a:lnTo>
                  <a:lnTo>
                    <a:pt x="2921749" y="779119"/>
                  </a:lnTo>
                  <a:lnTo>
                    <a:pt x="2896158" y="780542"/>
                  </a:lnTo>
                  <a:lnTo>
                    <a:pt x="2873057" y="791794"/>
                  </a:lnTo>
                  <a:lnTo>
                    <a:pt x="2856661" y="810399"/>
                  </a:lnTo>
                  <a:lnTo>
                    <a:pt x="2848432" y="833780"/>
                  </a:lnTo>
                  <a:lnTo>
                    <a:pt x="2849448" y="852119"/>
                  </a:lnTo>
                  <a:lnTo>
                    <a:pt x="2976384" y="852119"/>
                  </a:lnTo>
                  <a:close/>
                </a:path>
                <a:path w="4519930" h="852170">
                  <a:moveTo>
                    <a:pt x="3007461" y="475183"/>
                  </a:moveTo>
                  <a:lnTo>
                    <a:pt x="3000362" y="453390"/>
                  </a:lnTo>
                  <a:lnTo>
                    <a:pt x="2985922" y="436638"/>
                  </a:lnTo>
                  <a:lnTo>
                    <a:pt x="2966237" y="426516"/>
                  </a:lnTo>
                  <a:lnTo>
                    <a:pt x="2943364" y="424611"/>
                  </a:lnTo>
                  <a:lnTo>
                    <a:pt x="2921571" y="431723"/>
                  </a:lnTo>
                  <a:lnTo>
                    <a:pt x="2904820" y="446151"/>
                  </a:lnTo>
                  <a:lnTo>
                    <a:pt x="2894698" y="465836"/>
                  </a:lnTo>
                  <a:lnTo>
                    <a:pt x="2892806" y="488708"/>
                  </a:lnTo>
                  <a:lnTo>
                    <a:pt x="2899753" y="510184"/>
                  </a:lnTo>
                  <a:lnTo>
                    <a:pt x="2913850" y="526834"/>
                  </a:lnTo>
                  <a:lnTo>
                    <a:pt x="2933090" y="537083"/>
                  </a:lnTo>
                  <a:lnTo>
                    <a:pt x="2955467" y="539407"/>
                  </a:lnTo>
                  <a:lnTo>
                    <a:pt x="2956903" y="539280"/>
                  </a:lnTo>
                  <a:lnTo>
                    <a:pt x="2978683" y="532168"/>
                  </a:lnTo>
                  <a:lnTo>
                    <a:pt x="2995447" y="517740"/>
                  </a:lnTo>
                  <a:lnTo>
                    <a:pt x="3005569" y="498055"/>
                  </a:lnTo>
                  <a:lnTo>
                    <a:pt x="3007461" y="475183"/>
                  </a:lnTo>
                  <a:close/>
                </a:path>
                <a:path w="4519930" h="852170">
                  <a:moveTo>
                    <a:pt x="3069361" y="194030"/>
                  </a:moveTo>
                  <a:lnTo>
                    <a:pt x="3066199" y="173977"/>
                  </a:lnTo>
                  <a:lnTo>
                    <a:pt x="3056039" y="157264"/>
                  </a:lnTo>
                  <a:lnTo>
                    <a:pt x="3040405" y="145618"/>
                  </a:lnTo>
                  <a:lnTo>
                    <a:pt x="3020847" y="140754"/>
                  </a:lnTo>
                  <a:lnTo>
                    <a:pt x="3000883" y="143789"/>
                  </a:lnTo>
                  <a:lnTo>
                    <a:pt x="2984220" y="153898"/>
                  </a:lnTo>
                  <a:lnTo>
                    <a:pt x="2972587" y="169519"/>
                  </a:lnTo>
                  <a:lnTo>
                    <a:pt x="2967736" y="189077"/>
                  </a:lnTo>
                  <a:lnTo>
                    <a:pt x="2970771" y="209029"/>
                  </a:lnTo>
                  <a:lnTo>
                    <a:pt x="2980880" y="225717"/>
                  </a:lnTo>
                  <a:lnTo>
                    <a:pt x="2996501" y="237401"/>
                  </a:lnTo>
                  <a:lnTo>
                    <a:pt x="3016935" y="242582"/>
                  </a:lnTo>
                  <a:lnTo>
                    <a:pt x="3017621" y="242760"/>
                  </a:lnTo>
                  <a:lnTo>
                    <a:pt x="3018612" y="242658"/>
                  </a:lnTo>
                  <a:lnTo>
                    <a:pt x="3023260" y="242227"/>
                  </a:lnTo>
                  <a:lnTo>
                    <a:pt x="3040748" y="237337"/>
                  </a:lnTo>
                  <a:lnTo>
                    <a:pt x="3055150" y="226898"/>
                  </a:lnTo>
                  <a:lnTo>
                    <a:pt x="3065132" y="212064"/>
                  </a:lnTo>
                  <a:lnTo>
                    <a:pt x="3069361" y="194030"/>
                  </a:lnTo>
                  <a:close/>
                </a:path>
                <a:path w="4519930" h="852170">
                  <a:moveTo>
                    <a:pt x="3149396" y="613727"/>
                  </a:moveTo>
                  <a:lnTo>
                    <a:pt x="3140113" y="591299"/>
                  </a:lnTo>
                  <a:lnTo>
                    <a:pt x="3123539" y="574662"/>
                  </a:lnTo>
                  <a:lnTo>
                    <a:pt x="3101975" y="565404"/>
                  </a:lnTo>
                  <a:lnTo>
                    <a:pt x="3077743" y="565124"/>
                  </a:lnTo>
                  <a:lnTo>
                    <a:pt x="3055201" y="574319"/>
                  </a:lnTo>
                  <a:lnTo>
                    <a:pt x="3038513" y="590867"/>
                  </a:lnTo>
                  <a:lnTo>
                    <a:pt x="3029242" y="612457"/>
                  </a:lnTo>
                  <a:lnTo>
                    <a:pt x="3028962" y="636803"/>
                  </a:lnTo>
                  <a:lnTo>
                    <a:pt x="3037459" y="658037"/>
                  </a:lnTo>
                  <a:lnTo>
                    <a:pt x="3052508" y="674217"/>
                  </a:lnTo>
                  <a:lnTo>
                    <a:pt x="3072231" y="684009"/>
                  </a:lnTo>
                  <a:lnTo>
                    <a:pt x="3094748" y="686130"/>
                  </a:lnTo>
                  <a:lnTo>
                    <a:pt x="3096882" y="685927"/>
                  </a:lnTo>
                  <a:lnTo>
                    <a:pt x="3098838" y="685571"/>
                  </a:lnTo>
                  <a:lnTo>
                    <a:pt x="3100794" y="685380"/>
                  </a:lnTo>
                  <a:lnTo>
                    <a:pt x="3123311" y="676198"/>
                  </a:lnTo>
                  <a:lnTo>
                    <a:pt x="3139935" y="659650"/>
                  </a:lnTo>
                  <a:lnTo>
                    <a:pt x="3149155" y="638060"/>
                  </a:lnTo>
                  <a:lnTo>
                    <a:pt x="3149396" y="613727"/>
                  </a:lnTo>
                  <a:close/>
                </a:path>
                <a:path w="4519930" h="852170">
                  <a:moveTo>
                    <a:pt x="3200362" y="317576"/>
                  </a:moveTo>
                  <a:lnTo>
                    <a:pt x="3195269" y="296621"/>
                  </a:lnTo>
                  <a:lnTo>
                    <a:pt x="3182988" y="279819"/>
                  </a:lnTo>
                  <a:lnTo>
                    <a:pt x="3165297" y="268846"/>
                  </a:lnTo>
                  <a:lnTo>
                    <a:pt x="3144024" y="265391"/>
                  </a:lnTo>
                  <a:lnTo>
                    <a:pt x="3123069" y="270471"/>
                  </a:lnTo>
                  <a:lnTo>
                    <a:pt x="3106267" y="282752"/>
                  </a:lnTo>
                  <a:lnTo>
                    <a:pt x="3095294" y="300443"/>
                  </a:lnTo>
                  <a:lnTo>
                    <a:pt x="3091840" y="321716"/>
                  </a:lnTo>
                  <a:lnTo>
                    <a:pt x="3096920" y="342671"/>
                  </a:lnTo>
                  <a:lnTo>
                    <a:pt x="3109214" y="359473"/>
                  </a:lnTo>
                  <a:lnTo>
                    <a:pt x="3126892" y="370446"/>
                  </a:lnTo>
                  <a:lnTo>
                    <a:pt x="3148165" y="373900"/>
                  </a:lnTo>
                  <a:lnTo>
                    <a:pt x="3148190" y="374078"/>
                  </a:lnTo>
                  <a:lnTo>
                    <a:pt x="3151225" y="373799"/>
                  </a:lnTo>
                  <a:lnTo>
                    <a:pt x="3171088" y="367957"/>
                  </a:lnTo>
                  <a:lnTo>
                    <a:pt x="3186900" y="355523"/>
                  </a:lnTo>
                  <a:lnTo>
                    <a:pt x="3197148" y="338175"/>
                  </a:lnTo>
                  <a:lnTo>
                    <a:pt x="3200362" y="317576"/>
                  </a:lnTo>
                  <a:close/>
                </a:path>
                <a:path w="4519930" h="852170">
                  <a:moveTo>
                    <a:pt x="3295713" y="769124"/>
                  </a:moveTo>
                  <a:lnTo>
                    <a:pt x="3294303" y="743534"/>
                  </a:lnTo>
                  <a:lnTo>
                    <a:pt x="3283140" y="720394"/>
                  </a:lnTo>
                  <a:lnTo>
                    <a:pt x="3264560" y="703961"/>
                  </a:lnTo>
                  <a:lnTo>
                    <a:pt x="3241154" y="695731"/>
                  </a:lnTo>
                  <a:lnTo>
                    <a:pt x="3215475" y="697230"/>
                  </a:lnTo>
                  <a:lnTo>
                    <a:pt x="3192373" y="708482"/>
                  </a:lnTo>
                  <a:lnTo>
                    <a:pt x="3175978" y="727087"/>
                  </a:lnTo>
                  <a:lnTo>
                    <a:pt x="3167748" y="750468"/>
                  </a:lnTo>
                  <a:lnTo>
                    <a:pt x="3169158" y="776046"/>
                  </a:lnTo>
                  <a:lnTo>
                    <a:pt x="3178937" y="797179"/>
                  </a:lnTo>
                  <a:lnTo>
                    <a:pt x="3194837" y="812952"/>
                  </a:lnTo>
                  <a:lnTo>
                    <a:pt x="3215043" y="822312"/>
                  </a:lnTo>
                  <a:lnTo>
                    <a:pt x="3236696" y="824128"/>
                  </a:lnTo>
                  <a:lnTo>
                    <a:pt x="3244481" y="823404"/>
                  </a:lnTo>
                  <a:lnTo>
                    <a:pt x="3247987" y="822363"/>
                  </a:lnTo>
                  <a:lnTo>
                    <a:pt x="3271088" y="811098"/>
                  </a:lnTo>
                  <a:lnTo>
                    <a:pt x="3287484" y="792505"/>
                  </a:lnTo>
                  <a:lnTo>
                    <a:pt x="3295713" y="769124"/>
                  </a:lnTo>
                  <a:close/>
                </a:path>
                <a:path w="4519930" h="852170">
                  <a:moveTo>
                    <a:pt x="3335261" y="436613"/>
                  </a:moveTo>
                  <a:lnTo>
                    <a:pt x="3328149" y="414832"/>
                  </a:lnTo>
                  <a:lnTo>
                    <a:pt x="3313722" y="398068"/>
                  </a:lnTo>
                  <a:lnTo>
                    <a:pt x="3294037" y="387946"/>
                  </a:lnTo>
                  <a:lnTo>
                    <a:pt x="3271164" y="386054"/>
                  </a:lnTo>
                  <a:lnTo>
                    <a:pt x="3249371" y="393153"/>
                  </a:lnTo>
                  <a:lnTo>
                    <a:pt x="3232620" y="407593"/>
                  </a:lnTo>
                  <a:lnTo>
                    <a:pt x="3222498" y="427278"/>
                  </a:lnTo>
                  <a:lnTo>
                    <a:pt x="3220593" y="450151"/>
                  </a:lnTo>
                  <a:lnTo>
                    <a:pt x="3227552" y="471627"/>
                  </a:lnTo>
                  <a:lnTo>
                    <a:pt x="3241637" y="488264"/>
                  </a:lnTo>
                  <a:lnTo>
                    <a:pt x="3260877" y="498525"/>
                  </a:lnTo>
                  <a:lnTo>
                    <a:pt x="3283267" y="500849"/>
                  </a:lnTo>
                  <a:lnTo>
                    <a:pt x="3284690" y="500710"/>
                  </a:lnTo>
                  <a:lnTo>
                    <a:pt x="3306483" y="493610"/>
                  </a:lnTo>
                  <a:lnTo>
                    <a:pt x="3323234" y="479183"/>
                  </a:lnTo>
                  <a:lnTo>
                    <a:pt x="3333356" y="459486"/>
                  </a:lnTo>
                  <a:lnTo>
                    <a:pt x="3335261" y="436613"/>
                  </a:lnTo>
                  <a:close/>
                </a:path>
                <a:path w="4519930" h="852170">
                  <a:moveTo>
                    <a:pt x="3398926" y="209486"/>
                  </a:moveTo>
                  <a:lnTo>
                    <a:pt x="3395891" y="189522"/>
                  </a:lnTo>
                  <a:lnTo>
                    <a:pt x="3385782" y="172859"/>
                  </a:lnTo>
                  <a:lnTo>
                    <a:pt x="3370173" y="161226"/>
                  </a:lnTo>
                  <a:lnTo>
                    <a:pt x="3350615" y="156375"/>
                  </a:lnTo>
                  <a:lnTo>
                    <a:pt x="3330664" y="159410"/>
                  </a:lnTo>
                  <a:lnTo>
                    <a:pt x="3313988" y="169519"/>
                  </a:lnTo>
                  <a:lnTo>
                    <a:pt x="3302355" y="185127"/>
                  </a:lnTo>
                  <a:lnTo>
                    <a:pt x="3297504" y="204685"/>
                  </a:lnTo>
                  <a:lnTo>
                    <a:pt x="3300539" y="224650"/>
                  </a:lnTo>
                  <a:lnTo>
                    <a:pt x="3310648" y="241338"/>
                  </a:lnTo>
                  <a:lnTo>
                    <a:pt x="3326269" y="253022"/>
                  </a:lnTo>
                  <a:lnTo>
                    <a:pt x="3345840" y="257975"/>
                  </a:lnTo>
                  <a:lnTo>
                    <a:pt x="3348190" y="258114"/>
                  </a:lnTo>
                  <a:lnTo>
                    <a:pt x="3352825" y="257683"/>
                  </a:lnTo>
                  <a:lnTo>
                    <a:pt x="3370402" y="252780"/>
                  </a:lnTo>
                  <a:lnTo>
                    <a:pt x="3384791" y="242341"/>
                  </a:lnTo>
                  <a:lnTo>
                    <a:pt x="3394722" y="227520"/>
                  </a:lnTo>
                  <a:lnTo>
                    <a:pt x="3398926" y="209486"/>
                  </a:lnTo>
                  <a:close/>
                </a:path>
                <a:path w="4519930" h="852170">
                  <a:moveTo>
                    <a:pt x="3433191" y="852119"/>
                  </a:moveTo>
                  <a:lnTo>
                    <a:pt x="3428212" y="843280"/>
                  </a:lnTo>
                  <a:lnTo>
                    <a:pt x="3407664" y="827214"/>
                  </a:lnTo>
                  <a:lnTo>
                    <a:pt x="3382581" y="820051"/>
                  </a:lnTo>
                  <a:lnTo>
                    <a:pt x="3355695" y="823150"/>
                  </a:lnTo>
                  <a:lnTo>
                    <a:pt x="3332099" y="836422"/>
                  </a:lnTo>
                  <a:lnTo>
                    <a:pt x="3319805" y="852119"/>
                  </a:lnTo>
                  <a:lnTo>
                    <a:pt x="3433191" y="852119"/>
                  </a:lnTo>
                  <a:close/>
                </a:path>
                <a:path w="4519930" h="852170">
                  <a:moveTo>
                    <a:pt x="3473373" y="551586"/>
                  </a:moveTo>
                  <a:lnTo>
                    <a:pt x="3464191" y="529069"/>
                  </a:lnTo>
                  <a:lnTo>
                    <a:pt x="3447643" y="512445"/>
                  </a:lnTo>
                  <a:lnTo>
                    <a:pt x="3426053" y="503224"/>
                  </a:lnTo>
                  <a:lnTo>
                    <a:pt x="3401720" y="502983"/>
                  </a:lnTo>
                  <a:lnTo>
                    <a:pt x="3379317" y="512267"/>
                  </a:lnTo>
                  <a:lnTo>
                    <a:pt x="3362744" y="528828"/>
                  </a:lnTo>
                  <a:lnTo>
                    <a:pt x="3353549" y="550392"/>
                  </a:lnTo>
                  <a:lnTo>
                    <a:pt x="3353295" y="574624"/>
                  </a:lnTo>
                  <a:lnTo>
                    <a:pt x="3353117" y="574636"/>
                  </a:lnTo>
                  <a:lnTo>
                    <a:pt x="3361525" y="595985"/>
                  </a:lnTo>
                  <a:lnTo>
                    <a:pt x="3376523" y="612216"/>
                  </a:lnTo>
                  <a:lnTo>
                    <a:pt x="3396234" y="622046"/>
                  </a:lnTo>
                  <a:lnTo>
                    <a:pt x="3418738" y="624154"/>
                  </a:lnTo>
                  <a:lnTo>
                    <a:pt x="3420707" y="623976"/>
                  </a:lnTo>
                  <a:lnTo>
                    <a:pt x="3424783" y="623239"/>
                  </a:lnTo>
                  <a:lnTo>
                    <a:pt x="3447288" y="614045"/>
                  </a:lnTo>
                  <a:lnTo>
                    <a:pt x="3463925" y="597509"/>
                  </a:lnTo>
                  <a:lnTo>
                    <a:pt x="3473132" y="575919"/>
                  </a:lnTo>
                  <a:lnTo>
                    <a:pt x="3473373" y="551586"/>
                  </a:lnTo>
                  <a:close/>
                </a:path>
                <a:path w="4519930" h="852170">
                  <a:moveTo>
                    <a:pt x="3530358" y="304723"/>
                  </a:moveTo>
                  <a:lnTo>
                    <a:pt x="3525278" y="283768"/>
                  </a:lnTo>
                  <a:lnTo>
                    <a:pt x="3512985" y="266966"/>
                  </a:lnTo>
                  <a:lnTo>
                    <a:pt x="3495306" y="255993"/>
                  </a:lnTo>
                  <a:lnTo>
                    <a:pt x="3474034" y="252539"/>
                  </a:lnTo>
                  <a:lnTo>
                    <a:pt x="3453079" y="257695"/>
                  </a:lnTo>
                  <a:lnTo>
                    <a:pt x="3436277" y="270002"/>
                  </a:lnTo>
                  <a:lnTo>
                    <a:pt x="3425304" y="287693"/>
                  </a:lnTo>
                  <a:lnTo>
                    <a:pt x="3421862" y="309054"/>
                  </a:lnTo>
                  <a:lnTo>
                    <a:pt x="3426942" y="330009"/>
                  </a:lnTo>
                  <a:lnTo>
                    <a:pt x="3439236" y="346811"/>
                  </a:lnTo>
                  <a:lnTo>
                    <a:pt x="3456914" y="357784"/>
                  </a:lnTo>
                  <a:lnTo>
                    <a:pt x="3478187" y="361238"/>
                  </a:lnTo>
                  <a:lnTo>
                    <a:pt x="3481044" y="360972"/>
                  </a:lnTo>
                  <a:lnTo>
                    <a:pt x="3500945" y="355155"/>
                  </a:lnTo>
                  <a:lnTo>
                    <a:pt x="3516820" y="342747"/>
                  </a:lnTo>
                  <a:lnTo>
                    <a:pt x="3527120" y="325399"/>
                  </a:lnTo>
                  <a:lnTo>
                    <a:pt x="3530358" y="304723"/>
                  </a:lnTo>
                  <a:close/>
                </a:path>
                <a:path w="4519930" h="852170">
                  <a:moveTo>
                    <a:pt x="3615232" y="686079"/>
                  </a:moveTo>
                  <a:lnTo>
                    <a:pt x="3613810" y="660387"/>
                  </a:lnTo>
                  <a:lnTo>
                    <a:pt x="3602545" y="637286"/>
                  </a:lnTo>
                  <a:lnTo>
                    <a:pt x="3583952" y="620890"/>
                  </a:lnTo>
                  <a:lnTo>
                    <a:pt x="3560572" y="612660"/>
                  </a:lnTo>
                  <a:lnTo>
                    <a:pt x="3534981" y="614070"/>
                  </a:lnTo>
                  <a:lnTo>
                    <a:pt x="3511880" y="625335"/>
                  </a:lnTo>
                  <a:lnTo>
                    <a:pt x="3495484" y="643940"/>
                  </a:lnTo>
                  <a:lnTo>
                    <a:pt x="3487255" y="667308"/>
                  </a:lnTo>
                  <a:lnTo>
                    <a:pt x="3488677" y="692899"/>
                  </a:lnTo>
                  <a:lnTo>
                    <a:pt x="3498354" y="713955"/>
                  </a:lnTo>
                  <a:lnTo>
                    <a:pt x="3514255" y="729742"/>
                  </a:lnTo>
                  <a:lnTo>
                    <a:pt x="3534460" y="739140"/>
                  </a:lnTo>
                  <a:lnTo>
                    <a:pt x="3557054" y="741083"/>
                  </a:lnTo>
                  <a:lnTo>
                    <a:pt x="3560622" y="740752"/>
                  </a:lnTo>
                  <a:lnTo>
                    <a:pt x="3607003" y="709485"/>
                  </a:lnTo>
                  <a:lnTo>
                    <a:pt x="3615232" y="686079"/>
                  </a:lnTo>
                  <a:close/>
                </a:path>
                <a:path w="4519930" h="852170">
                  <a:moveTo>
                    <a:pt x="3663048" y="398056"/>
                  </a:moveTo>
                  <a:lnTo>
                    <a:pt x="3655949" y="376262"/>
                  </a:lnTo>
                  <a:lnTo>
                    <a:pt x="3641509" y="359511"/>
                  </a:lnTo>
                  <a:lnTo>
                    <a:pt x="3621824" y="349389"/>
                  </a:lnTo>
                  <a:lnTo>
                    <a:pt x="3598951" y="347497"/>
                  </a:lnTo>
                  <a:lnTo>
                    <a:pt x="3577171" y="354698"/>
                  </a:lnTo>
                  <a:lnTo>
                    <a:pt x="3560419" y="369163"/>
                  </a:lnTo>
                  <a:lnTo>
                    <a:pt x="3550297" y="388823"/>
                  </a:lnTo>
                  <a:lnTo>
                    <a:pt x="3548405" y="411416"/>
                  </a:lnTo>
                  <a:lnTo>
                    <a:pt x="3555339" y="432993"/>
                  </a:lnTo>
                  <a:lnTo>
                    <a:pt x="3569436" y="449681"/>
                  </a:lnTo>
                  <a:lnTo>
                    <a:pt x="3588677" y="459968"/>
                  </a:lnTo>
                  <a:lnTo>
                    <a:pt x="3611054" y="462292"/>
                  </a:lnTo>
                  <a:lnTo>
                    <a:pt x="3612489" y="462153"/>
                  </a:lnTo>
                  <a:lnTo>
                    <a:pt x="3634270" y="454977"/>
                  </a:lnTo>
                  <a:lnTo>
                    <a:pt x="3651021" y="440550"/>
                  </a:lnTo>
                  <a:lnTo>
                    <a:pt x="3661156" y="420903"/>
                  </a:lnTo>
                  <a:lnTo>
                    <a:pt x="3663048" y="398056"/>
                  </a:lnTo>
                  <a:close/>
                </a:path>
                <a:path w="4519930" h="852170">
                  <a:moveTo>
                    <a:pt x="3728720" y="225272"/>
                  </a:moveTo>
                  <a:lnTo>
                    <a:pt x="3725672" y="205320"/>
                  </a:lnTo>
                  <a:lnTo>
                    <a:pt x="3715562" y="188633"/>
                  </a:lnTo>
                  <a:lnTo>
                    <a:pt x="3699954" y="176949"/>
                  </a:lnTo>
                  <a:lnTo>
                    <a:pt x="3680383" y="171983"/>
                  </a:lnTo>
                  <a:lnTo>
                    <a:pt x="3660419" y="175031"/>
                  </a:lnTo>
                  <a:lnTo>
                    <a:pt x="3643731" y="185140"/>
                  </a:lnTo>
                  <a:lnTo>
                    <a:pt x="3632047" y="200748"/>
                  </a:lnTo>
                  <a:lnTo>
                    <a:pt x="3627094" y="220319"/>
                  </a:lnTo>
                  <a:lnTo>
                    <a:pt x="3630231" y="240271"/>
                  </a:lnTo>
                  <a:lnTo>
                    <a:pt x="3640404" y="256946"/>
                  </a:lnTo>
                  <a:lnTo>
                    <a:pt x="3656038" y="268630"/>
                  </a:lnTo>
                  <a:lnTo>
                    <a:pt x="3675608" y="273596"/>
                  </a:lnTo>
                  <a:lnTo>
                    <a:pt x="3674173" y="273723"/>
                  </a:lnTo>
                  <a:lnTo>
                    <a:pt x="3714572" y="258140"/>
                  </a:lnTo>
                  <a:lnTo>
                    <a:pt x="3724516" y="243306"/>
                  </a:lnTo>
                  <a:lnTo>
                    <a:pt x="3728720" y="225272"/>
                  </a:lnTo>
                  <a:close/>
                </a:path>
                <a:path w="4519930" h="852170">
                  <a:moveTo>
                    <a:pt x="3758628" y="791565"/>
                  </a:moveTo>
                  <a:lnTo>
                    <a:pt x="3755453" y="764768"/>
                  </a:lnTo>
                  <a:lnTo>
                    <a:pt x="3742156" y="741172"/>
                  </a:lnTo>
                  <a:lnTo>
                    <a:pt x="3721570" y="725081"/>
                  </a:lnTo>
                  <a:lnTo>
                    <a:pt x="3696474" y="717905"/>
                  </a:lnTo>
                  <a:lnTo>
                    <a:pt x="3669665" y="721080"/>
                  </a:lnTo>
                  <a:lnTo>
                    <a:pt x="3646093" y="734364"/>
                  </a:lnTo>
                  <a:lnTo>
                    <a:pt x="3630041" y="754951"/>
                  </a:lnTo>
                  <a:lnTo>
                    <a:pt x="3622878" y="780046"/>
                  </a:lnTo>
                  <a:lnTo>
                    <a:pt x="3625977" y="806856"/>
                  </a:lnTo>
                  <a:lnTo>
                    <a:pt x="3636861" y="827316"/>
                  </a:lnTo>
                  <a:lnTo>
                    <a:pt x="3653574" y="842797"/>
                  </a:lnTo>
                  <a:lnTo>
                    <a:pt x="3674148" y="851789"/>
                  </a:lnTo>
                  <a:lnTo>
                    <a:pt x="3678326" y="852119"/>
                  </a:lnTo>
                  <a:lnTo>
                    <a:pt x="3706863" y="852119"/>
                  </a:lnTo>
                  <a:lnTo>
                    <a:pt x="3711752" y="850544"/>
                  </a:lnTo>
                  <a:lnTo>
                    <a:pt x="3735349" y="837260"/>
                  </a:lnTo>
                  <a:lnTo>
                    <a:pt x="3751453" y="816660"/>
                  </a:lnTo>
                  <a:lnTo>
                    <a:pt x="3758628" y="791565"/>
                  </a:lnTo>
                  <a:close/>
                </a:path>
                <a:path w="4519930" h="852170">
                  <a:moveTo>
                    <a:pt x="3797909" y="489559"/>
                  </a:moveTo>
                  <a:lnTo>
                    <a:pt x="3788651" y="467055"/>
                  </a:lnTo>
                  <a:lnTo>
                    <a:pt x="3772116" y="450430"/>
                  </a:lnTo>
                  <a:lnTo>
                    <a:pt x="3750564" y="441210"/>
                  </a:lnTo>
                  <a:lnTo>
                    <a:pt x="3726256" y="440969"/>
                  </a:lnTo>
                  <a:lnTo>
                    <a:pt x="3703713" y="450176"/>
                  </a:lnTo>
                  <a:lnTo>
                    <a:pt x="3687026" y="466775"/>
                  </a:lnTo>
                  <a:lnTo>
                    <a:pt x="3677755" y="488378"/>
                  </a:lnTo>
                  <a:lnTo>
                    <a:pt x="3677475" y="512635"/>
                  </a:lnTo>
                  <a:lnTo>
                    <a:pt x="3677653" y="512622"/>
                  </a:lnTo>
                  <a:lnTo>
                    <a:pt x="3686086" y="533971"/>
                  </a:lnTo>
                  <a:lnTo>
                    <a:pt x="3701148" y="550189"/>
                  </a:lnTo>
                  <a:lnTo>
                    <a:pt x="3720909" y="560006"/>
                  </a:lnTo>
                  <a:lnTo>
                    <a:pt x="3743452" y="562127"/>
                  </a:lnTo>
                  <a:lnTo>
                    <a:pt x="3745420" y="561936"/>
                  </a:lnTo>
                  <a:lnTo>
                    <a:pt x="3749306" y="561225"/>
                  </a:lnTo>
                  <a:lnTo>
                    <a:pt x="3771823" y="552030"/>
                  </a:lnTo>
                  <a:lnTo>
                    <a:pt x="3788460" y="535482"/>
                  </a:lnTo>
                  <a:lnTo>
                    <a:pt x="3797668" y="513892"/>
                  </a:lnTo>
                  <a:lnTo>
                    <a:pt x="3797909" y="489559"/>
                  </a:lnTo>
                  <a:close/>
                </a:path>
                <a:path w="4519930" h="852170">
                  <a:moveTo>
                    <a:pt x="3860228" y="292430"/>
                  </a:moveTo>
                  <a:lnTo>
                    <a:pt x="3855148" y="271475"/>
                  </a:lnTo>
                  <a:lnTo>
                    <a:pt x="3842867" y="254673"/>
                  </a:lnTo>
                  <a:lnTo>
                    <a:pt x="3825176" y="243700"/>
                  </a:lnTo>
                  <a:lnTo>
                    <a:pt x="3803904" y="240245"/>
                  </a:lnTo>
                  <a:lnTo>
                    <a:pt x="3782949" y="245325"/>
                  </a:lnTo>
                  <a:lnTo>
                    <a:pt x="3766147" y="257619"/>
                  </a:lnTo>
                  <a:lnTo>
                    <a:pt x="3755174" y="275297"/>
                  </a:lnTo>
                  <a:lnTo>
                    <a:pt x="3751719" y="296583"/>
                  </a:lnTo>
                  <a:lnTo>
                    <a:pt x="3756799" y="317525"/>
                  </a:lnTo>
                  <a:lnTo>
                    <a:pt x="3769093" y="334340"/>
                  </a:lnTo>
                  <a:lnTo>
                    <a:pt x="3786771" y="345313"/>
                  </a:lnTo>
                  <a:lnTo>
                    <a:pt x="3808044" y="348767"/>
                  </a:lnTo>
                  <a:lnTo>
                    <a:pt x="3807891" y="348957"/>
                  </a:lnTo>
                  <a:lnTo>
                    <a:pt x="3810914" y="348678"/>
                  </a:lnTo>
                  <a:lnTo>
                    <a:pt x="3830891" y="342823"/>
                  </a:lnTo>
                  <a:lnTo>
                    <a:pt x="3846753" y="330377"/>
                  </a:lnTo>
                  <a:lnTo>
                    <a:pt x="3857015" y="313029"/>
                  </a:lnTo>
                  <a:lnTo>
                    <a:pt x="3860228" y="292430"/>
                  </a:lnTo>
                  <a:close/>
                </a:path>
                <a:path w="4519930" h="852170">
                  <a:moveTo>
                    <a:pt x="3889692" y="852119"/>
                  </a:moveTo>
                  <a:lnTo>
                    <a:pt x="3883139" y="841819"/>
                  </a:lnTo>
                  <a:lnTo>
                    <a:pt x="3860685" y="826084"/>
                  </a:lnTo>
                  <a:lnTo>
                    <a:pt x="3833990" y="819924"/>
                  </a:lnTo>
                  <a:lnTo>
                    <a:pt x="3806012" y="824687"/>
                  </a:lnTo>
                  <a:lnTo>
                    <a:pt x="3781983" y="839978"/>
                  </a:lnTo>
                  <a:lnTo>
                    <a:pt x="3773589" y="852004"/>
                  </a:lnTo>
                  <a:lnTo>
                    <a:pt x="3772357" y="852119"/>
                  </a:lnTo>
                  <a:lnTo>
                    <a:pt x="3889692" y="852119"/>
                  </a:lnTo>
                  <a:close/>
                </a:path>
                <a:path w="4519930" h="852170">
                  <a:moveTo>
                    <a:pt x="3934803" y="602818"/>
                  </a:moveTo>
                  <a:lnTo>
                    <a:pt x="3933317" y="577240"/>
                  </a:lnTo>
                  <a:lnTo>
                    <a:pt x="3922064" y="554139"/>
                  </a:lnTo>
                  <a:lnTo>
                    <a:pt x="3903459" y="537730"/>
                  </a:lnTo>
                  <a:lnTo>
                    <a:pt x="3880078" y="529513"/>
                  </a:lnTo>
                  <a:lnTo>
                    <a:pt x="3854500" y="530923"/>
                  </a:lnTo>
                  <a:lnTo>
                    <a:pt x="3831361" y="542086"/>
                  </a:lnTo>
                  <a:lnTo>
                    <a:pt x="3814915" y="560654"/>
                  </a:lnTo>
                  <a:lnTo>
                    <a:pt x="3806685" y="584073"/>
                  </a:lnTo>
                  <a:lnTo>
                    <a:pt x="3808184" y="609752"/>
                  </a:lnTo>
                  <a:lnTo>
                    <a:pt x="3817950" y="630770"/>
                  </a:lnTo>
                  <a:lnTo>
                    <a:pt x="3833850" y="646493"/>
                  </a:lnTo>
                  <a:lnTo>
                    <a:pt x="3854056" y="655828"/>
                  </a:lnTo>
                  <a:lnTo>
                    <a:pt x="3876725" y="657733"/>
                  </a:lnTo>
                  <a:lnTo>
                    <a:pt x="3880116" y="657428"/>
                  </a:lnTo>
                  <a:lnTo>
                    <a:pt x="3926573" y="626198"/>
                  </a:lnTo>
                  <a:lnTo>
                    <a:pt x="3934803" y="602818"/>
                  </a:lnTo>
                  <a:close/>
                </a:path>
                <a:path w="4519930" h="852170">
                  <a:moveTo>
                    <a:pt x="3991038" y="359664"/>
                  </a:moveTo>
                  <a:lnTo>
                    <a:pt x="3983837" y="337883"/>
                  </a:lnTo>
                  <a:lnTo>
                    <a:pt x="3969372" y="321132"/>
                  </a:lnTo>
                  <a:lnTo>
                    <a:pt x="3949712" y="310997"/>
                  </a:lnTo>
                  <a:lnTo>
                    <a:pt x="3926941" y="309092"/>
                  </a:lnTo>
                  <a:lnTo>
                    <a:pt x="3905123" y="316179"/>
                  </a:lnTo>
                  <a:lnTo>
                    <a:pt x="3888308" y="330568"/>
                  </a:lnTo>
                  <a:lnTo>
                    <a:pt x="3878122" y="350253"/>
                  </a:lnTo>
                  <a:lnTo>
                    <a:pt x="3876205" y="373176"/>
                  </a:lnTo>
                  <a:lnTo>
                    <a:pt x="3883329" y="394665"/>
                  </a:lnTo>
                  <a:lnTo>
                    <a:pt x="3897426" y="411314"/>
                  </a:lnTo>
                  <a:lnTo>
                    <a:pt x="3916667" y="421563"/>
                  </a:lnTo>
                  <a:lnTo>
                    <a:pt x="3939044" y="423887"/>
                  </a:lnTo>
                  <a:lnTo>
                    <a:pt x="3940479" y="423760"/>
                  </a:lnTo>
                  <a:lnTo>
                    <a:pt x="3962260" y="416648"/>
                  </a:lnTo>
                  <a:lnTo>
                    <a:pt x="3979024" y="402221"/>
                  </a:lnTo>
                  <a:lnTo>
                    <a:pt x="3989146" y="382536"/>
                  </a:lnTo>
                  <a:lnTo>
                    <a:pt x="3991038" y="359664"/>
                  </a:lnTo>
                  <a:close/>
                </a:path>
                <a:path w="4519930" h="852170">
                  <a:moveTo>
                    <a:pt x="4072521" y="689495"/>
                  </a:moveTo>
                  <a:lnTo>
                    <a:pt x="4069423" y="662698"/>
                  </a:lnTo>
                  <a:lnTo>
                    <a:pt x="4056126" y="639127"/>
                  </a:lnTo>
                  <a:lnTo>
                    <a:pt x="4035539" y="623074"/>
                  </a:lnTo>
                  <a:lnTo>
                    <a:pt x="4010444" y="615899"/>
                  </a:lnTo>
                  <a:lnTo>
                    <a:pt x="3983634" y="619010"/>
                  </a:lnTo>
                  <a:lnTo>
                    <a:pt x="3960063" y="632269"/>
                  </a:lnTo>
                  <a:lnTo>
                    <a:pt x="3944010" y="652818"/>
                  </a:lnTo>
                  <a:lnTo>
                    <a:pt x="3936847" y="677900"/>
                  </a:lnTo>
                  <a:lnTo>
                    <a:pt x="3939946" y="704786"/>
                  </a:lnTo>
                  <a:lnTo>
                    <a:pt x="3950919" y="725563"/>
                  </a:lnTo>
                  <a:lnTo>
                    <a:pt x="3967556" y="740892"/>
                  </a:lnTo>
                  <a:lnTo>
                    <a:pt x="3988130" y="749896"/>
                  </a:lnTo>
                  <a:lnTo>
                    <a:pt x="4010901" y="751649"/>
                  </a:lnTo>
                  <a:lnTo>
                    <a:pt x="4015905" y="751179"/>
                  </a:lnTo>
                  <a:lnTo>
                    <a:pt x="4065359" y="714590"/>
                  </a:lnTo>
                  <a:lnTo>
                    <a:pt x="4072521" y="689495"/>
                  </a:lnTo>
                  <a:close/>
                </a:path>
                <a:path w="4519930" h="852170">
                  <a:moveTo>
                    <a:pt x="4121912" y="427596"/>
                  </a:moveTo>
                  <a:lnTo>
                    <a:pt x="4112717" y="405079"/>
                  </a:lnTo>
                  <a:lnTo>
                    <a:pt x="4096181" y="388454"/>
                  </a:lnTo>
                  <a:lnTo>
                    <a:pt x="4074591" y="379247"/>
                  </a:lnTo>
                  <a:lnTo>
                    <a:pt x="4050258" y="378993"/>
                  </a:lnTo>
                  <a:lnTo>
                    <a:pt x="4027843" y="388175"/>
                  </a:lnTo>
                  <a:lnTo>
                    <a:pt x="4011269" y="404710"/>
                  </a:lnTo>
                  <a:lnTo>
                    <a:pt x="4002074" y="426300"/>
                  </a:lnTo>
                  <a:lnTo>
                    <a:pt x="4001833" y="450634"/>
                  </a:lnTo>
                  <a:lnTo>
                    <a:pt x="4001655" y="450646"/>
                  </a:lnTo>
                  <a:lnTo>
                    <a:pt x="4010164" y="471995"/>
                  </a:lnTo>
                  <a:lnTo>
                    <a:pt x="4025214" y="488226"/>
                  </a:lnTo>
                  <a:lnTo>
                    <a:pt x="4044937" y="498043"/>
                  </a:lnTo>
                  <a:lnTo>
                    <a:pt x="4067454" y="500151"/>
                  </a:lnTo>
                  <a:lnTo>
                    <a:pt x="4069423" y="499973"/>
                  </a:lnTo>
                  <a:lnTo>
                    <a:pt x="4073309" y="499249"/>
                  </a:lnTo>
                  <a:lnTo>
                    <a:pt x="4095826" y="490067"/>
                  </a:lnTo>
                  <a:lnTo>
                    <a:pt x="4112450" y="473519"/>
                  </a:lnTo>
                  <a:lnTo>
                    <a:pt x="4121658" y="451929"/>
                  </a:lnTo>
                  <a:lnTo>
                    <a:pt x="4121912" y="427596"/>
                  </a:lnTo>
                  <a:close/>
                </a:path>
                <a:path w="4519930" h="852170">
                  <a:moveTo>
                    <a:pt x="4211256" y="774966"/>
                  </a:moveTo>
                  <a:lnTo>
                    <a:pt x="4206494" y="746975"/>
                  </a:lnTo>
                  <a:lnTo>
                    <a:pt x="4191203" y="723011"/>
                  </a:lnTo>
                  <a:lnTo>
                    <a:pt x="4168686" y="707288"/>
                  </a:lnTo>
                  <a:lnTo>
                    <a:pt x="4141940" y="701128"/>
                  </a:lnTo>
                  <a:lnTo>
                    <a:pt x="4113936" y="705891"/>
                  </a:lnTo>
                  <a:lnTo>
                    <a:pt x="4089997" y="721169"/>
                  </a:lnTo>
                  <a:lnTo>
                    <a:pt x="4074337" y="743686"/>
                  </a:lnTo>
                  <a:lnTo>
                    <a:pt x="4068241" y="770432"/>
                  </a:lnTo>
                  <a:lnTo>
                    <a:pt x="4073029" y="798436"/>
                  </a:lnTo>
                  <a:lnTo>
                    <a:pt x="4072852" y="798449"/>
                  </a:lnTo>
                  <a:lnTo>
                    <a:pt x="4084929" y="818769"/>
                  </a:lnTo>
                  <a:lnTo>
                    <a:pt x="4102316" y="833628"/>
                  </a:lnTo>
                  <a:lnTo>
                    <a:pt x="4123296" y="842238"/>
                  </a:lnTo>
                  <a:lnTo>
                    <a:pt x="4146194" y="843838"/>
                  </a:lnTo>
                  <a:lnTo>
                    <a:pt x="4152620" y="843241"/>
                  </a:lnTo>
                  <a:lnTo>
                    <a:pt x="4159135" y="841730"/>
                  </a:lnTo>
                  <a:lnTo>
                    <a:pt x="4165396" y="839355"/>
                  </a:lnTo>
                  <a:lnTo>
                    <a:pt x="4189361" y="824166"/>
                  </a:lnTo>
                  <a:lnTo>
                    <a:pt x="4205097" y="801712"/>
                  </a:lnTo>
                  <a:lnTo>
                    <a:pt x="4211256" y="774966"/>
                  </a:lnTo>
                  <a:close/>
                </a:path>
                <a:path w="4519930" h="852170">
                  <a:moveTo>
                    <a:pt x="4254043" y="519506"/>
                  </a:moveTo>
                  <a:lnTo>
                    <a:pt x="4252633" y="493928"/>
                  </a:lnTo>
                  <a:lnTo>
                    <a:pt x="4241393" y="470789"/>
                  </a:lnTo>
                  <a:lnTo>
                    <a:pt x="4222839" y="454355"/>
                  </a:lnTo>
                  <a:lnTo>
                    <a:pt x="4199471" y="446112"/>
                  </a:lnTo>
                  <a:lnTo>
                    <a:pt x="4173817" y="447611"/>
                  </a:lnTo>
                  <a:lnTo>
                    <a:pt x="4150703" y="458876"/>
                  </a:lnTo>
                  <a:lnTo>
                    <a:pt x="4134307" y="477469"/>
                  </a:lnTo>
                  <a:lnTo>
                    <a:pt x="4126077" y="500849"/>
                  </a:lnTo>
                  <a:lnTo>
                    <a:pt x="4127525" y="526884"/>
                  </a:lnTo>
                  <a:lnTo>
                    <a:pt x="4137190" y="547497"/>
                  </a:lnTo>
                  <a:lnTo>
                    <a:pt x="4153128" y="563270"/>
                  </a:lnTo>
                  <a:lnTo>
                    <a:pt x="4173309" y="572681"/>
                  </a:lnTo>
                  <a:lnTo>
                    <a:pt x="4195876" y="574624"/>
                  </a:lnTo>
                  <a:lnTo>
                    <a:pt x="4199445" y="574294"/>
                  </a:lnTo>
                  <a:lnTo>
                    <a:pt x="4245826" y="542886"/>
                  </a:lnTo>
                  <a:lnTo>
                    <a:pt x="4254043" y="519506"/>
                  </a:lnTo>
                  <a:close/>
                </a:path>
                <a:path w="4519930" h="852170">
                  <a:moveTo>
                    <a:pt x="4386504" y="587502"/>
                  </a:moveTo>
                  <a:lnTo>
                    <a:pt x="4383392" y="560616"/>
                  </a:lnTo>
                  <a:lnTo>
                    <a:pt x="4370108" y="537044"/>
                  </a:lnTo>
                  <a:lnTo>
                    <a:pt x="4349508" y="520992"/>
                  </a:lnTo>
                  <a:lnTo>
                    <a:pt x="4324413" y="513829"/>
                  </a:lnTo>
                  <a:lnTo>
                    <a:pt x="4297616" y="516928"/>
                  </a:lnTo>
                  <a:lnTo>
                    <a:pt x="4274020" y="530225"/>
                  </a:lnTo>
                  <a:lnTo>
                    <a:pt x="4257916" y="550811"/>
                  </a:lnTo>
                  <a:lnTo>
                    <a:pt x="4250741" y="575906"/>
                  </a:lnTo>
                  <a:lnTo>
                    <a:pt x="4253928" y="602703"/>
                  </a:lnTo>
                  <a:lnTo>
                    <a:pt x="4264838" y="623227"/>
                  </a:lnTo>
                  <a:lnTo>
                    <a:pt x="4281513" y="638644"/>
                  </a:lnTo>
                  <a:lnTo>
                    <a:pt x="4302087" y="647636"/>
                  </a:lnTo>
                  <a:lnTo>
                    <a:pt x="4324858" y="649401"/>
                  </a:lnTo>
                  <a:lnTo>
                    <a:pt x="4329862" y="648931"/>
                  </a:lnTo>
                  <a:lnTo>
                    <a:pt x="4379328" y="612584"/>
                  </a:lnTo>
                  <a:lnTo>
                    <a:pt x="4386504" y="587502"/>
                  </a:lnTo>
                  <a:close/>
                </a:path>
                <a:path w="4519930" h="852170">
                  <a:moveTo>
                    <a:pt x="4519346" y="656158"/>
                  </a:moveTo>
                  <a:lnTo>
                    <a:pt x="4514583" y="628167"/>
                  </a:lnTo>
                  <a:lnTo>
                    <a:pt x="4499330" y="604227"/>
                  </a:lnTo>
                  <a:lnTo>
                    <a:pt x="4476889" y="588556"/>
                  </a:lnTo>
                  <a:lnTo>
                    <a:pt x="4450194" y="582460"/>
                  </a:lnTo>
                  <a:lnTo>
                    <a:pt x="4422229" y="587248"/>
                  </a:lnTo>
                  <a:lnTo>
                    <a:pt x="4398175" y="602424"/>
                  </a:lnTo>
                  <a:lnTo>
                    <a:pt x="4382452" y="624890"/>
                  </a:lnTo>
                  <a:lnTo>
                    <a:pt x="4376344" y="651624"/>
                  </a:lnTo>
                  <a:lnTo>
                    <a:pt x="4381131" y="679627"/>
                  </a:lnTo>
                  <a:lnTo>
                    <a:pt x="4380966" y="679818"/>
                  </a:lnTo>
                  <a:lnTo>
                    <a:pt x="4393044" y="700138"/>
                  </a:lnTo>
                  <a:lnTo>
                    <a:pt x="4410430" y="714997"/>
                  </a:lnTo>
                  <a:lnTo>
                    <a:pt x="4431411" y="723607"/>
                  </a:lnTo>
                  <a:lnTo>
                    <a:pt x="4454309" y="725208"/>
                  </a:lnTo>
                  <a:lnTo>
                    <a:pt x="4460722" y="724611"/>
                  </a:lnTo>
                  <a:lnTo>
                    <a:pt x="4467250" y="723099"/>
                  </a:lnTo>
                  <a:lnTo>
                    <a:pt x="4473511" y="720712"/>
                  </a:lnTo>
                  <a:lnTo>
                    <a:pt x="4497463" y="705434"/>
                  </a:lnTo>
                  <a:lnTo>
                    <a:pt x="4513199" y="682917"/>
                  </a:lnTo>
                  <a:lnTo>
                    <a:pt x="4519346" y="656158"/>
                  </a:lnTo>
                  <a:close/>
                </a:path>
              </a:pathLst>
            </a:custGeom>
            <a:solidFill>
              <a:srgbClr val="CAF0F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16000" y="2208244"/>
            <a:ext cx="769620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>
                <a:solidFill>
                  <a:srgbClr val="240045"/>
                </a:solidFill>
              </a:rPr>
              <a:t>Dataset</a:t>
            </a:r>
            <a:r>
              <a:rPr spc="-595" dirty="0">
                <a:solidFill>
                  <a:srgbClr val="240045"/>
                </a:solidFill>
              </a:rPr>
              <a:t> </a:t>
            </a:r>
            <a:r>
              <a:rPr spc="-50" dirty="0">
                <a:solidFill>
                  <a:srgbClr val="240045"/>
                </a:solidFill>
              </a:rPr>
              <a:t>Summary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0" y="443582"/>
            <a:ext cx="9946640" cy="9843770"/>
            <a:chOff x="0" y="443582"/>
            <a:chExt cx="9946640" cy="984377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7556" y="3475071"/>
              <a:ext cx="102646" cy="10264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6360529"/>
              <a:ext cx="3791228" cy="392647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8700" y="443582"/>
              <a:ext cx="1762124" cy="5810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49081" y="4488323"/>
              <a:ext cx="104775" cy="1047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41848" y="3469803"/>
              <a:ext cx="104775" cy="1047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49081" y="3977684"/>
              <a:ext cx="104775" cy="1047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41848" y="3977684"/>
              <a:ext cx="104775" cy="10477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350431" y="6884912"/>
            <a:ext cx="10723537" cy="9187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6" marR="273685" algn="ctr">
              <a:lnSpc>
                <a:spcPct val="115599"/>
              </a:lnSpc>
              <a:spcBef>
                <a:spcPts val="2380"/>
              </a:spcBef>
            </a:pPr>
            <a:r>
              <a:rPr sz="2650" spc="-70" dirty="0">
                <a:solidFill>
                  <a:srgbClr val="FFFFFF"/>
                </a:solidFill>
                <a:latin typeface="Trebuchet MS"/>
                <a:cs typeface="Trebuchet MS"/>
              </a:rPr>
              <a:t>name,</a:t>
            </a:r>
            <a:r>
              <a:rPr sz="265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dirty="0">
                <a:solidFill>
                  <a:srgbClr val="FFFFFF"/>
                </a:solidFill>
                <a:latin typeface="Trebuchet MS"/>
                <a:cs typeface="Trebuchet MS"/>
              </a:rPr>
              <a:t>category,</a:t>
            </a:r>
            <a:r>
              <a:rPr sz="2650" spc="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spc="-80" dirty="0">
                <a:solidFill>
                  <a:srgbClr val="FFFFFF"/>
                </a:solidFill>
                <a:latin typeface="Trebuchet MS"/>
                <a:cs typeface="Trebuchet MS"/>
              </a:rPr>
              <a:t>mrp,</a:t>
            </a:r>
            <a:r>
              <a:rPr sz="265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dirty="0">
                <a:solidFill>
                  <a:srgbClr val="FFFFFF"/>
                </a:solidFill>
                <a:latin typeface="Trebuchet MS"/>
                <a:cs typeface="Trebuchet MS"/>
              </a:rPr>
              <a:t>discountPercent,</a:t>
            </a:r>
            <a:r>
              <a:rPr sz="265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rebuchet MS"/>
                <a:cs typeface="Trebuchet MS"/>
              </a:rPr>
              <a:t>discountedSellingPrice, </a:t>
            </a:r>
            <a:r>
              <a:rPr sz="2650" spc="-20" dirty="0">
                <a:solidFill>
                  <a:srgbClr val="FFFFFF"/>
                </a:solidFill>
                <a:latin typeface="Trebuchet MS"/>
                <a:cs typeface="Trebuchet MS"/>
              </a:rPr>
              <a:t>availableQuantity,</a:t>
            </a:r>
            <a:r>
              <a:rPr sz="2650" spc="40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dirty="0">
                <a:solidFill>
                  <a:srgbClr val="FFFFFF"/>
                </a:solidFill>
                <a:latin typeface="Trebuchet MS"/>
                <a:cs typeface="Trebuchet MS"/>
              </a:rPr>
              <a:t>outOfStock,</a:t>
            </a:r>
            <a:r>
              <a:rPr sz="2650" spc="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dirty="0">
                <a:solidFill>
                  <a:srgbClr val="FFFFFF"/>
                </a:solidFill>
                <a:latin typeface="Trebuchet MS"/>
                <a:cs typeface="Trebuchet MS"/>
              </a:rPr>
              <a:t>weightInGms,</a:t>
            </a:r>
            <a:r>
              <a:rPr sz="2650" spc="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rebuchet MS"/>
                <a:cs typeface="Trebuchet MS"/>
              </a:rPr>
              <a:t>quantity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10671" y="3170924"/>
            <a:ext cx="7291705" cy="15532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800"/>
              </a:spcBef>
            </a:pPr>
            <a:r>
              <a:rPr sz="2750" spc="75" dirty="0">
                <a:solidFill>
                  <a:srgbClr val="240045"/>
                </a:solidFill>
                <a:latin typeface="Trebuchet MS"/>
                <a:cs typeface="Trebuchet MS"/>
              </a:rPr>
              <a:t>Source:</a:t>
            </a:r>
            <a:r>
              <a:rPr sz="2750" spc="32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80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Zepto</a:t>
            </a:r>
            <a:r>
              <a:rPr sz="2750" spc="315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 </a:t>
            </a:r>
            <a:r>
              <a:rPr sz="2750" spc="125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Inventory</a:t>
            </a:r>
            <a:r>
              <a:rPr sz="2750" spc="315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 </a:t>
            </a: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Dataset</a:t>
            </a:r>
            <a:r>
              <a:rPr sz="2750" spc="315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 </a:t>
            </a:r>
            <a:r>
              <a:rPr sz="2750" spc="70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on</a:t>
            </a:r>
            <a:r>
              <a:rPr sz="2750" spc="310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 </a:t>
            </a:r>
            <a:r>
              <a:rPr sz="2750" spc="60" dirty="0">
                <a:solidFill>
                  <a:srgbClr val="240045"/>
                </a:solidFill>
                <a:latin typeface="Trebuchet MS"/>
                <a:cs typeface="Trebuchet MS"/>
                <a:hlinkClick r:id="rId11"/>
              </a:rPr>
              <a:t>Kaggle</a:t>
            </a:r>
            <a:endParaRPr sz="2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Total</a:t>
            </a:r>
            <a:r>
              <a:rPr sz="275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105" dirty="0">
                <a:solidFill>
                  <a:srgbClr val="240045"/>
                </a:solidFill>
                <a:latin typeface="Trebuchet MS"/>
                <a:cs typeface="Trebuchet MS"/>
              </a:rPr>
              <a:t>Rows:</a:t>
            </a:r>
            <a:r>
              <a:rPr sz="275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45" dirty="0">
                <a:solidFill>
                  <a:srgbClr val="240045"/>
                </a:solidFill>
                <a:latin typeface="Trebuchet MS"/>
                <a:cs typeface="Trebuchet MS"/>
              </a:rPr>
              <a:t>3,732</a:t>
            </a:r>
            <a:endParaRPr sz="2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Columns:</a:t>
            </a:r>
            <a:r>
              <a:rPr sz="2750" spc="43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165" dirty="0">
                <a:solidFill>
                  <a:srgbClr val="240045"/>
                </a:solidFill>
                <a:latin typeface="Trebuchet MS"/>
                <a:cs typeface="Trebuchet MS"/>
              </a:rPr>
              <a:t>9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03439" y="3171993"/>
            <a:ext cx="5291455" cy="15271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Format:</a:t>
            </a:r>
            <a:r>
              <a:rPr sz="2750" spc="19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-20" dirty="0">
                <a:solidFill>
                  <a:srgbClr val="240045"/>
                </a:solidFill>
                <a:latin typeface="Trebuchet MS"/>
                <a:cs typeface="Trebuchet MS"/>
              </a:rPr>
              <a:t>.csv</a:t>
            </a:r>
            <a:endParaRPr sz="2750">
              <a:latin typeface="Trebuchet MS"/>
              <a:cs typeface="Trebuchet MS"/>
            </a:endParaRPr>
          </a:p>
          <a:p>
            <a:pPr marL="12700" marR="5080">
              <a:lnSpc>
                <a:spcPct val="115900"/>
              </a:lnSpc>
              <a:spcBef>
                <a:spcPts val="175"/>
              </a:spcBef>
            </a:pP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Primary</a:t>
            </a:r>
            <a:r>
              <a:rPr sz="275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90" dirty="0">
                <a:solidFill>
                  <a:srgbClr val="240045"/>
                </a:solidFill>
                <a:latin typeface="Trebuchet MS"/>
                <a:cs typeface="Trebuchet MS"/>
              </a:rPr>
              <a:t>Use</a:t>
            </a:r>
            <a:r>
              <a:rPr sz="275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Case:</a:t>
            </a:r>
            <a:r>
              <a:rPr sz="275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409" dirty="0">
                <a:solidFill>
                  <a:srgbClr val="240045"/>
                </a:solidFill>
                <a:latin typeface="Trebuchet MS"/>
                <a:cs typeface="Trebuchet MS"/>
              </a:rPr>
              <a:t>E-</a:t>
            </a:r>
            <a:r>
              <a:rPr sz="2750" spc="55" dirty="0">
                <a:solidFill>
                  <a:srgbClr val="240045"/>
                </a:solidFill>
                <a:latin typeface="Trebuchet MS"/>
                <a:cs typeface="Trebuchet MS"/>
              </a:rPr>
              <a:t>commerce </a:t>
            </a: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catalog</a:t>
            </a:r>
            <a:r>
              <a:rPr sz="2750" spc="3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2750" spc="35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80" dirty="0">
                <a:solidFill>
                  <a:srgbClr val="240045"/>
                </a:solidFill>
                <a:latin typeface="Trebuchet MS"/>
                <a:cs typeface="Trebuchet MS"/>
              </a:rPr>
              <a:t>inventory</a:t>
            </a:r>
            <a:r>
              <a:rPr sz="2750" spc="3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750" spc="-10" dirty="0">
                <a:solidFill>
                  <a:srgbClr val="240045"/>
                </a:solidFill>
                <a:latin typeface="Trebuchet MS"/>
                <a:cs typeface="Trebuchet MS"/>
              </a:rPr>
              <a:t>analysis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25843F-ADA7-88CB-0DCA-92AC12695BB3}"/>
              </a:ext>
            </a:extLst>
          </p:cNvPr>
          <p:cNvSpPr txBox="1"/>
          <p:nvPr/>
        </p:nvSpPr>
        <p:spPr>
          <a:xfrm>
            <a:off x="1988119" y="5495178"/>
            <a:ext cx="120858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02505" algn="l">
              <a:lnSpc>
                <a:spcPct val="100000"/>
              </a:lnSpc>
              <a:spcBef>
                <a:spcPts val="100"/>
              </a:spcBef>
            </a:pPr>
            <a:r>
              <a:rPr lang="en-US" sz="4400" spc="-295" dirty="0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lang="en-US" sz="4400" spc="-6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lang="en-US" sz="4400" spc="-50" dirty="0">
                <a:solidFill>
                  <a:srgbClr val="FFFFFF"/>
                </a:solidFill>
                <a:latin typeface="Arial Black"/>
                <a:cs typeface="Arial Black"/>
              </a:rPr>
              <a:t>Columns</a:t>
            </a:r>
            <a:endParaRPr lang="en-US" sz="44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1307" y="4771707"/>
              <a:ext cx="7093050" cy="15805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09876" y="4760277"/>
              <a:ext cx="7115175" cy="1600200"/>
            </a:xfrm>
            <a:custGeom>
              <a:avLst/>
              <a:gdLst/>
              <a:ahLst/>
              <a:cxnLst/>
              <a:rect l="l" t="t" r="r" b="b"/>
              <a:pathLst>
                <a:path w="7115175" h="1600200">
                  <a:moveTo>
                    <a:pt x="0" y="0"/>
                  </a:moveTo>
                  <a:lnTo>
                    <a:pt x="0" y="1600199"/>
                  </a:lnTo>
                  <a:lnTo>
                    <a:pt x="7115174" y="1600199"/>
                  </a:lnTo>
                  <a:lnTo>
                    <a:pt x="7115174" y="0"/>
                  </a:lnTo>
                  <a:lnTo>
                    <a:pt x="0" y="0"/>
                  </a:lnTo>
                </a:path>
              </a:pathLst>
            </a:custGeom>
            <a:ln w="76058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5429" y="3931443"/>
              <a:ext cx="8057959" cy="31386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43999" y="3920013"/>
              <a:ext cx="8077200" cy="3160395"/>
            </a:xfrm>
            <a:custGeom>
              <a:avLst/>
              <a:gdLst/>
              <a:ahLst/>
              <a:cxnLst/>
              <a:rect l="l" t="t" r="r" b="b"/>
              <a:pathLst>
                <a:path w="8077200" h="3160395">
                  <a:moveTo>
                    <a:pt x="0" y="0"/>
                  </a:moveTo>
                  <a:lnTo>
                    <a:pt x="0" y="3160009"/>
                  </a:lnTo>
                  <a:lnTo>
                    <a:pt x="8077199" y="3160009"/>
                  </a:lnTo>
                  <a:lnTo>
                    <a:pt x="8077199" y="0"/>
                  </a:lnTo>
                  <a:lnTo>
                    <a:pt x="0" y="0"/>
                  </a:lnTo>
                </a:path>
              </a:pathLst>
            </a:custGeom>
            <a:ln w="76166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645" y="2874835"/>
            <a:ext cx="94691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Find</a:t>
            </a:r>
            <a:r>
              <a:rPr sz="22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the</a:t>
            </a:r>
            <a:r>
              <a:rPr sz="22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top</a:t>
            </a:r>
            <a:r>
              <a:rPr sz="220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200" dirty="0">
                <a:solidFill>
                  <a:srgbClr val="240045"/>
                </a:solidFill>
                <a:latin typeface="Trebuchet MS"/>
                <a:cs typeface="Trebuchet MS"/>
              </a:rPr>
              <a:t>10</a:t>
            </a:r>
            <a:r>
              <a:rPr sz="22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145" dirty="0">
                <a:solidFill>
                  <a:srgbClr val="240045"/>
                </a:solidFill>
                <a:latin typeface="Trebuchet MS"/>
                <a:cs typeface="Trebuchet MS"/>
              </a:rPr>
              <a:t>best-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value</a:t>
            </a:r>
            <a:r>
              <a:rPr sz="220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240045"/>
                </a:solidFill>
                <a:latin typeface="Trebuchet MS"/>
                <a:cs typeface="Trebuchet MS"/>
              </a:rPr>
              <a:t>products</a:t>
            </a:r>
            <a:r>
              <a:rPr sz="22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based</a:t>
            </a:r>
            <a:r>
              <a:rPr sz="220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on</a:t>
            </a:r>
            <a:r>
              <a:rPr sz="22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the</a:t>
            </a:r>
            <a:r>
              <a:rPr sz="220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discount</a:t>
            </a:r>
            <a:r>
              <a:rPr sz="22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240045"/>
                </a:solidFill>
                <a:latin typeface="Trebuchet MS"/>
                <a:cs typeface="Trebuchet MS"/>
              </a:rPr>
              <a:t>percentage.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34240" y="7805409"/>
            <a:ext cx="1168527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120"/>
              </a:spcBef>
              <a:buChar char="•"/>
              <a:tabLst>
                <a:tab pos="250190" algn="l"/>
                <a:tab pos="1497965" algn="l"/>
              </a:tabLst>
            </a:pP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	These</a:t>
            </a:r>
            <a:r>
              <a:rPr sz="2150" spc="29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5" dirty="0">
                <a:solidFill>
                  <a:srgbClr val="240045"/>
                </a:solidFill>
                <a:latin typeface="Trebuchet MS"/>
                <a:cs typeface="Trebuchet MS"/>
              </a:rPr>
              <a:t>products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offer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the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highest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discounts,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great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for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65" dirty="0">
                <a:solidFill>
                  <a:srgbClr val="240045"/>
                </a:solidFill>
                <a:latin typeface="Trebuchet MS"/>
                <a:cs typeface="Trebuchet MS"/>
              </a:rPr>
              <a:t>promotions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banners.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775" y="4236401"/>
              <a:ext cx="6505967" cy="18358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0345" y="4224971"/>
              <a:ext cx="6524625" cy="1857375"/>
            </a:xfrm>
            <a:custGeom>
              <a:avLst/>
              <a:gdLst/>
              <a:ahLst/>
              <a:cxnLst/>
              <a:rect l="l" t="t" r="r" b="b"/>
              <a:pathLst>
                <a:path w="6524625" h="1857375">
                  <a:moveTo>
                    <a:pt x="0" y="0"/>
                  </a:moveTo>
                  <a:lnTo>
                    <a:pt x="0" y="1857374"/>
                  </a:lnTo>
                  <a:lnTo>
                    <a:pt x="6524609" y="1857374"/>
                  </a:lnTo>
                  <a:lnTo>
                    <a:pt x="6524609" y="0"/>
                  </a:lnTo>
                  <a:lnTo>
                    <a:pt x="0" y="0"/>
                  </a:lnTo>
                </a:path>
              </a:pathLst>
            </a:custGeom>
            <a:ln w="76151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8899" y="3345577"/>
              <a:ext cx="7963004" cy="34162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737468" y="3334147"/>
              <a:ext cx="7981950" cy="3437890"/>
            </a:xfrm>
            <a:custGeom>
              <a:avLst/>
              <a:gdLst/>
              <a:ahLst/>
              <a:cxnLst/>
              <a:rect l="l" t="t" r="r" b="b"/>
              <a:pathLst>
                <a:path w="7981950" h="3437890">
                  <a:moveTo>
                    <a:pt x="0" y="0"/>
                  </a:moveTo>
                  <a:lnTo>
                    <a:pt x="0" y="3437305"/>
                  </a:lnTo>
                  <a:lnTo>
                    <a:pt x="7981950" y="3437305"/>
                  </a:lnTo>
                  <a:lnTo>
                    <a:pt x="7981950" y="0"/>
                  </a:lnTo>
                  <a:lnTo>
                    <a:pt x="0" y="0"/>
                  </a:lnTo>
                </a:path>
              </a:pathLst>
            </a:custGeom>
            <a:ln w="76163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645" y="2874835"/>
            <a:ext cx="44062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65" dirty="0">
                <a:solidFill>
                  <a:srgbClr val="240045"/>
                </a:solidFill>
                <a:latin typeface="Trebuchet MS"/>
                <a:cs typeface="Trebuchet MS"/>
              </a:rPr>
              <a:t>High-</a:t>
            </a:r>
            <a:r>
              <a:rPr sz="2200" spc="95" dirty="0">
                <a:solidFill>
                  <a:srgbClr val="240045"/>
                </a:solidFill>
                <a:latin typeface="Trebuchet MS"/>
                <a:cs typeface="Trebuchet MS"/>
              </a:rPr>
              <a:t>MRP</a:t>
            </a:r>
            <a:r>
              <a:rPr sz="220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240045"/>
                </a:solidFill>
                <a:latin typeface="Trebuchet MS"/>
                <a:cs typeface="Trebuchet MS"/>
              </a:rPr>
              <a:t>Products</a:t>
            </a:r>
            <a:r>
              <a:rPr sz="2200" spc="25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Out</a:t>
            </a:r>
            <a:r>
              <a:rPr sz="2200" spc="25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of</a:t>
            </a:r>
            <a:r>
              <a:rPr sz="2200" spc="25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240045"/>
                </a:solidFill>
                <a:latin typeface="Trebuchet MS"/>
                <a:cs typeface="Trebuchet MS"/>
              </a:rPr>
              <a:t>Stock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34240" y="7757120"/>
            <a:ext cx="11943715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9554" marR="5080" indent="-237490">
              <a:lnSpc>
                <a:spcPct val="115799"/>
              </a:lnSpc>
              <a:spcBef>
                <a:spcPts val="95"/>
              </a:spcBef>
              <a:buChar char="•"/>
              <a:tabLst>
                <a:tab pos="1497965" algn="l"/>
              </a:tabLst>
            </a:pP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	These</a:t>
            </a:r>
            <a:r>
              <a:rPr sz="215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are</a:t>
            </a:r>
            <a:r>
              <a:rPr sz="215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165" dirty="0">
                <a:solidFill>
                  <a:srgbClr val="240045"/>
                </a:solidFill>
                <a:latin typeface="Trebuchet MS"/>
                <a:cs typeface="Trebuchet MS"/>
              </a:rPr>
              <a:t>high-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ticket</a:t>
            </a:r>
            <a:r>
              <a:rPr sz="2150" spc="22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items</a:t>
            </a:r>
            <a:r>
              <a:rPr sz="215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currently</a:t>
            </a:r>
            <a:r>
              <a:rPr sz="2150" spc="22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unavailable</a:t>
            </a:r>
            <a:r>
              <a:rPr sz="215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—</a:t>
            </a:r>
            <a:r>
              <a:rPr sz="2150" spc="22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may</a:t>
            </a:r>
            <a:r>
              <a:rPr sz="215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result</a:t>
            </a:r>
            <a:r>
              <a:rPr sz="2150" spc="22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in</a:t>
            </a:r>
            <a:r>
              <a:rPr sz="215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lost</a:t>
            </a:r>
            <a:r>
              <a:rPr sz="2150" spc="22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45" dirty="0">
                <a:solidFill>
                  <a:srgbClr val="240045"/>
                </a:solidFill>
                <a:latin typeface="Trebuchet MS"/>
                <a:cs typeface="Trebuchet MS"/>
              </a:rPr>
              <a:t>revenue</a:t>
            </a:r>
            <a:r>
              <a:rPr sz="215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240045"/>
                </a:solidFill>
                <a:latin typeface="Trebuchet MS"/>
                <a:cs typeface="Trebuchet MS"/>
              </a:rPr>
              <a:t>if 	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not</a:t>
            </a:r>
            <a:r>
              <a:rPr sz="2150" spc="29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restocked.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775" y="4361313"/>
              <a:ext cx="8375251" cy="15643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0345" y="4349884"/>
              <a:ext cx="8398510" cy="1587500"/>
            </a:xfrm>
            <a:custGeom>
              <a:avLst/>
              <a:gdLst/>
              <a:ahLst/>
              <a:cxnLst/>
              <a:rect l="l" t="t" r="r" b="b"/>
              <a:pathLst>
                <a:path w="8398510" h="1587500">
                  <a:moveTo>
                    <a:pt x="0" y="0"/>
                  </a:moveTo>
                  <a:lnTo>
                    <a:pt x="0" y="1587102"/>
                  </a:lnTo>
                  <a:lnTo>
                    <a:pt x="8398072" y="1587102"/>
                  </a:lnTo>
                  <a:lnTo>
                    <a:pt x="8398072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5576" y="2770285"/>
              <a:ext cx="7113276" cy="47464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34146" y="2758855"/>
              <a:ext cx="7134225" cy="4768215"/>
            </a:xfrm>
            <a:custGeom>
              <a:avLst/>
              <a:gdLst/>
              <a:ahLst/>
              <a:cxnLst/>
              <a:rect l="l" t="t" r="r" b="b"/>
              <a:pathLst>
                <a:path w="7134225" h="4768215">
                  <a:moveTo>
                    <a:pt x="0" y="0"/>
                  </a:moveTo>
                  <a:lnTo>
                    <a:pt x="0" y="4768003"/>
                  </a:lnTo>
                  <a:lnTo>
                    <a:pt x="7134224" y="4768003"/>
                  </a:lnTo>
                  <a:lnTo>
                    <a:pt x="7134224" y="0"/>
                  </a:lnTo>
                  <a:lnTo>
                    <a:pt x="0" y="0"/>
                  </a:lnTo>
                </a:path>
              </a:pathLst>
            </a:custGeom>
            <a:ln w="76180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645" y="2874835"/>
            <a:ext cx="28740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Revenue</a:t>
            </a:r>
            <a:r>
              <a:rPr sz="2200" spc="36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240045"/>
                </a:solidFill>
                <a:latin typeface="Trebuchet MS"/>
                <a:cs typeface="Trebuchet MS"/>
              </a:rPr>
              <a:t>by</a:t>
            </a:r>
            <a:r>
              <a:rPr sz="2200" spc="36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240045"/>
                </a:solidFill>
                <a:latin typeface="Trebuchet MS"/>
                <a:cs typeface="Trebuchet MS"/>
              </a:rPr>
              <a:t>Category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34240" y="7805409"/>
            <a:ext cx="1175321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120"/>
              </a:spcBef>
              <a:buChar char="•"/>
              <a:tabLst>
                <a:tab pos="250190" algn="l"/>
                <a:tab pos="1497965" algn="l"/>
              </a:tabLst>
            </a:pP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	Reveals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top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130" dirty="0">
                <a:solidFill>
                  <a:srgbClr val="240045"/>
                </a:solidFill>
                <a:latin typeface="Trebuchet MS"/>
                <a:cs typeface="Trebuchet MS"/>
              </a:rPr>
              <a:t>revenue-</a:t>
            </a: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generating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60" dirty="0">
                <a:solidFill>
                  <a:srgbClr val="240045"/>
                </a:solidFill>
                <a:latin typeface="Trebuchet MS"/>
                <a:cs typeface="Trebuchet MS"/>
              </a:rPr>
              <a:t>categories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—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useful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for</a:t>
            </a:r>
            <a:r>
              <a:rPr sz="215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product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prioritization.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775" y="3702843"/>
              <a:ext cx="6957188" cy="154652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0345" y="3691413"/>
              <a:ext cx="6980555" cy="1569720"/>
            </a:xfrm>
            <a:custGeom>
              <a:avLst/>
              <a:gdLst/>
              <a:ahLst/>
              <a:cxnLst/>
              <a:rect l="l" t="t" r="r" b="b"/>
              <a:pathLst>
                <a:path w="6980555" h="1569720">
                  <a:moveTo>
                    <a:pt x="0" y="0"/>
                  </a:moveTo>
                  <a:lnTo>
                    <a:pt x="0" y="1569243"/>
                  </a:lnTo>
                  <a:lnTo>
                    <a:pt x="6980038" y="1569243"/>
                  </a:lnTo>
                  <a:lnTo>
                    <a:pt x="6980038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7470" y="5443229"/>
              <a:ext cx="9361867" cy="280428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96040" y="5431799"/>
              <a:ext cx="9382125" cy="2826385"/>
            </a:xfrm>
            <a:custGeom>
              <a:avLst/>
              <a:gdLst/>
              <a:ahLst/>
              <a:cxnLst/>
              <a:rect l="l" t="t" r="r" b="b"/>
              <a:pathLst>
                <a:path w="9382125" h="2826384">
                  <a:moveTo>
                    <a:pt x="0" y="0"/>
                  </a:moveTo>
                  <a:lnTo>
                    <a:pt x="0" y="2826376"/>
                  </a:lnTo>
                  <a:lnTo>
                    <a:pt x="9382124" y="2826376"/>
                  </a:lnTo>
                  <a:lnTo>
                    <a:pt x="9382124" y="0"/>
                  </a:lnTo>
                  <a:lnTo>
                    <a:pt x="0" y="0"/>
                  </a:lnTo>
                </a:path>
              </a:pathLst>
            </a:custGeom>
            <a:ln w="76179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645" y="2874835"/>
            <a:ext cx="51555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45" dirty="0">
                <a:solidFill>
                  <a:srgbClr val="240045"/>
                </a:solidFill>
                <a:latin typeface="Trebuchet MS"/>
                <a:cs typeface="Trebuchet MS"/>
              </a:rPr>
              <a:t>Expensive</a:t>
            </a:r>
            <a:r>
              <a:rPr sz="220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240045"/>
                </a:solidFill>
                <a:latin typeface="Trebuchet MS"/>
                <a:cs typeface="Trebuchet MS"/>
              </a:rPr>
              <a:t>Products</a:t>
            </a:r>
            <a:r>
              <a:rPr sz="2200" spc="229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with</a:t>
            </a:r>
            <a:r>
              <a:rPr sz="2200" spc="229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140" dirty="0">
                <a:solidFill>
                  <a:srgbClr val="240045"/>
                </a:solidFill>
                <a:latin typeface="Trebuchet MS"/>
                <a:cs typeface="Trebuchet MS"/>
              </a:rPr>
              <a:t>Low</a:t>
            </a:r>
            <a:r>
              <a:rPr sz="2200" spc="229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35" dirty="0">
                <a:solidFill>
                  <a:srgbClr val="240045"/>
                </a:solidFill>
                <a:latin typeface="Trebuchet MS"/>
                <a:cs typeface="Trebuchet MS"/>
              </a:rPr>
              <a:t>Discount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2041" y="8586538"/>
            <a:ext cx="136080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120"/>
              </a:spcBef>
              <a:buChar char="•"/>
              <a:tabLst>
                <a:tab pos="250190" algn="l"/>
              </a:tabLst>
            </a:pP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94456" y="8586538"/>
            <a:ext cx="1005268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These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are</a:t>
            </a:r>
            <a:r>
              <a:rPr sz="2150" spc="2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90" dirty="0">
                <a:solidFill>
                  <a:srgbClr val="240045"/>
                </a:solidFill>
                <a:latin typeface="Trebuchet MS"/>
                <a:cs typeface="Trebuchet MS"/>
              </a:rPr>
              <a:t>premium-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priced</a:t>
            </a:r>
            <a:r>
              <a:rPr sz="2150" spc="28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items</a:t>
            </a:r>
            <a:r>
              <a:rPr sz="2150" spc="2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that</a:t>
            </a:r>
            <a:r>
              <a:rPr sz="2150" spc="2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could</a:t>
            </a:r>
            <a:r>
              <a:rPr sz="2150" spc="2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benefit</a:t>
            </a:r>
            <a:r>
              <a:rPr sz="2150" spc="2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from</a:t>
            </a:r>
            <a:r>
              <a:rPr sz="2150" spc="2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promotional</a:t>
            </a:r>
            <a:r>
              <a:rPr sz="2150" spc="28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pricing.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191" y="4549714"/>
              <a:ext cx="5802388" cy="17641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9761" y="4538284"/>
              <a:ext cx="5825490" cy="1787525"/>
            </a:xfrm>
            <a:custGeom>
              <a:avLst/>
              <a:gdLst/>
              <a:ahLst/>
              <a:cxnLst/>
              <a:rect l="l" t="t" r="r" b="b"/>
              <a:pathLst>
                <a:path w="5825490" h="1787525">
                  <a:moveTo>
                    <a:pt x="0" y="0"/>
                  </a:moveTo>
                  <a:lnTo>
                    <a:pt x="0" y="1786979"/>
                  </a:lnTo>
                  <a:lnTo>
                    <a:pt x="5825132" y="1786979"/>
                  </a:lnTo>
                  <a:lnTo>
                    <a:pt x="5825132" y="0"/>
                  </a:lnTo>
                  <a:lnTo>
                    <a:pt x="0" y="0"/>
                  </a:lnTo>
                </a:path>
              </a:pathLst>
            </a:custGeom>
            <a:ln w="76200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9919" y="2920523"/>
              <a:ext cx="6816121" cy="46290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38488" y="2909093"/>
              <a:ext cx="6833870" cy="4648200"/>
            </a:xfrm>
            <a:custGeom>
              <a:avLst/>
              <a:gdLst/>
              <a:ahLst/>
              <a:cxnLst/>
              <a:rect l="l" t="t" r="r" b="b"/>
              <a:pathLst>
                <a:path w="6833869" h="4648200">
                  <a:moveTo>
                    <a:pt x="0" y="0"/>
                  </a:moveTo>
                  <a:lnTo>
                    <a:pt x="0" y="4648199"/>
                  </a:lnTo>
                  <a:lnTo>
                    <a:pt x="6833698" y="4648199"/>
                  </a:lnTo>
                  <a:lnTo>
                    <a:pt x="6833698" y="0"/>
                  </a:lnTo>
                  <a:lnTo>
                    <a:pt x="0" y="0"/>
                  </a:lnTo>
                </a:path>
              </a:pathLst>
            </a:custGeom>
            <a:ln w="76141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645" y="2874835"/>
            <a:ext cx="57556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50" dirty="0">
                <a:solidFill>
                  <a:srgbClr val="240045"/>
                </a:solidFill>
                <a:latin typeface="Trebuchet MS"/>
                <a:cs typeface="Trebuchet MS"/>
              </a:rPr>
              <a:t>Categories</a:t>
            </a:r>
            <a:r>
              <a:rPr sz="220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with</a:t>
            </a:r>
            <a:r>
              <a:rPr sz="220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Highest</a:t>
            </a:r>
            <a:r>
              <a:rPr sz="220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rgbClr val="240045"/>
                </a:solidFill>
                <a:latin typeface="Trebuchet MS"/>
                <a:cs typeface="Trebuchet MS"/>
              </a:rPr>
              <a:t>Average</a:t>
            </a:r>
            <a:r>
              <a:rPr sz="2200" spc="3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240045"/>
                </a:solidFill>
                <a:latin typeface="Trebuchet MS"/>
                <a:cs typeface="Trebuchet MS"/>
              </a:rPr>
              <a:t>Discounts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98241" y="8805178"/>
            <a:ext cx="1250315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120"/>
              </a:spcBef>
              <a:buChar char="•"/>
              <a:tabLst>
                <a:tab pos="250190" algn="l"/>
                <a:tab pos="1498600" algn="l"/>
              </a:tabLst>
            </a:pP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	Identifies</a:t>
            </a:r>
            <a:r>
              <a:rPr sz="2150" spc="26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165" dirty="0">
                <a:solidFill>
                  <a:srgbClr val="240045"/>
                </a:solidFill>
                <a:latin typeface="Trebuchet MS"/>
                <a:cs typeface="Trebuchet MS"/>
              </a:rPr>
              <a:t>high-</a:t>
            </a: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discount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60" dirty="0">
                <a:solidFill>
                  <a:srgbClr val="240045"/>
                </a:solidFill>
                <a:latin typeface="Trebuchet MS"/>
                <a:cs typeface="Trebuchet MS"/>
              </a:rPr>
              <a:t>categories</a:t>
            </a:r>
            <a:r>
              <a:rPr sz="2150" spc="2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—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ideal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for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discount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marketing</a:t>
            </a:r>
            <a:r>
              <a:rPr sz="2150" spc="2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5" dirty="0">
                <a:solidFill>
                  <a:srgbClr val="240045"/>
                </a:solidFill>
                <a:latin typeface="Trebuchet MS"/>
                <a:cs typeface="Trebuchet MS"/>
              </a:rPr>
              <a:t>or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sales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strategy.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775" y="3709149"/>
              <a:ext cx="7502714" cy="14531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0345" y="3697719"/>
              <a:ext cx="7524750" cy="1476375"/>
            </a:xfrm>
            <a:custGeom>
              <a:avLst/>
              <a:gdLst/>
              <a:ahLst/>
              <a:cxnLst/>
              <a:rect l="l" t="t" r="r" b="b"/>
              <a:pathLst>
                <a:path w="7524750" h="1476375">
                  <a:moveTo>
                    <a:pt x="0" y="0"/>
                  </a:moveTo>
                  <a:lnTo>
                    <a:pt x="0" y="1475782"/>
                  </a:lnTo>
                  <a:lnTo>
                    <a:pt x="7524749" y="1475782"/>
                  </a:lnTo>
                  <a:lnTo>
                    <a:pt x="7524749" y="0"/>
                  </a:lnTo>
                  <a:lnTo>
                    <a:pt x="0" y="0"/>
                  </a:lnTo>
                </a:path>
              </a:pathLst>
            </a:custGeom>
            <a:ln w="76192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3120" y="5499515"/>
              <a:ext cx="11278398" cy="27176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21690" y="5488085"/>
              <a:ext cx="11296650" cy="2740025"/>
            </a:xfrm>
            <a:custGeom>
              <a:avLst/>
              <a:gdLst/>
              <a:ahLst/>
              <a:cxnLst/>
              <a:rect l="l" t="t" r="r" b="b"/>
              <a:pathLst>
                <a:path w="11296650" h="2740025">
                  <a:moveTo>
                    <a:pt x="0" y="0"/>
                  </a:moveTo>
                  <a:lnTo>
                    <a:pt x="0" y="2739438"/>
                  </a:lnTo>
                  <a:lnTo>
                    <a:pt x="11296650" y="2739438"/>
                  </a:lnTo>
                  <a:lnTo>
                    <a:pt x="11296650" y="0"/>
                  </a:lnTo>
                  <a:lnTo>
                    <a:pt x="0" y="0"/>
                  </a:lnTo>
                </a:path>
              </a:pathLst>
            </a:custGeom>
            <a:ln w="76169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645" y="2874835"/>
            <a:ext cx="19729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Price</a:t>
            </a:r>
            <a:r>
              <a:rPr sz="220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Per</a:t>
            </a:r>
            <a:r>
              <a:rPr sz="2200" spc="21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240045"/>
                </a:solidFill>
                <a:latin typeface="Trebuchet MS"/>
                <a:cs typeface="Trebuchet MS"/>
              </a:rPr>
              <a:t>Gram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07285" y="8805178"/>
            <a:ext cx="1059497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120"/>
              </a:spcBef>
              <a:buChar char="•"/>
              <a:tabLst>
                <a:tab pos="250190" algn="l"/>
                <a:tab pos="1504315" algn="l"/>
              </a:tabLst>
            </a:pP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	Helps</a:t>
            </a:r>
            <a:r>
              <a:rPr sz="2150" spc="26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surface</a:t>
            </a:r>
            <a:r>
              <a:rPr sz="2150" spc="27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best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120" dirty="0">
                <a:solidFill>
                  <a:srgbClr val="240045"/>
                </a:solidFill>
                <a:latin typeface="Trebuchet MS"/>
                <a:cs typeface="Trebuchet MS"/>
              </a:rPr>
              <a:t>value-</a:t>
            </a:r>
            <a:r>
              <a:rPr sz="2150" spc="200" dirty="0">
                <a:solidFill>
                  <a:srgbClr val="240045"/>
                </a:solidFill>
                <a:latin typeface="Trebuchet MS"/>
                <a:cs typeface="Trebuchet MS"/>
              </a:rPr>
              <a:t>for-</a:t>
            </a:r>
            <a:r>
              <a:rPr sz="2150" spc="85" dirty="0">
                <a:solidFill>
                  <a:srgbClr val="240045"/>
                </a:solidFill>
                <a:latin typeface="Trebuchet MS"/>
                <a:cs typeface="Trebuchet MS"/>
              </a:rPr>
              <a:t>money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items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in</a:t>
            </a:r>
            <a:r>
              <a:rPr sz="2150" spc="27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terms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of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quantity</a:t>
            </a:r>
            <a:r>
              <a:rPr sz="2150" spc="27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per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b="1" spc="-25" dirty="0">
                <a:solidFill>
                  <a:srgbClr val="240045"/>
                </a:solidFill>
                <a:latin typeface="Arial"/>
                <a:cs typeface="Arial"/>
              </a:rPr>
              <a:t>₹</a:t>
            </a:r>
            <a:r>
              <a:rPr sz="2150" spc="-25" dirty="0">
                <a:solidFill>
                  <a:srgbClr val="240045"/>
                </a:solidFill>
                <a:latin typeface="Trebuchet MS"/>
                <a:cs typeface="Trebuchet MS"/>
              </a:rPr>
              <a:t>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775" y="3702843"/>
              <a:ext cx="5716146" cy="20928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0345" y="3691413"/>
              <a:ext cx="5736590" cy="2114550"/>
            </a:xfrm>
            <a:custGeom>
              <a:avLst/>
              <a:gdLst/>
              <a:ahLst/>
              <a:cxnLst/>
              <a:rect l="l" t="t" r="r" b="b"/>
              <a:pathLst>
                <a:path w="5736590" h="2114550">
                  <a:moveTo>
                    <a:pt x="0" y="0"/>
                  </a:moveTo>
                  <a:lnTo>
                    <a:pt x="0" y="2114549"/>
                  </a:lnTo>
                  <a:lnTo>
                    <a:pt x="5736134" y="2114549"/>
                  </a:lnTo>
                  <a:lnTo>
                    <a:pt x="5736134" y="0"/>
                  </a:lnTo>
                  <a:lnTo>
                    <a:pt x="0" y="0"/>
                  </a:lnTo>
                </a:path>
              </a:pathLst>
            </a:custGeom>
            <a:ln w="76162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2618" y="5961423"/>
              <a:ext cx="10523637" cy="27060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41188" y="5949993"/>
              <a:ext cx="10544175" cy="2724150"/>
            </a:xfrm>
            <a:custGeom>
              <a:avLst/>
              <a:gdLst/>
              <a:ahLst/>
              <a:cxnLst/>
              <a:rect l="l" t="t" r="r" b="b"/>
              <a:pathLst>
                <a:path w="10544175" h="2724150">
                  <a:moveTo>
                    <a:pt x="0" y="0"/>
                  </a:moveTo>
                  <a:lnTo>
                    <a:pt x="0" y="2724149"/>
                  </a:lnTo>
                  <a:lnTo>
                    <a:pt x="10544174" y="2724149"/>
                  </a:lnTo>
                  <a:lnTo>
                    <a:pt x="10544174" y="0"/>
                  </a:lnTo>
                  <a:lnTo>
                    <a:pt x="0" y="0"/>
                  </a:lnTo>
                </a:path>
              </a:pathLst>
            </a:custGeom>
            <a:ln w="76078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7645" y="2874835"/>
            <a:ext cx="49225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50" dirty="0">
                <a:solidFill>
                  <a:srgbClr val="240045"/>
                </a:solidFill>
                <a:latin typeface="Trebuchet MS"/>
                <a:cs typeface="Trebuchet MS"/>
              </a:rPr>
              <a:t>Weight-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Based</a:t>
            </a:r>
            <a:r>
              <a:rPr sz="2200" spc="4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Product</a:t>
            </a:r>
            <a:r>
              <a:rPr sz="2200" spc="409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240045"/>
                </a:solidFill>
                <a:latin typeface="Trebuchet MS"/>
                <a:cs typeface="Trebuchet MS"/>
              </a:rPr>
              <a:t>Segmentation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09544" y="8967292"/>
            <a:ext cx="1112901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120"/>
              </a:spcBef>
              <a:buChar char="•"/>
              <a:tabLst>
                <a:tab pos="250190" algn="l"/>
                <a:tab pos="1491615" algn="l"/>
              </a:tabLst>
            </a:pPr>
            <a:r>
              <a:rPr sz="2150" spc="50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	Enables</a:t>
            </a:r>
            <a:r>
              <a:rPr sz="2150" spc="26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5" dirty="0">
                <a:solidFill>
                  <a:srgbClr val="240045"/>
                </a:solidFill>
                <a:latin typeface="Trebuchet MS"/>
                <a:cs typeface="Trebuchet MS"/>
              </a:rPr>
              <a:t>packaging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70" dirty="0">
                <a:solidFill>
                  <a:srgbClr val="240045"/>
                </a:solidFill>
                <a:latin typeface="Trebuchet MS"/>
                <a:cs typeface="Trebuchet MS"/>
              </a:rPr>
              <a:t>strategy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65" dirty="0">
                <a:solidFill>
                  <a:srgbClr val="240045"/>
                </a:solidFill>
                <a:latin typeface="Trebuchet MS"/>
                <a:cs typeface="Trebuchet MS"/>
              </a:rPr>
              <a:t>inventory</a:t>
            </a:r>
            <a:r>
              <a:rPr sz="2150" spc="2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planning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based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5" dirty="0">
                <a:solidFill>
                  <a:srgbClr val="240045"/>
                </a:solidFill>
                <a:latin typeface="Trebuchet MS"/>
                <a:cs typeface="Trebuchet MS"/>
              </a:rPr>
              <a:t>on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product</a:t>
            </a:r>
            <a:r>
              <a:rPr sz="2150" spc="27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size.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2423635" y="0"/>
              <a:ext cx="5864860" cy="6372860"/>
            </a:xfrm>
            <a:custGeom>
              <a:avLst/>
              <a:gdLst/>
              <a:ahLst/>
              <a:cxnLst/>
              <a:rect l="l" t="t" r="r" b="b"/>
              <a:pathLst>
                <a:path w="5864859" h="6372860">
                  <a:moveTo>
                    <a:pt x="21637" y="827295"/>
                  </a:moveTo>
                  <a:lnTo>
                    <a:pt x="20650" y="829168"/>
                  </a:lnTo>
                  <a:lnTo>
                    <a:pt x="19610" y="828620"/>
                  </a:lnTo>
                  <a:lnTo>
                    <a:pt x="20597" y="826747"/>
                  </a:lnTo>
                  <a:lnTo>
                    <a:pt x="21637" y="827295"/>
                  </a:lnTo>
                  <a:close/>
                </a:path>
                <a:path w="5864859" h="6372860">
                  <a:moveTo>
                    <a:pt x="4827" y="1680248"/>
                  </a:moveTo>
                  <a:lnTo>
                    <a:pt x="3738" y="1682314"/>
                  </a:lnTo>
                  <a:lnTo>
                    <a:pt x="2457" y="1682711"/>
                  </a:lnTo>
                  <a:lnTo>
                    <a:pt x="396" y="1681625"/>
                  </a:lnTo>
                  <a:lnTo>
                    <a:pt x="0" y="1680344"/>
                  </a:lnTo>
                  <a:lnTo>
                    <a:pt x="1086" y="1678283"/>
                  </a:lnTo>
                  <a:lnTo>
                    <a:pt x="2366" y="1677886"/>
                  </a:lnTo>
                  <a:lnTo>
                    <a:pt x="4427" y="1678973"/>
                  </a:lnTo>
                  <a:lnTo>
                    <a:pt x="4827" y="1680248"/>
                  </a:lnTo>
                  <a:close/>
                </a:path>
                <a:path w="5864859" h="6372860">
                  <a:moveTo>
                    <a:pt x="184993" y="1342911"/>
                  </a:moveTo>
                  <a:lnTo>
                    <a:pt x="182816" y="1347042"/>
                  </a:lnTo>
                  <a:lnTo>
                    <a:pt x="180255" y="1347836"/>
                  </a:lnTo>
                  <a:lnTo>
                    <a:pt x="176123" y="1345658"/>
                  </a:lnTo>
                  <a:lnTo>
                    <a:pt x="175330" y="1343097"/>
                  </a:lnTo>
                  <a:lnTo>
                    <a:pt x="177507" y="1338966"/>
                  </a:lnTo>
                  <a:lnTo>
                    <a:pt x="180068" y="1338172"/>
                  </a:lnTo>
                  <a:lnTo>
                    <a:pt x="184200" y="1340350"/>
                  </a:lnTo>
                  <a:lnTo>
                    <a:pt x="184993" y="1342911"/>
                  </a:lnTo>
                  <a:close/>
                </a:path>
                <a:path w="5864859" h="6372860">
                  <a:moveTo>
                    <a:pt x="366371" y="1005547"/>
                  </a:moveTo>
                  <a:lnTo>
                    <a:pt x="362559" y="1012780"/>
                  </a:lnTo>
                  <a:lnTo>
                    <a:pt x="358081" y="1014167"/>
                  </a:lnTo>
                  <a:lnTo>
                    <a:pt x="350848" y="1010355"/>
                  </a:lnTo>
                  <a:lnTo>
                    <a:pt x="349461" y="1005877"/>
                  </a:lnTo>
                  <a:lnTo>
                    <a:pt x="353273" y="998644"/>
                  </a:lnTo>
                  <a:lnTo>
                    <a:pt x="357751" y="997257"/>
                  </a:lnTo>
                  <a:lnTo>
                    <a:pt x="364984" y="1001069"/>
                  </a:lnTo>
                  <a:lnTo>
                    <a:pt x="366371" y="1005547"/>
                  </a:lnTo>
                  <a:close/>
                </a:path>
                <a:path w="5864859" h="6372860">
                  <a:moveTo>
                    <a:pt x="545334" y="668233"/>
                  </a:moveTo>
                  <a:lnTo>
                    <a:pt x="540979" y="676497"/>
                  </a:lnTo>
                  <a:lnTo>
                    <a:pt x="535864" y="678081"/>
                  </a:lnTo>
                  <a:lnTo>
                    <a:pt x="527600" y="673726"/>
                  </a:lnTo>
                  <a:lnTo>
                    <a:pt x="526016" y="668611"/>
                  </a:lnTo>
                  <a:lnTo>
                    <a:pt x="530371" y="660348"/>
                  </a:lnTo>
                  <a:lnTo>
                    <a:pt x="535486" y="658763"/>
                  </a:lnTo>
                  <a:lnTo>
                    <a:pt x="543749" y="663118"/>
                  </a:lnTo>
                  <a:lnTo>
                    <a:pt x="545334" y="668233"/>
                  </a:lnTo>
                  <a:close/>
                </a:path>
                <a:path w="5864859" h="6372860">
                  <a:moveTo>
                    <a:pt x="721880" y="330963"/>
                  </a:moveTo>
                  <a:lnTo>
                    <a:pt x="718068" y="338196"/>
                  </a:lnTo>
                  <a:lnTo>
                    <a:pt x="713590" y="339583"/>
                  </a:lnTo>
                  <a:lnTo>
                    <a:pt x="706357" y="335771"/>
                  </a:lnTo>
                  <a:lnTo>
                    <a:pt x="704969" y="331293"/>
                  </a:lnTo>
                  <a:lnTo>
                    <a:pt x="708781" y="324060"/>
                  </a:lnTo>
                  <a:lnTo>
                    <a:pt x="713259" y="322673"/>
                  </a:lnTo>
                  <a:lnTo>
                    <a:pt x="720492" y="326485"/>
                  </a:lnTo>
                  <a:lnTo>
                    <a:pt x="721880" y="330963"/>
                  </a:lnTo>
                  <a:close/>
                </a:path>
                <a:path w="5864859" h="6372860">
                  <a:moveTo>
                    <a:pt x="696222" y="1182804"/>
                  </a:moveTo>
                  <a:lnTo>
                    <a:pt x="695234" y="1184677"/>
                  </a:lnTo>
                  <a:lnTo>
                    <a:pt x="694194" y="1184129"/>
                  </a:lnTo>
                  <a:lnTo>
                    <a:pt x="695182" y="1182255"/>
                  </a:lnTo>
                  <a:lnTo>
                    <a:pt x="696222" y="1182804"/>
                  </a:lnTo>
                  <a:close/>
                </a:path>
                <a:path w="5864859" h="6372860">
                  <a:moveTo>
                    <a:pt x="882626" y="845988"/>
                  </a:moveTo>
                  <a:lnTo>
                    <a:pt x="878271" y="854251"/>
                  </a:lnTo>
                  <a:lnTo>
                    <a:pt x="873156" y="855836"/>
                  </a:lnTo>
                  <a:lnTo>
                    <a:pt x="864892" y="851481"/>
                  </a:lnTo>
                  <a:lnTo>
                    <a:pt x="863308" y="846366"/>
                  </a:lnTo>
                  <a:lnTo>
                    <a:pt x="867663" y="838102"/>
                  </a:lnTo>
                  <a:lnTo>
                    <a:pt x="872778" y="836518"/>
                  </a:lnTo>
                  <a:lnTo>
                    <a:pt x="881041" y="840873"/>
                  </a:lnTo>
                  <a:lnTo>
                    <a:pt x="882626" y="845988"/>
                  </a:lnTo>
                  <a:close/>
                </a:path>
                <a:path w="5864859" h="6372860">
                  <a:moveTo>
                    <a:pt x="1066416" y="508578"/>
                  </a:moveTo>
                  <a:lnTo>
                    <a:pt x="1059340" y="522004"/>
                  </a:lnTo>
                  <a:lnTo>
                    <a:pt x="1051028" y="524579"/>
                  </a:lnTo>
                  <a:lnTo>
                    <a:pt x="1037602" y="517503"/>
                  </a:lnTo>
                  <a:lnTo>
                    <a:pt x="1035027" y="509191"/>
                  </a:lnTo>
                  <a:lnTo>
                    <a:pt x="1042103" y="495765"/>
                  </a:lnTo>
                  <a:lnTo>
                    <a:pt x="1050415" y="493190"/>
                  </a:lnTo>
                  <a:lnTo>
                    <a:pt x="1063841" y="500266"/>
                  </a:lnTo>
                  <a:lnTo>
                    <a:pt x="1066416" y="508578"/>
                  </a:lnTo>
                  <a:close/>
                </a:path>
                <a:path w="5864859" h="6372860">
                  <a:moveTo>
                    <a:pt x="1245381" y="171260"/>
                  </a:moveTo>
                  <a:lnTo>
                    <a:pt x="1237757" y="185726"/>
                  </a:lnTo>
                  <a:lnTo>
                    <a:pt x="1228808" y="188498"/>
                  </a:lnTo>
                  <a:lnTo>
                    <a:pt x="1214342" y="180874"/>
                  </a:lnTo>
                  <a:lnTo>
                    <a:pt x="1211570" y="171925"/>
                  </a:lnTo>
                  <a:lnTo>
                    <a:pt x="1219194" y="157459"/>
                  </a:lnTo>
                  <a:lnTo>
                    <a:pt x="1228143" y="154687"/>
                  </a:lnTo>
                  <a:lnTo>
                    <a:pt x="1242609" y="162311"/>
                  </a:lnTo>
                  <a:lnTo>
                    <a:pt x="1245381" y="171260"/>
                  </a:lnTo>
                  <a:close/>
                </a:path>
                <a:path w="5864859" h="6372860">
                  <a:moveTo>
                    <a:pt x="1398881" y="686428"/>
                  </a:moveTo>
                  <a:lnTo>
                    <a:pt x="1393980" y="695727"/>
                  </a:lnTo>
                  <a:lnTo>
                    <a:pt x="1388229" y="697509"/>
                  </a:lnTo>
                  <a:lnTo>
                    <a:pt x="1378925" y="692605"/>
                  </a:lnTo>
                  <a:lnTo>
                    <a:pt x="1377144" y="686854"/>
                  </a:lnTo>
                  <a:lnTo>
                    <a:pt x="1382047" y="677551"/>
                  </a:lnTo>
                  <a:lnTo>
                    <a:pt x="1387798" y="675769"/>
                  </a:lnTo>
                  <a:lnTo>
                    <a:pt x="1397102" y="680672"/>
                  </a:lnTo>
                  <a:lnTo>
                    <a:pt x="1398881" y="686428"/>
                  </a:lnTo>
                  <a:close/>
                </a:path>
                <a:path w="5864859" h="6372860">
                  <a:moveTo>
                    <a:pt x="1582604" y="358220"/>
                  </a:moveTo>
                  <a:lnTo>
                    <a:pt x="1577827" y="364076"/>
                  </a:lnTo>
                  <a:lnTo>
                    <a:pt x="1571399" y="367526"/>
                  </a:lnTo>
                  <a:lnTo>
                    <a:pt x="1564146" y="368314"/>
                  </a:lnTo>
                  <a:lnTo>
                    <a:pt x="1556895" y="366183"/>
                  </a:lnTo>
                  <a:lnTo>
                    <a:pt x="1551038" y="361406"/>
                  </a:lnTo>
                  <a:lnTo>
                    <a:pt x="1547588" y="354978"/>
                  </a:lnTo>
                  <a:lnTo>
                    <a:pt x="1546800" y="347725"/>
                  </a:lnTo>
                  <a:lnTo>
                    <a:pt x="1548931" y="340474"/>
                  </a:lnTo>
                  <a:lnTo>
                    <a:pt x="1553708" y="334617"/>
                  </a:lnTo>
                  <a:lnTo>
                    <a:pt x="1560137" y="331167"/>
                  </a:lnTo>
                  <a:lnTo>
                    <a:pt x="1567390" y="330379"/>
                  </a:lnTo>
                  <a:lnTo>
                    <a:pt x="1574641" y="332510"/>
                  </a:lnTo>
                  <a:lnTo>
                    <a:pt x="1580497" y="337287"/>
                  </a:lnTo>
                  <a:lnTo>
                    <a:pt x="1583947" y="343716"/>
                  </a:lnTo>
                  <a:lnTo>
                    <a:pt x="1584735" y="350969"/>
                  </a:lnTo>
                  <a:lnTo>
                    <a:pt x="1582604" y="358220"/>
                  </a:lnTo>
                  <a:close/>
                </a:path>
                <a:path w="5864859" h="6372860">
                  <a:moveTo>
                    <a:pt x="1762228" y="21913"/>
                  </a:moveTo>
                  <a:lnTo>
                    <a:pt x="1756921" y="28418"/>
                  </a:lnTo>
                  <a:lnTo>
                    <a:pt x="1749778" y="32252"/>
                  </a:lnTo>
                  <a:lnTo>
                    <a:pt x="1741719" y="33127"/>
                  </a:lnTo>
                  <a:lnTo>
                    <a:pt x="1733664" y="30760"/>
                  </a:lnTo>
                  <a:lnTo>
                    <a:pt x="1727158" y="25453"/>
                  </a:lnTo>
                  <a:lnTo>
                    <a:pt x="1723325" y="18311"/>
                  </a:lnTo>
                  <a:lnTo>
                    <a:pt x="1722450" y="10252"/>
                  </a:lnTo>
                  <a:lnTo>
                    <a:pt x="1724816" y="2197"/>
                  </a:lnTo>
                  <a:lnTo>
                    <a:pt x="1726609" y="0"/>
                  </a:lnTo>
                  <a:lnTo>
                    <a:pt x="1760607" y="0"/>
                  </a:lnTo>
                  <a:lnTo>
                    <a:pt x="1763719" y="5799"/>
                  </a:lnTo>
                  <a:lnTo>
                    <a:pt x="1764594" y="13857"/>
                  </a:lnTo>
                  <a:lnTo>
                    <a:pt x="1762228" y="21913"/>
                  </a:lnTo>
                  <a:close/>
                </a:path>
                <a:path w="5864859" h="6372860">
                  <a:moveTo>
                    <a:pt x="1921169" y="526744"/>
                  </a:moveTo>
                  <a:lnTo>
                    <a:pt x="1913002" y="542241"/>
                  </a:lnTo>
                  <a:lnTo>
                    <a:pt x="1903409" y="545212"/>
                  </a:lnTo>
                  <a:lnTo>
                    <a:pt x="1887913" y="537046"/>
                  </a:lnTo>
                  <a:lnTo>
                    <a:pt x="1884941" y="527453"/>
                  </a:lnTo>
                  <a:lnTo>
                    <a:pt x="1893108" y="511956"/>
                  </a:lnTo>
                  <a:lnTo>
                    <a:pt x="1902701" y="508985"/>
                  </a:lnTo>
                  <a:lnTo>
                    <a:pt x="1918198" y="517152"/>
                  </a:lnTo>
                  <a:lnTo>
                    <a:pt x="1921169" y="526744"/>
                  </a:lnTo>
                  <a:close/>
                </a:path>
                <a:path w="5864859" h="6372860">
                  <a:moveTo>
                    <a:pt x="2104195" y="202131"/>
                  </a:moveTo>
                  <a:lnTo>
                    <a:pt x="2097562" y="210262"/>
                  </a:lnTo>
                  <a:lnTo>
                    <a:pt x="2088634" y="215054"/>
                  </a:lnTo>
                  <a:lnTo>
                    <a:pt x="2078561" y="216148"/>
                  </a:lnTo>
                  <a:lnTo>
                    <a:pt x="2068492" y="213190"/>
                  </a:lnTo>
                  <a:lnTo>
                    <a:pt x="2060361" y="206557"/>
                  </a:lnTo>
                  <a:lnTo>
                    <a:pt x="2055570" y="197629"/>
                  </a:lnTo>
                  <a:lnTo>
                    <a:pt x="2054475" y="187556"/>
                  </a:lnTo>
                  <a:lnTo>
                    <a:pt x="2057433" y="177487"/>
                  </a:lnTo>
                  <a:lnTo>
                    <a:pt x="2064067" y="169356"/>
                  </a:lnTo>
                  <a:lnTo>
                    <a:pt x="2072995" y="164565"/>
                  </a:lnTo>
                  <a:lnTo>
                    <a:pt x="2083068" y="163470"/>
                  </a:lnTo>
                  <a:lnTo>
                    <a:pt x="2093136" y="166428"/>
                  </a:lnTo>
                  <a:lnTo>
                    <a:pt x="2101268" y="173061"/>
                  </a:lnTo>
                  <a:lnTo>
                    <a:pt x="2106059" y="181988"/>
                  </a:lnTo>
                  <a:lnTo>
                    <a:pt x="2107154" y="192060"/>
                  </a:lnTo>
                  <a:lnTo>
                    <a:pt x="2104195" y="202131"/>
                  </a:lnTo>
                  <a:close/>
                </a:path>
                <a:path w="5864859" h="6372860">
                  <a:moveTo>
                    <a:pt x="2242771" y="704808"/>
                  </a:moveTo>
                  <a:lnTo>
                    <a:pt x="2241683" y="706874"/>
                  </a:lnTo>
                  <a:lnTo>
                    <a:pt x="2240402" y="707270"/>
                  </a:lnTo>
                  <a:lnTo>
                    <a:pt x="2238341" y="706184"/>
                  </a:lnTo>
                  <a:lnTo>
                    <a:pt x="2237944" y="704904"/>
                  </a:lnTo>
                  <a:lnTo>
                    <a:pt x="2239031" y="702842"/>
                  </a:lnTo>
                  <a:lnTo>
                    <a:pt x="2240311" y="702446"/>
                  </a:lnTo>
                  <a:lnTo>
                    <a:pt x="2242372" y="703532"/>
                  </a:lnTo>
                  <a:lnTo>
                    <a:pt x="2242771" y="704808"/>
                  </a:lnTo>
                  <a:close/>
                </a:path>
                <a:path w="5864859" h="6372860">
                  <a:moveTo>
                    <a:pt x="2444298" y="381366"/>
                  </a:moveTo>
                  <a:lnTo>
                    <a:pt x="2436868" y="390475"/>
                  </a:lnTo>
                  <a:lnTo>
                    <a:pt x="2426869" y="395841"/>
                  </a:lnTo>
                  <a:lnTo>
                    <a:pt x="2415588" y="397066"/>
                  </a:lnTo>
                  <a:lnTo>
                    <a:pt x="2404310" y="393753"/>
                  </a:lnTo>
                  <a:lnTo>
                    <a:pt x="2395202" y="386323"/>
                  </a:lnTo>
                  <a:lnTo>
                    <a:pt x="2389836" y="376324"/>
                  </a:lnTo>
                  <a:lnTo>
                    <a:pt x="2388610" y="365042"/>
                  </a:lnTo>
                  <a:lnTo>
                    <a:pt x="2391924" y="353765"/>
                  </a:lnTo>
                  <a:lnTo>
                    <a:pt x="2399354" y="344657"/>
                  </a:lnTo>
                  <a:lnTo>
                    <a:pt x="2409353" y="339291"/>
                  </a:lnTo>
                  <a:lnTo>
                    <a:pt x="2420634" y="338065"/>
                  </a:lnTo>
                  <a:lnTo>
                    <a:pt x="2431912" y="341379"/>
                  </a:lnTo>
                  <a:lnTo>
                    <a:pt x="2441020" y="348809"/>
                  </a:lnTo>
                  <a:lnTo>
                    <a:pt x="2446386" y="358808"/>
                  </a:lnTo>
                  <a:lnTo>
                    <a:pt x="2447611" y="370089"/>
                  </a:lnTo>
                  <a:lnTo>
                    <a:pt x="2444298" y="381366"/>
                  </a:lnTo>
                  <a:close/>
                </a:path>
                <a:path w="5864859" h="6372860">
                  <a:moveTo>
                    <a:pt x="2625795" y="46047"/>
                  </a:moveTo>
                  <a:lnTo>
                    <a:pt x="2617303" y="56459"/>
                  </a:lnTo>
                  <a:lnTo>
                    <a:pt x="2605876" y="62592"/>
                  </a:lnTo>
                  <a:lnTo>
                    <a:pt x="2592982" y="63992"/>
                  </a:lnTo>
                  <a:lnTo>
                    <a:pt x="2580092" y="60204"/>
                  </a:lnTo>
                  <a:lnTo>
                    <a:pt x="2569680" y="51712"/>
                  </a:lnTo>
                  <a:lnTo>
                    <a:pt x="2563547" y="40285"/>
                  </a:lnTo>
                  <a:lnTo>
                    <a:pt x="2562147" y="27391"/>
                  </a:lnTo>
                  <a:lnTo>
                    <a:pt x="2565935" y="14500"/>
                  </a:lnTo>
                  <a:lnTo>
                    <a:pt x="2574427" y="4089"/>
                  </a:lnTo>
                  <a:lnTo>
                    <a:pt x="2582046" y="0"/>
                  </a:lnTo>
                  <a:lnTo>
                    <a:pt x="2610467" y="0"/>
                  </a:lnTo>
                  <a:lnTo>
                    <a:pt x="2611639" y="344"/>
                  </a:lnTo>
                  <a:lnTo>
                    <a:pt x="2622050" y="8836"/>
                  </a:lnTo>
                  <a:lnTo>
                    <a:pt x="2628184" y="20263"/>
                  </a:lnTo>
                  <a:lnTo>
                    <a:pt x="2629584" y="33157"/>
                  </a:lnTo>
                  <a:lnTo>
                    <a:pt x="2625795" y="46047"/>
                  </a:lnTo>
                  <a:close/>
                </a:path>
                <a:path w="5864859" h="6372860">
                  <a:moveTo>
                    <a:pt x="2774109" y="555178"/>
                  </a:moveTo>
                  <a:lnTo>
                    <a:pt x="2768802" y="561684"/>
                  </a:lnTo>
                  <a:lnTo>
                    <a:pt x="2761659" y="565517"/>
                  </a:lnTo>
                  <a:lnTo>
                    <a:pt x="2753600" y="566393"/>
                  </a:lnTo>
                  <a:lnTo>
                    <a:pt x="2745545" y="564026"/>
                  </a:lnTo>
                  <a:lnTo>
                    <a:pt x="2739039" y="558719"/>
                  </a:lnTo>
                  <a:lnTo>
                    <a:pt x="2735206" y="551576"/>
                  </a:lnTo>
                  <a:lnTo>
                    <a:pt x="2734331" y="543518"/>
                  </a:lnTo>
                  <a:lnTo>
                    <a:pt x="2736697" y="535462"/>
                  </a:lnTo>
                  <a:lnTo>
                    <a:pt x="2742004" y="528957"/>
                  </a:lnTo>
                  <a:lnTo>
                    <a:pt x="2749147" y="525123"/>
                  </a:lnTo>
                  <a:lnTo>
                    <a:pt x="2757206" y="524248"/>
                  </a:lnTo>
                  <a:lnTo>
                    <a:pt x="2765261" y="526615"/>
                  </a:lnTo>
                  <a:lnTo>
                    <a:pt x="2771767" y="531922"/>
                  </a:lnTo>
                  <a:lnTo>
                    <a:pt x="2775600" y="539064"/>
                  </a:lnTo>
                  <a:lnTo>
                    <a:pt x="2776475" y="547123"/>
                  </a:lnTo>
                  <a:lnTo>
                    <a:pt x="2774109" y="555178"/>
                  </a:lnTo>
                  <a:close/>
                </a:path>
                <a:path w="5864859" h="6372860">
                  <a:moveTo>
                    <a:pt x="2968700" y="226759"/>
                  </a:moveTo>
                  <a:lnTo>
                    <a:pt x="2958616" y="239121"/>
                  </a:lnTo>
                  <a:lnTo>
                    <a:pt x="2945045" y="246404"/>
                  </a:lnTo>
                  <a:lnTo>
                    <a:pt x="2929733" y="248068"/>
                  </a:lnTo>
                  <a:lnTo>
                    <a:pt x="2914426" y="243570"/>
                  </a:lnTo>
                  <a:lnTo>
                    <a:pt x="2902064" y="233486"/>
                  </a:lnTo>
                  <a:lnTo>
                    <a:pt x="2894781" y="219915"/>
                  </a:lnTo>
                  <a:lnTo>
                    <a:pt x="2893118" y="204603"/>
                  </a:lnTo>
                  <a:lnTo>
                    <a:pt x="2897615" y="189297"/>
                  </a:lnTo>
                  <a:lnTo>
                    <a:pt x="2907699" y="176935"/>
                  </a:lnTo>
                  <a:lnTo>
                    <a:pt x="2921270" y="169652"/>
                  </a:lnTo>
                  <a:lnTo>
                    <a:pt x="2936582" y="167988"/>
                  </a:lnTo>
                  <a:lnTo>
                    <a:pt x="2951888" y="172486"/>
                  </a:lnTo>
                  <a:lnTo>
                    <a:pt x="2964250" y="182570"/>
                  </a:lnTo>
                  <a:lnTo>
                    <a:pt x="2971534" y="196141"/>
                  </a:lnTo>
                  <a:lnTo>
                    <a:pt x="2973197" y="211453"/>
                  </a:lnTo>
                  <a:lnTo>
                    <a:pt x="2968700" y="226759"/>
                  </a:lnTo>
                  <a:close/>
                </a:path>
                <a:path w="5864859" h="6372860">
                  <a:moveTo>
                    <a:pt x="3104773" y="722838"/>
                  </a:moveTo>
                  <a:lnTo>
                    <a:pt x="3099327" y="733172"/>
                  </a:lnTo>
                  <a:lnTo>
                    <a:pt x="3092932" y="735153"/>
                  </a:lnTo>
                  <a:lnTo>
                    <a:pt x="3082598" y="729707"/>
                  </a:lnTo>
                  <a:lnTo>
                    <a:pt x="3080617" y="723312"/>
                  </a:lnTo>
                  <a:lnTo>
                    <a:pt x="3086063" y="712977"/>
                  </a:lnTo>
                  <a:lnTo>
                    <a:pt x="3092458" y="710996"/>
                  </a:lnTo>
                  <a:lnTo>
                    <a:pt x="3102792" y="716443"/>
                  </a:lnTo>
                  <a:lnTo>
                    <a:pt x="3104773" y="722838"/>
                  </a:lnTo>
                  <a:close/>
                </a:path>
                <a:path w="5864859" h="6372860">
                  <a:moveTo>
                    <a:pt x="3312541" y="407965"/>
                  </a:moveTo>
                  <a:lnTo>
                    <a:pt x="3300600" y="422604"/>
                  </a:lnTo>
                  <a:lnTo>
                    <a:pt x="3284531" y="431229"/>
                  </a:lnTo>
                  <a:lnTo>
                    <a:pt x="3266400" y="433198"/>
                  </a:lnTo>
                  <a:lnTo>
                    <a:pt x="3248274" y="427871"/>
                  </a:lnTo>
                  <a:lnTo>
                    <a:pt x="3233635" y="415931"/>
                  </a:lnTo>
                  <a:lnTo>
                    <a:pt x="3225010" y="399861"/>
                  </a:lnTo>
                  <a:lnTo>
                    <a:pt x="3223041" y="381731"/>
                  </a:lnTo>
                  <a:lnTo>
                    <a:pt x="3228368" y="363605"/>
                  </a:lnTo>
                  <a:lnTo>
                    <a:pt x="3240308" y="348966"/>
                  </a:lnTo>
                  <a:lnTo>
                    <a:pt x="3256378" y="340341"/>
                  </a:lnTo>
                  <a:lnTo>
                    <a:pt x="3274508" y="338372"/>
                  </a:lnTo>
                  <a:lnTo>
                    <a:pt x="3292634" y="343699"/>
                  </a:lnTo>
                  <a:lnTo>
                    <a:pt x="3307274" y="355639"/>
                  </a:lnTo>
                  <a:lnTo>
                    <a:pt x="3315898" y="371709"/>
                  </a:lnTo>
                  <a:lnTo>
                    <a:pt x="3317867" y="389839"/>
                  </a:lnTo>
                  <a:lnTo>
                    <a:pt x="3312541" y="407965"/>
                  </a:lnTo>
                  <a:close/>
                </a:path>
                <a:path w="5864859" h="6372860">
                  <a:moveTo>
                    <a:pt x="3491232" y="71166"/>
                  </a:moveTo>
                  <a:lnTo>
                    <a:pt x="3479028" y="86127"/>
                  </a:lnTo>
                  <a:lnTo>
                    <a:pt x="3462600" y="94944"/>
                  </a:lnTo>
                  <a:lnTo>
                    <a:pt x="3444064" y="96959"/>
                  </a:lnTo>
                  <a:lnTo>
                    <a:pt x="3425535" y="91516"/>
                  </a:lnTo>
                  <a:lnTo>
                    <a:pt x="3410560" y="79287"/>
                  </a:lnTo>
                  <a:lnTo>
                    <a:pt x="3401756" y="62879"/>
                  </a:lnTo>
                  <a:lnTo>
                    <a:pt x="3399743" y="44344"/>
                  </a:lnTo>
                  <a:lnTo>
                    <a:pt x="3405185" y="25819"/>
                  </a:lnTo>
                  <a:lnTo>
                    <a:pt x="3417388" y="10862"/>
                  </a:lnTo>
                  <a:lnTo>
                    <a:pt x="3433812" y="2051"/>
                  </a:lnTo>
                  <a:lnTo>
                    <a:pt x="3452345" y="0"/>
                  </a:lnTo>
                  <a:lnTo>
                    <a:pt x="3470872" y="5488"/>
                  </a:lnTo>
                  <a:lnTo>
                    <a:pt x="3485838" y="17693"/>
                  </a:lnTo>
                  <a:lnTo>
                    <a:pt x="3494656" y="34116"/>
                  </a:lnTo>
                  <a:lnTo>
                    <a:pt x="3496673" y="52645"/>
                  </a:lnTo>
                  <a:lnTo>
                    <a:pt x="3491232" y="71166"/>
                  </a:lnTo>
                  <a:close/>
                </a:path>
                <a:path w="5864859" h="6372860">
                  <a:moveTo>
                    <a:pt x="3436027" y="900714"/>
                  </a:moveTo>
                  <a:lnTo>
                    <a:pt x="3433307" y="905876"/>
                  </a:lnTo>
                  <a:lnTo>
                    <a:pt x="3430109" y="906867"/>
                  </a:lnTo>
                  <a:lnTo>
                    <a:pt x="3424947" y="904146"/>
                  </a:lnTo>
                  <a:lnTo>
                    <a:pt x="3423956" y="900949"/>
                  </a:lnTo>
                  <a:lnTo>
                    <a:pt x="3426677" y="895786"/>
                  </a:lnTo>
                  <a:lnTo>
                    <a:pt x="3429874" y="894796"/>
                  </a:lnTo>
                  <a:lnTo>
                    <a:pt x="3435037" y="897517"/>
                  </a:lnTo>
                  <a:lnTo>
                    <a:pt x="3436027" y="900714"/>
                  </a:lnTo>
                  <a:close/>
                </a:path>
                <a:path w="5864859" h="6372860">
                  <a:moveTo>
                    <a:pt x="3655445" y="588677"/>
                  </a:moveTo>
                  <a:lnTo>
                    <a:pt x="3641912" y="605267"/>
                  </a:lnTo>
                  <a:lnTo>
                    <a:pt x="3623699" y="615041"/>
                  </a:lnTo>
                  <a:lnTo>
                    <a:pt x="3603150" y="617274"/>
                  </a:lnTo>
                  <a:lnTo>
                    <a:pt x="3582609" y="611238"/>
                  </a:lnTo>
                  <a:lnTo>
                    <a:pt x="3566019" y="597705"/>
                  </a:lnTo>
                  <a:lnTo>
                    <a:pt x="3556244" y="579492"/>
                  </a:lnTo>
                  <a:lnTo>
                    <a:pt x="3554012" y="558943"/>
                  </a:lnTo>
                  <a:lnTo>
                    <a:pt x="3560048" y="538402"/>
                  </a:lnTo>
                  <a:lnTo>
                    <a:pt x="3573580" y="521812"/>
                  </a:lnTo>
                  <a:lnTo>
                    <a:pt x="3591793" y="512037"/>
                  </a:lnTo>
                  <a:lnTo>
                    <a:pt x="3612342" y="509805"/>
                  </a:lnTo>
                  <a:lnTo>
                    <a:pt x="3632884" y="515841"/>
                  </a:lnTo>
                  <a:lnTo>
                    <a:pt x="3649474" y="529373"/>
                  </a:lnTo>
                  <a:lnTo>
                    <a:pt x="3659249" y="547585"/>
                  </a:lnTo>
                  <a:lnTo>
                    <a:pt x="3661482" y="568133"/>
                  </a:lnTo>
                  <a:lnTo>
                    <a:pt x="3655445" y="588677"/>
                  </a:lnTo>
                  <a:close/>
                </a:path>
                <a:path w="5864859" h="6372860">
                  <a:moveTo>
                    <a:pt x="3836005" y="252863"/>
                  </a:moveTo>
                  <a:lnTo>
                    <a:pt x="3821681" y="270422"/>
                  </a:lnTo>
                  <a:lnTo>
                    <a:pt x="3802396" y="280772"/>
                  </a:lnTo>
                  <a:lnTo>
                    <a:pt x="3780636" y="283140"/>
                  </a:lnTo>
                  <a:lnTo>
                    <a:pt x="3758884" y="276752"/>
                  </a:lnTo>
                  <a:lnTo>
                    <a:pt x="3741319" y="262420"/>
                  </a:lnTo>
                  <a:lnTo>
                    <a:pt x="3730972" y="243132"/>
                  </a:lnTo>
                  <a:lnTo>
                    <a:pt x="3728609" y="221373"/>
                  </a:lnTo>
                  <a:lnTo>
                    <a:pt x="3734996" y="199631"/>
                  </a:lnTo>
                  <a:lnTo>
                    <a:pt x="3749320" y="182073"/>
                  </a:lnTo>
                  <a:lnTo>
                    <a:pt x="3768604" y="171724"/>
                  </a:lnTo>
                  <a:lnTo>
                    <a:pt x="3790363" y="169358"/>
                  </a:lnTo>
                  <a:lnTo>
                    <a:pt x="3812114" y="175747"/>
                  </a:lnTo>
                  <a:lnTo>
                    <a:pt x="3829680" y="190078"/>
                  </a:lnTo>
                  <a:lnTo>
                    <a:pt x="3840028" y="209365"/>
                  </a:lnTo>
                  <a:lnTo>
                    <a:pt x="3842392" y="231122"/>
                  </a:lnTo>
                  <a:lnTo>
                    <a:pt x="3836005" y="252863"/>
                  </a:lnTo>
                  <a:close/>
                </a:path>
                <a:path w="5864859" h="6372860">
                  <a:moveTo>
                    <a:pt x="3772116" y="1078492"/>
                  </a:moveTo>
                  <a:lnTo>
                    <a:pt x="3769938" y="1082624"/>
                  </a:lnTo>
                  <a:lnTo>
                    <a:pt x="3767377" y="1083417"/>
                  </a:lnTo>
                  <a:lnTo>
                    <a:pt x="3763246" y="1081240"/>
                  </a:lnTo>
                  <a:lnTo>
                    <a:pt x="3762452" y="1078679"/>
                  </a:lnTo>
                  <a:lnTo>
                    <a:pt x="3764630" y="1074547"/>
                  </a:lnTo>
                  <a:lnTo>
                    <a:pt x="3767191" y="1073754"/>
                  </a:lnTo>
                  <a:lnTo>
                    <a:pt x="3771322" y="1075932"/>
                  </a:lnTo>
                  <a:lnTo>
                    <a:pt x="3772116" y="1078492"/>
                  </a:lnTo>
                  <a:close/>
                </a:path>
                <a:path w="5864859" h="6372860">
                  <a:moveTo>
                    <a:pt x="4000223" y="770376"/>
                  </a:moveTo>
                  <a:lnTo>
                    <a:pt x="3984566" y="789571"/>
                  </a:lnTo>
                  <a:lnTo>
                    <a:pt x="3963495" y="800880"/>
                  </a:lnTo>
                  <a:lnTo>
                    <a:pt x="3939722" y="803462"/>
                  </a:lnTo>
                  <a:lnTo>
                    <a:pt x="3915956" y="796478"/>
                  </a:lnTo>
                  <a:lnTo>
                    <a:pt x="3896761" y="780821"/>
                  </a:lnTo>
                  <a:lnTo>
                    <a:pt x="3885452" y="759751"/>
                  </a:lnTo>
                  <a:lnTo>
                    <a:pt x="3882870" y="735977"/>
                  </a:lnTo>
                  <a:lnTo>
                    <a:pt x="3889854" y="712211"/>
                  </a:lnTo>
                  <a:lnTo>
                    <a:pt x="3905510" y="693016"/>
                  </a:lnTo>
                  <a:lnTo>
                    <a:pt x="3926581" y="681707"/>
                  </a:lnTo>
                  <a:lnTo>
                    <a:pt x="3950355" y="679125"/>
                  </a:lnTo>
                  <a:lnTo>
                    <a:pt x="3974121" y="686109"/>
                  </a:lnTo>
                  <a:lnTo>
                    <a:pt x="3993316" y="701766"/>
                  </a:lnTo>
                  <a:lnTo>
                    <a:pt x="4004624" y="722837"/>
                  </a:lnTo>
                  <a:lnTo>
                    <a:pt x="4007207" y="746610"/>
                  </a:lnTo>
                  <a:lnTo>
                    <a:pt x="4000223" y="770376"/>
                  </a:lnTo>
                  <a:close/>
                </a:path>
                <a:path w="5864859" h="6372860">
                  <a:moveTo>
                    <a:pt x="4181720" y="435057"/>
                  </a:moveTo>
                  <a:lnTo>
                    <a:pt x="4165000" y="455559"/>
                  </a:lnTo>
                  <a:lnTo>
                    <a:pt x="4142502" y="467633"/>
                  </a:lnTo>
                  <a:lnTo>
                    <a:pt x="4117120" y="470386"/>
                  </a:lnTo>
                  <a:lnTo>
                    <a:pt x="4091745" y="462927"/>
                  </a:lnTo>
                  <a:lnTo>
                    <a:pt x="4071248" y="446211"/>
                  </a:lnTo>
                  <a:lnTo>
                    <a:pt x="4059171" y="423717"/>
                  </a:lnTo>
                  <a:lnTo>
                    <a:pt x="4056414" y="398334"/>
                  </a:lnTo>
                  <a:lnTo>
                    <a:pt x="4063874" y="372951"/>
                  </a:lnTo>
                  <a:lnTo>
                    <a:pt x="4080596" y="352448"/>
                  </a:lnTo>
                  <a:lnTo>
                    <a:pt x="4103095" y="340371"/>
                  </a:lnTo>
                  <a:lnTo>
                    <a:pt x="4128479" y="337614"/>
                  </a:lnTo>
                  <a:lnTo>
                    <a:pt x="4153855" y="345072"/>
                  </a:lnTo>
                  <a:lnTo>
                    <a:pt x="4174351" y="361789"/>
                  </a:lnTo>
                  <a:lnTo>
                    <a:pt x="4186426" y="384287"/>
                  </a:lnTo>
                  <a:lnTo>
                    <a:pt x="4189181" y="409673"/>
                  </a:lnTo>
                  <a:lnTo>
                    <a:pt x="4181720" y="435057"/>
                  </a:lnTo>
                  <a:close/>
                </a:path>
                <a:path w="5864859" h="6372860">
                  <a:moveTo>
                    <a:pt x="4358538" y="97271"/>
                  </a:moveTo>
                  <a:lnTo>
                    <a:pt x="4342081" y="117449"/>
                  </a:lnTo>
                  <a:lnTo>
                    <a:pt x="4319939" y="129333"/>
                  </a:lnTo>
                  <a:lnTo>
                    <a:pt x="4294957" y="132045"/>
                  </a:lnTo>
                  <a:lnTo>
                    <a:pt x="4269983" y="124705"/>
                  </a:lnTo>
                  <a:lnTo>
                    <a:pt x="4249811" y="108253"/>
                  </a:lnTo>
                  <a:lnTo>
                    <a:pt x="4237926" y="86113"/>
                  </a:lnTo>
                  <a:lnTo>
                    <a:pt x="4235214" y="61129"/>
                  </a:lnTo>
                  <a:lnTo>
                    <a:pt x="4242556" y="36148"/>
                  </a:lnTo>
                  <a:lnTo>
                    <a:pt x="4259013" y="15970"/>
                  </a:lnTo>
                  <a:lnTo>
                    <a:pt x="4281155" y="4085"/>
                  </a:lnTo>
                  <a:lnTo>
                    <a:pt x="4306137" y="1374"/>
                  </a:lnTo>
                  <a:lnTo>
                    <a:pt x="4331111" y="8714"/>
                  </a:lnTo>
                  <a:lnTo>
                    <a:pt x="4351283" y="25166"/>
                  </a:lnTo>
                  <a:lnTo>
                    <a:pt x="4363168" y="47306"/>
                  </a:lnTo>
                  <a:lnTo>
                    <a:pt x="4365880" y="72289"/>
                  </a:lnTo>
                  <a:lnTo>
                    <a:pt x="4358538" y="97271"/>
                  </a:lnTo>
                  <a:close/>
                </a:path>
                <a:path w="5864859" h="6372860">
                  <a:moveTo>
                    <a:pt x="4114235" y="1256151"/>
                  </a:moveTo>
                  <a:lnTo>
                    <a:pt x="4109880" y="1264415"/>
                  </a:lnTo>
                  <a:lnTo>
                    <a:pt x="4104765" y="1265999"/>
                  </a:lnTo>
                  <a:lnTo>
                    <a:pt x="4096501" y="1261644"/>
                  </a:lnTo>
                  <a:lnTo>
                    <a:pt x="4094917" y="1256529"/>
                  </a:lnTo>
                  <a:lnTo>
                    <a:pt x="4099272" y="1248266"/>
                  </a:lnTo>
                  <a:lnTo>
                    <a:pt x="4104387" y="1246681"/>
                  </a:lnTo>
                  <a:lnTo>
                    <a:pt x="4112651" y="1251036"/>
                  </a:lnTo>
                  <a:lnTo>
                    <a:pt x="4114235" y="1256151"/>
                  </a:lnTo>
                  <a:close/>
                </a:path>
                <a:path w="5864859" h="6372860">
                  <a:moveTo>
                    <a:pt x="4346866" y="953058"/>
                  </a:moveTo>
                  <a:lnTo>
                    <a:pt x="4328556" y="975505"/>
                  </a:lnTo>
                  <a:lnTo>
                    <a:pt x="4303915" y="988729"/>
                  </a:lnTo>
                  <a:lnTo>
                    <a:pt x="4276112" y="991750"/>
                  </a:lnTo>
                  <a:lnTo>
                    <a:pt x="4248320" y="983583"/>
                  </a:lnTo>
                  <a:lnTo>
                    <a:pt x="4225873" y="965273"/>
                  </a:lnTo>
                  <a:lnTo>
                    <a:pt x="4212649" y="940632"/>
                  </a:lnTo>
                  <a:lnTo>
                    <a:pt x="4209629" y="912830"/>
                  </a:lnTo>
                  <a:lnTo>
                    <a:pt x="4217795" y="885038"/>
                  </a:lnTo>
                  <a:lnTo>
                    <a:pt x="4236105" y="862591"/>
                  </a:lnTo>
                  <a:lnTo>
                    <a:pt x="4260746" y="849366"/>
                  </a:lnTo>
                  <a:lnTo>
                    <a:pt x="4288548" y="846346"/>
                  </a:lnTo>
                  <a:lnTo>
                    <a:pt x="4316341" y="854513"/>
                  </a:lnTo>
                  <a:lnTo>
                    <a:pt x="4338787" y="872822"/>
                  </a:lnTo>
                  <a:lnTo>
                    <a:pt x="4352012" y="897464"/>
                  </a:lnTo>
                  <a:lnTo>
                    <a:pt x="4355032" y="925266"/>
                  </a:lnTo>
                  <a:lnTo>
                    <a:pt x="4346866" y="953058"/>
                  </a:lnTo>
                  <a:close/>
                </a:path>
                <a:path w="5864859" h="6372860">
                  <a:moveTo>
                    <a:pt x="4527426" y="617245"/>
                  </a:moveTo>
                  <a:lnTo>
                    <a:pt x="4508319" y="640670"/>
                  </a:lnTo>
                  <a:lnTo>
                    <a:pt x="4482607" y="654470"/>
                  </a:lnTo>
                  <a:lnTo>
                    <a:pt x="4453596" y="657620"/>
                  </a:lnTo>
                  <a:lnTo>
                    <a:pt x="4424596" y="649097"/>
                  </a:lnTo>
                  <a:lnTo>
                    <a:pt x="4401172" y="629992"/>
                  </a:lnTo>
                  <a:lnTo>
                    <a:pt x="4387372" y="604280"/>
                  </a:lnTo>
                  <a:lnTo>
                    <a:pt x="4384221" y="575270"/>
                  </a:lnTo>
                  <a:lnTo>
                    <a:pt x="4392744" y="546267"/>
                  </a:lnTo>
                  <a:lnTo>
                    <a:pt x="4411852" y="522838"/>
                  </a:lnTo>
                  <a:lnTo>
                    <a:pt x="4437569" y="509030"/>
                  </a:lnTo>
                  <a:lnTo>
                    <a:pt x="4466584" y="505872"/>
                  </a:lnTo>
                  <a:lnTo>
                    <a:pt x="4495586" y="514391"/>
                  </a:lnTo>
                  <a:lnTo>
                    <a:pt x="4519008" y="533500"/>
                  </a:lnTo>
                  <a:lnTo>
                    <a:pt x="4532804" y="559220"/>
                  </a:lnTo>
                  <a:lnTo>
                    <a:pt x="4535951" y="588238"/>
                  </a:lnTo>
                  <a:lnTo>
                    <a:pt x="4527426" y="617245"/>
                  </a:lnTo>
                  <a:close/>
                </a:path>
                <a:path w="5864859" h="6372860">
                  <a:moveTo>
                    <a:pt x="4703311" y="278968"/>
                  </a:moveTo>
                  <a:lnTo>
                    <a:pt x="4684733" y="301747"/>
                  </a:lnTo>
                  <a:lnTo>
                    <a:pt x="4659731" y="315169"/>
                  </a:lnTo>
                  <a:lnTo>
                    <a:pt x="4631523" y="318238"/>
                  </a:lnTo>
                  <a:lnTo>
                    <a:pt x="4603325" y="309955"/>
                  </a:lnTo>
                  <a:lnTo>
                    <a:pt x="4580553" y="291377"/>
                  </a:lnTo>
                  <a:lnTo>
                    <a:pt x="4567139" y="266373"/>
                  </a:lnTo>
                  <a:lnTo>
                    <a:pt x="4564079" y="238161"/>
                  </a:lnTo>
                  <a:lnTo>
                    <a:pt x="4572367" y="209960"/>
                  </a:lnTo>
                  <a:lnTo>
                    <a:pt x="4590945" y="187181"/>
                  </a:lnTo>
                  <a:lnTo>
                    <a:pt x="4615947" y="173758"/>
                  </a:lnTo>
                  <a:lnTo>
                    <a:pt x="4644155" y="170689"/>
                  </a:lnTo>
                  <a:lnTo>
                    <a:pt x="4672353" y="178973"/>
                  </a:lnTo>
                  <a:lnTo>
                    <a:pt x="4695126" y="197551"/>
                  </a:lnTo>
                  <a:lnTo>
                    <a:pt x="4708540" y="222555"/>
                  </a:lnTo>
                  <a:lnTo>
                    <a:pt x="4711600" y="250766"/>
                  </a:lnTo>
                  <a:lnTo>
                    <a:pt x="4703311" y="278968"/>
                  </a:lnTo>
                  <a:close/>
                </a:path>
                <a:path w="5864859" h="6372860">
                  <a:moveTo>
                    <a:pt x="4463380" y="1445431"/>
                  </a:moveTo>
                  <a:lnTo>
                    <a:pt x="4457277" y="1452913"/>
                  </a:lnTo>
                  <a:lnTo>
                    <a:pt x="4449063" y="1457322"/>
                  </a:lnTo>
                  <a:lnTo>
                    <a:pt x="4439795" y="1458328"/>
                  </a:lnTo>
                  <a:lnTo>
                    <a:pt x="4430531" y="1455606"/>
                  </a:lnTo>
                  <a:lnTo>
                    <a:pt x="4423049" y="1449503"/>
                  </a:lnTo>
                  <a:lnTo>
                    <a:pt x="4418641" y="1441289"/>
                  </a:lnTo>
                  <a:lnTo>
                    <a:pt x="4417634" y="1432022"/>
                  </a:lnTo>
                  <a:lnTo>
                    <a:pt x="4420357" y="1422758"/>
                  </a:lnTo>
                  <a:lnTo>
                    <a:pt x="4426460" y="1415276"/>
                  </a:lnTo>
                  <a:lnTo>
                    <a:pt x="4434673" y="1410867"/>
                  </a:lnTo>
                  <a:lnTo>
                    <a:pt x="4443941" y="1409861"/>
                  </a:lnTo>
                  <a:lnTo>
                    <a:pt x="4453205" y="1412583"/>
                  </a:lnTo>
                  <a:lnTo>
                    <a:pt x="4460687" y="1418686"/>
                  </a:lnTo>
                  <a:lnTo>
                    <a:pt x="4465095" y="1426900"/>
                  </a:lnTo>
                  <a:lnTo>
                    <a:pt x="4466102" y="1436167"/>
                  </a:lnTo>
                  <a:lnTo>
                    <a:pt x="4463380" y="1445431"/>
                  </a:lnTo>
                  <a:close/>
                </a:path>
                <a:path w="5864859" h="6372860">
                  <a:moveTo>
                    <a:pt x="4693513" y="1135743"/>
                  </a:moveTo>
                  <a:lnTo>
                    <a:pt x="4672549" y="1161444"/>
                  </a:lnTo>
                  <a:lnTo>
                    <a:pt x="4644336" y="1176585"/>
                  </a:lnTo>
                  <a:lnTo>
                    <a:pt x="4612503" y="1180043"/>
                  </a:lnTo>
                  <a:lnTo>
                    <a:pt x="4580682" y="1170693"/>
                  </a:lnTo>
                  <a:lnTo>
                    <a:pt x="4554981" y="1149729"/>
                  </a:lnTo>
                  <a:lnTo>
                    <a:pt x="4539840" y="1121515"/>
                  </a:lnTo>
                  <a:lnTo>
                    <a:pt x="4536382" y="1089683"/>
                  </a:lnTo>
                  <a:lnTo>
                    <a:pt x="4545732" y="1057862"/>
                  </a:lnTo>
                  <a:lnTo>
                    <a:pt x="4566696" y="1032161"/>
                  </a:lnTo>
                  <a:lnTo>
                    <a:pt x="4594909" y="1017019"/>
                  </a:lnTo>
                  <a:lnTo>
                    <a:pt x="4626742" y="1013562"/>
                  </a:lnTo>
                  <a:lnTo>
                    <a:pt x="4658563" y="1022912"/>
                  </a:lnTo>
                  <a:lnTo>
                    <a:pt x="4684264" y="1043876"/>
                  </a:lnTo>
                  <a:lnTo>
                    <a:pt x="4699406" y="1072089"/>
                  </a:lnTo>
                  <a:lnTo>
                    <a:pt x="4702863" y="1103922"/>
                  </a:lnTo>
                  <a:lnTo>
                    <a:pt x="4693513" y="1135743"/>
                  </a:lnTo>
                  <a:close/>
                </a:path>
                <a:path w="5864859" h="6372860">
                  <a:moveTo>
                    <a:pt x="4874073" y="799930"/>
                  </a:moveTo>
                  <a:lnTo>
                    <a:pt x="4852313" y="826607"/>
                  </a:lnTo>
                  <a:lnTo>
                    <a:pt x="4823029" y="842324"/>
                  </a:lnTo>
                  <a:lnTo>
                    <a:pt x="4789988" y="845913"/>
                  </a:lnTo>
                  <a:lnTo>
                    <a:pt x="4756958" y="836207"/>
                  </a:lnTo>
                  <a:lnTo>
                    <a:pt x="4730280" y="814446"/>
                  </a:lnTo>
                  <a:lnTo>
                    <a:pt x="4714563" y="785162"/>
                  </a:lnTo>
                  <a:lnTo>
                    <a:pt x="4710975" y="752121"/>
                  </a:lnTo>
                  <a:lnTo>
                    <a:pt x="4720680" y="719091"/>
                  </a:lnTo>
                  <a:lnTo>
                    <a:pt x="4742438" y="692419"/>
                  </a:lnTo>
                  <a:lnTo>
                    <a:pt x="4771721" y="676705"/>
                  </a:lnTo>
                  <a:lnTo>
                    <a:pt x="4804761" y="673117"/>
                  </a:lnTo>
                  <a:lnTo>
                    <a:pt x="4837791" y="682823"/>
                  </a:lnTo>
                  <a:lnTo>
                    <a:pt x="4864469" y="704583"/>
                  </a:lnTo>
                  <a:lnTo>
                    <a:pt x="4880186" y="733867"/>
                  </a:lnTo>
                  <a:lnTo>
                    <a:pt x="4883776" y="766905"/>
                  </a:lnTo>
                  <a:lnTo>
                    <a:pt x="4874073" y="799930"/>
                  </a:lnTo>
                  <a:close/>
                </a:path>
                <a:path w="5864859" h="6372860">
                  <a:moveTo>
                    <a:pt x="5049022" y="461159"/>
                  </a:moveTo>
                  <a:lnTo>
                    <a:pt x="5028060" y="486856"/>
                  </a:lnTo>
                  <a:lnTo>
                    <a:pt x="4999849" y="501993"/>
                  </a:lnTo>
                  <a:lnTo>
                    <a:pt x="4968019" y="505447"/>
                  </a:lnTo>
                  <a:lnTo>
                    <a:pt x="4936198" y="496095"/>
                  </a:lnTo>
                  <a:lnTo>
                    <a:pt x="4910496" y="475132"/>
                  </a:lnTo>
                  <a:lnTo>
                    <a:pt x="4895353" y="446923"/>
                  </a:lnTo>
                  <a:lnTo>
                    <a:pt x="4891893" y="415095"/>
                  </a:lnTo>
                  <a:lnTo>
                    <a:pt x="4901241" y="383278"/>
                  </a:lnTo>
                  <a:lnTo>
                    <a:pt x="4922203" y="357581"/>
                  </a:lnTo>
                  <a:lnTo>
                    <a:pt x="4950413" y="342444"/>
                  </a:lnTo>
                  <a:lnTo>
                    <a:pt x="4982244" y="338990"/>
                  </a:lnTo>
                  <a:lnTo>
                    <a:pt x="5014064" y="348342"/>
                  </a:lnTo>
                  <a:lnTo>
                    <a:pt x="5039766" y="369304"/>
                  </a:lnTo>
                  <a:lnTo>
                    <a:pt x="5054910" y="397514"/>
                  </a:lnTo>
                  <a:lnTo>
                    <a:pt x="5058370" y="429342"/>
                  </a:lnTo>
                  <a:lnTo>
                    <a:pt x="5049022" y="461159"/>
                  </a:lnTo>
                  <a:close/>
                </a:path>
                <a:path w="5864859" h="6372860">
                  <a:moveTo>
                    <a:pt x="5221164" y="120909"/>
                  </a:moveTo>
                  <a:lnTo>
                    <a:pt x="5201790" y="144663"/>
                  </a:lnTo>
                  <a:lnTo>
                    <a:pt x="5175716" y="158663"/>
                  </a:lnTo>
                  <a:lnTo>
                    <a:pt x="5146298" y="161866"/>
                  </a:lnTo>
                  <a:lnTo>
                    <a:pt x="5116890" y="153228"/>
                  </a:lnTo>
                  <a:lnTo>
                    <a:pt x="5093142" y="133852"/>
                  </a:lnTo>
                  <a:lnTo>
                    <a:pt x="5079154" y="107775"/>
                  </a:lnTo>
                  <a:lnTo>
                    <a:pt x="5075964" y="78352"/>
                  </a:lnTo>
                  <a:lnTo>
                    <a:pt x="5084607" y="48943"/>
                  </a:lnTo>
                  <a:lnTo>
                    <a:pt x="5103977" y="25197"/>
                  </a:lnTo>
                  <a:lnTo>
                    <a:pt x="5130043" y="11213"/>
                  </a:lnTo>
                  <a:lnTo>
                    <a:pt x="5159453" y="8027"/>
                  </a:lnTo>
                  <a:lnTo>
                    <a:pt x="5188856" y="16671"/>
                  </a:lnTo>
                  <a:lnTo>
                    <a:pt x="5212608" y="36040"/>
                  </a:lnTo>
                  <a:lnTo>
                    <a:pt x="5226604" y="62101"/>
                  </a:lnTo>
                  <a:lnTo>
                    <a:pt x="5229803" y="91507"/>
                  </a:lnTo>
                  <a:lnTo>
                    <a:pt x="5221164" y="120909"/>
                  </a:lnTo>
                  <a:close/>
                </a:path>
                <a:path w="5864859" h="6372860">
                  <a:moveTo>
                    <a:pt x="4826859" y="1636986"/>
                  </a:moveTo>
                  <a:lnTo>
                    <a:pt x="4813326" y="1653576"/>
                  </a:lnTo>
                  <a:lnTo>
                    <a:pt x="4795113" y="1663351"/>
                  </a:lnTo>
                  <a:lnTo>
                    <a:pt x="4774564" y="1665583"/>
                  </a:lnTo>
                  <a:lnTo>
                    <a:pt x="4754023" y="1659547"/>
                  </a:lnTo>
                  <a:lnTo>
                    <a:pt x="4737433" y="1646015"/>
                  </a:lnTo>
                  <a:lnTo>
                    <a:pt x="4727658" y="1627802"/>
                  </a:lnTo>
                  <a:lnTo>
                    <a:pt x="4725426" y="1607253"/>
                  </a:lnTo>
                  <a:lnTo>
                    <a:pt x="4731462" y="1586711"/>
                  </a:lnTo>
                  <a:lnTo>
                    <a:pt x="4744994" y="1570121"/>
                  </a:lnTo>
                  <a:lnTo>
                    <a:pt x="4763207" y="1560347"/>
                  </a:lnTo>
                  <a:lnTo>
                    <a:pt x="4783756" y="1558115"/>
                  </a:lnTo>
                  <a:lnTo>
                    <a:pt x="4804298" y="1564150"/>
                  </a:lnTo>
                  <a:lnTo>
                    <a:pt x="4820888" y="1577682"/>
                  </a:lnTo>
                  <a:lnTo>
                    <a:pt x="4830663" y="1595894"/>
                  </a:lnTo>
                  <a:lnTo>
                    <a:pt x="4832896" y="1616443"/>
                  </a:lnTo>
                  <a:lnTo>
                    <a:pt x="4826859" y="1636986"/>
                  </a:lnTo>
                  <a:close/>
                </a:path>
                <a:path w="5864859" h="6372860">
                  <a:moveTo>
                    <a:pt x="5038286" y="1317440"/>
                  </a:moveTo>
                  <a:lnTo>
                    <a:pt x="5015200" y="1345743"/>
                  </a:lnTo>
                  <a:lnTo>
                    <a:pt x="4984130" y="1362418"/>
                  </a:lnTo>
                  <a:lnTo>
                    <a:pt x="4949075" y="1366226"/>
                  </a:lnTo>
                  <a:lnTo>
                    <a:pt x="4914031" y="1355928"/>
                  </a:lnTo>
                  <a:lnTo>
                    <a:pt x="4885728" y="1332842"/>
                  </a:lnTo>
                  <a:lnTo>
                    <a:pt x="4869054" y="1301772"/>
                  </a:lnTo>
                  <a:lnTo>
                    <a:pt x="4865246" y="1266717"/>
                  </a:lnTo>
                  <a:lnTo>
                    <a:pt x="4875543" y="1231673"/>
                  </a:lnTo>
                  <a:lnTo>
                    <a:pt x="4898630" y="1203370"/>
                  </a:lnTo>
                  <a:lnTo>
                    <a:pt x="4929699" y="1186696"/>
                  </a:lnTo>
                  <a:lnTo>
                    <a:pt x="4964755" y="1182888"/>
                  </a:lnTo>
                  <a:lnTo>
                    <a:pt x="4999798" y="1193185"/>
                  </a:lnTo>
                  <a:lnTo>
                    <a:pt x="5028101" y="1216272"/>
                  </a:lnTo>
                  <a:lnTo>
                    <a:pt x="5044776" y="1247341"/>
                  </a:lnTo>
                  <a:lnTo>
                    <a:pt x="5048584" y="1282397"/>
                  </a:lnTo>
                  <a:lnTo>
                    <a:pt x="5038286" y="1317440"/>
                  </a:lnTo>
                  <a:close/>
                </a:path>
                <a:path w="5864859" h="6372860">
                  <a:moveTo>
                    <a:pt x="5221653" y="983105"/>
                  </a:moveTo>
                  <a:lnTo>
                    <a:pt x="5196974" y="1013362"/>
                  </a:lnTo>
                  <a:lnTo>
                    <a:pt x="5163762" y="1031186"/>
                  </a:lnTo>
                  <a:lnTo>
                    <a:pt x="5126289" y="1035257"/>
                  </a:lnTo>
                  <a:lnTo>
                    <a:pt x="5088828" y="1024249"/>
                  </a:lnTo>
                  <a:lnTo>
                    <a:pt x="5058572" y="999570"/>
                  </a:lnTo>
                  <a:lnTo>
                    <a:pt x="5040747" y="966357"/>
                  </a:lnTo>
                  <a:lnTo>
                    <a:pt x="5036677" y="928884"/>
                  </a:lnTo>
                  <a:lnTo>
                    <a:pt x="5047685" y="891424"/>
                  </a:lnTo>
                  <a:lnTo>
                    <a:pt x="5072370" y="861156"/>
                  </a:lnTo>
                  <a:lnTo>
                    <a:pt x="5105583" y="843330"/>
                  </a:lnTo>
                  <a:lnTo>
                    <a:pt x="5143055" y="839262"/>
                  </a:lnTo>
                  <a:lnTo>
                    <a:pt x="5180515" y="850272"/>
                  </a:lnTo>
                  <a:lnTo>
                    <a:pt x="5210772" y="874949"/>
                  </a:lnTo>
                  <a:lnTo>
                    <a:pt x="5228598" y="908159"/>
                  </a:lnTo>
                  <a:lnTo>
                    <a:pt x="5232667" y="945633"/>
                  </a:lnTo>
                  <a:lnTo>
                    <a:pt x="5221653" y="983105"/>
                  </a:lnTo>
                  <a:close/>
                </a:path>
                <a:path w="5864859" h="6372860">
                  <a:moveTo>
                    <a:pt x="5393795" y="642856"/>
                  </a:moveTo>
                  <a:lnTo>
                    <a:pt x="5370712" y="671153"/>
                  </a:lnTo>
                  <a:lnTo>
                    <a:pt x="5339642" y="687828"/>
                  </a:lnTo>
                  <a:lnTo>
                    <a:pt x="5304584" y="691639"/>
                  </a:lnTo>
                  <a:lnTo>
                    <a:pt x="5269540" y="681344"/>
                  </a:lnTo>
                  <a:lnTo>
                    <a:pt x="5241238" y="658256"/>
                  </a:lnTo>
                  <a:lnTo>
                    <a:pt x="5224565" y="627182"/>
                  </a:lnTo>
                  <a:lnTo>
                    <a:pt x="5220758" y="592126"/>
                  </a:lnTo>
                  <a:lnTo>
                    <a:pt x="5231052" y="557089"/>
                  </a:lnTo>
                  <a:lnTo>
                    <a:pt x="5254135" y="528792"/>
                  </a:lnTo>
                  <a:lnTo>
                    <a:pt x="5285205" y="512117"/>
                  </a:lnTo>
                  <a:lnTo>
                    <a:pt x="5320262" y="508306"/>
                  </a:lnTo>
                  <a:lnTo>
                    <a:pt x="5355307" y="518601"/>
                  </a:lnTo>
                  <a:lnTo>
                    <a:pt x="5383609" y="541689"/>
                  </a:lnTo>
                  <a:lnTo>
                    <a:pt x="5400282" y="572762"/>
                  </a:lnTo>
                  <a:lnTo>
                    <a:pt x="5404089" y="607818"/>
                  </a:lnTo>
                  <a:lnTo>
                    <a:pt x="5393795" y="642856"/>
                  </a:lnTo>
                  <a:close/>
                </a:path>
                <a:path w="5864859" h="6372860">
                  <a:moveTo>
                    <a:pt x="5563131" y="301127"/>
                  </a:moveTo>
                  <a:lnTo>
                    <a:pt x="5542435" y="326499"/>
                  </a:lnTo>
                  <a:lnTo>
                    <a:pt x="5514582" y="341444"/>
                  </a:lnTo>
                  <a:lnTo>
                    <a:pt x="5483156" y="344854"/>
                  </a:lnTo>
                  <a:lnTo>
                    <a:pt x="5451738" y="335620"/>
                  </a:lnTo>
                  <a:lnTo>
                    <a:pt x="5426361" y="314923"/>
                  </a:lnTo>
                  <a:lnTo>
                    <a:pt x="5411410" y="287072"/>
                  </a:lnTo>
                  <a:lnTo>
                    <a:pt x="5407994" y="255648"/>
                  </a:lnTo>
                  <a:lnTo>
                    <a:pt x="5417224" y="224234"/>
                  </a:lnTo>
                  <a:lnTo>
                    <a:pt x="5437920" y="198862"/>
                  </a:lnTo>
                  <a:lnTo>
                    <a:pt x="5465773" y="183917"/>
                  </a:lnTo>
                  <a:lnTo>
                    <a:pt x="5497199" y="180507"/>
                  </a:lnTo>
                  <a:lnTo>
                    <a:pt x="5528617" y="189741"/>
                  </a:lnTo>
                  <a:lnTo>
                    <a:pt x="5553994" y="210438"/>
                  </a:lnTo>
                  <a:lnTo>
                    <a:pt x="5568946" y="238289"/>
                  </a:lnTo>
                  <a:lnTo>
                    <a:pt x="5572362" y="269713"/>
                  </a:lnTo>
                  <a:lnTo>
                    <a:pt x="5563131" y="301127"/>
                  </a:lnTo>
                  <a:close/>
                </a:path>
                <a:path w="5864859" h="6372860">
                  <a:moveTo>
                    <a:pt x="4955603" y="2126563"/>
                  </a:moveTo>
                  <a:lnTo>
                    <a:pt x="4947980" y="2141029"/>
                  </a:lnTo>
                  <a:lnTo>
                    <a:pt x="4939031" y="2143801"/>
                  </a:lnTo>
                  <a:lnTo>
                    <a:pt x="4924565" y="2136177"/>
                  </a:lnTo>
                  <a:lnTo>
                    <a:pt x="4921793" y="2127228"/>
                  </a:lnTo>
                  <a:lnTo>
                    <a:pt x="4929416" y="2112762"/>
                  </a:lnTo>
                  <a:lnTo>
                    <a:pt x="4938365" y="2109990"/>
                  </a:lnTo>
                  <a:lnTo>
                    <a:pt x="4952831" y="2117614"/>
                  </a:lnTo>
                  <a:lnTo>
                    <a:pt x="4955603" y="2126563"/>
                  </a:lnTo>
                  <a:close/>
                </a:path>
                <a:path w="5864859" h="6372860">
                  <a:moveTo>
                    <a:pt x="5187537" y="1827065"/>
                  </a:moveTo>
                  <a:lnTo>
                    <a:pt x="5167368" y="1851792"/>
                  </a:lnTo>
                  <a:lnTo>
                    <a:pt x="5140228" y="1866358"/>
                  </a:lnTo>
                  <a:lnTo>
                    <a:pt x="5109605" y="1869684"/>
                  </a:lnTo>
                  <a:lnTo>
                    <a:pt x="5078991" y="1860687"/>
                  </a:lnTo>
                  <a:lnTo>
                    <a:pt x="5054264" y="1840519"/>
                  </a:lnTo>
                  <a:lnTo>
                    <a:pt x="5039697" y="1813378"/>
                  </a:lnTo>
                  <a:lnTo>
                    <a:pt x="5036371" y="1782756"/>
                  </a:lnTo>
                  <a:lnTo>
                    <a:pt x="5045368" y="1752141"/>
                  </a:lnTo>
                  <a:lnTo>
                    <a:pt x="5065536" y="1727415"/>
                  </a:lnTo>
                  <a:lnTo>
                    <a:pt x="5092677" y="1712848"/>
                  </a:lnTo>
                  <a:lnTo>
                    <a:pt x="5123300" y="1709522"/>
                  </a:lnTo>
                  <a:lnTo>
                    <a:pt x="5153914" y="1718519"/>
                  </a:lnTo>
                  <a:lnTo>
                    <a:pt x="5178640" y="1738688"/>
                  </a:lnTo>
                  <a:lnTo>
                    <a:pt x="5193207" y="1765830"/>
                  </a:lnTo>
                  <a:lnTo>
                    <a:pt x="5196532" y="1796453"/>
                  </a:lnTo>
                  <a:lnTo>
                    <a:pt x="5187537" y="1827065"/>
                  </a:lnTo>
                  <a:close/>
                </a:path>
                <a:path w="5864859" h="6372860">
                  <a:moveTo>
                    <a:pt x="5377448" y="1496179"/>
                  </a:moveTo>
                  <a:lnTo>
                    <a:pt x="5353831" y="1525132"/>
                  </a:lnTo>
                  <a:lnTo>
                    <a:pt x="5322047" y="1542189"/>
                  </a:lnTo>
                  <a:lnTo>
                    <a:pt x="5286186" y="1546085"/>
                  </a:lnTo>
                  <a:lnTo>
                    <a:pt x="5250338" y="1535552"/>
                  </a:lnTo>
                  <a:lnTo>
                    <a:pt x="5221386" y="1511935"/>
                  </a:lnTo>
                  <a:lnTo>
                    <a:pt x="5204328" y="1480151"/>
                  </a:lnTo>
                  <a:lnTo>
                    <a:pt x="5200433" y="1444290"/>
                  </a:lnTo>
                  <a:lnTo>
                    <a:pt x="5210966" y="1408443"/>
                  </a:lnTo>
                  <a:lnTo>
                    <a:pt x="5234583" y="1379490"/>
                  </a:lnTo>
                  <a:lnTo>
                    <a:pt x="5266367" y="1362433"/>
                  </a:lnTo>
                  <a:lnTo>
                    <a:pt x="5302227" y="1358537"/>
                  </a:lnTo>
                  <a:lnTo>
                    <a:pt x="5338075" y="1369070"/>
                  </a:lnTo>
                  <a:lnTo>
                    <a:pt x="5367028" y="1392686"/>
                  </a:lnTo>
                  <a:lnTo>
                    <a:pt x="5384086" y="1424469"/>
                  </a:lnTo>
                  <a:lnTo>
                    <a:pt x="5387982" y="1460330"/>
                  </a:lnTo>
                  <a:lnTo>
                    <a:pt x="5377448" y="1496179"/>
                  </a:lnTo>
                  <a:close/>
                </a:path>
                <a:path w="5864859" h="6372860">
                  <a:moveTo>
                    <a:pt x="5561751" y="1162339"/>
                  </a:moveTo>
                  <a:lnTo>
                    <a:pt x="5536276" y="1193571"/>
                  </a:lnTo>
                  <a:lnTo>
                    <a:pt x="5501992" y="1211971"/>
                  </a:lnTo>
                  <a:lnTo>
                    <a:pt x="5463311" y="1216172"/>
                  </a:lnTo>
                  <a:lnTo>
                    <a:pt x="5424641" y="1204809"/>
                  </a:lnTo>
                  <a:lnTo>
                    <a:pt x="5393409" y="1179334"/>
                  </a:lnTo>
                  <a:lnTo>
                    <a:pt x="5375009" y="1145050"/>
                  </a:lnTo>
                  <a:lnTo>
                    <a:pt x="5370808" y="1106369"/>
                  </a:lnTo>
                  <a:lnTo>
                    <a:pt x="5382171" y="1067699"/>
                  </a:lnTo>
                  <a:lnTo>
                    <a:pt x="5407652" y="1036457"/>
                  </a:lnTo>
                  <a:lnTo>
                    <a:pt x="5441937" y="1018053"/>
                  </a:lnTo>
                  <a:lnTo>
                    <a:pt x="5480619" y="1013851"/>
                  </a:lnTo>
                  <a:lnTo>
                    <a:pt x="5519288" y="1025215"/>
                  </a:lnTo>
                  <a:lnTo>
                    <a:pt x="5550521" y="1050690"/>
                  </a:lnTo>
                  <a:lnTo>
                    <a:pt x="5568920" y="1084974"/>
                  </a:lnTo>
                  <a:lnTo>
                    <a:pt x="5573120" y="1123659"/>
                  </a:lnTo>
                  <a:lnTo>
                    <a:pt x="5561751" y="1162339"/>
                  </a:lnTo>
                  <a:close/>
                </a:path>
                <a:path w="5864859" h="6372860">
                  <a:moveTo>
                    <a:pt x="5732956" y="821595"/>
                  </a:moveTo>
                  <a:lnTo>
                    <a:pt x="5709342" y="850542"/>
                  </a:lnTo>
                  <a:lnTo>
                    <a:pt x="5677557" y="867602"/>
                  </a:lnTo>
                  <a:lnTo>
                    <a:pt x="5641694" y="871503"/>
                  </a:lnTo>
                  <a:lnTo>
                    <a:pt x="5605845" y="860972"/>
                  </a:lnTo>
                  <a:lnTo>
                    <a:pt x="5576894" y="837353"/>
                  </a:lnTo>
                  <a:lnTo>
                    <a:pt x="5559839" y="805564"/>
                  </a:lnTo>
                  <a:lnTo>
                    <a:pt x="5555944" y="769701"/>
                  </a:lnTo>
                  <a:lnTo>
                    <a:pt x="5566475" y="733859"/>
                  </a:lnTo>
                  <a:lnTo>
                    <a:pt x="5590089" y="704911"/>
                  </a:lnTo>
                  <a:lnTo>
                    <a:pt x="5621874" y="687852"/>
                  </a:lnTo>
                  <a:lnTo>
                    <a:pt x="5657737" y="683951"/>
                  </a:lnTo>
                  <a:lnTo>
                    <a:pt x="5693586" y="694481"/>
                  </a:lnTo>
                  <a:lnTo>
                    <a:pt x="5722537" y="718101"/>
                  </a:lnTo>
                  <a:lnTo>
                    <a:pt x="5739592" y="749890"/>
                  </a:lnTo>
                  <a:lnTo>
                    <a:pt x="5743487" y="785753"/>
                  </a:lnTo>
                  <a:lnTo>
                    <a:pt x="5732956" y="821595"/>
                  </a:lnTo>
                  <a:close/>
                </a:path>
                <a:path w="5864859" h="6372860">
                  <a:moveTo>
                    <a:pt x="5864365" y="506620"/>
                  </a:moveTo>
                  <a:lnTo>
                    <a:pt x="5850300" y="514172"/>
                  </a:lnTo>
                  <a:lnTo>
                    <a:pt x="5820882" y="517374"/>
                  </a:lnTo>
                  <a:lnTo>
                    <a:pt x="5791474" y="508737"/>
                  </a:lnTo>
                  <a:lnTo>
                    <a:pt x="5767726" y="489361"/>
                  </a:lnTo>
                  <a:lnTo>
                    <a:pt x="5753739" y="463283"/>
                  </a:lnTo>
                  <a:lnTo>
                    <a:pt x="5750548" y="433861"/>
                  </a:lnTo>
                  <a:lnTo>
                    <a:pt x="5759192" y="404452"/>
                  </a:lnTo>
                  <a:lnTo>
                    <a:pt x="5778561" y="380705"/>
                  </a:lnTo>
                  <a:lnTo>
                    <a:pt x="5804627" y="366722"/>
                  </a:lnTo>
                  <a:lnTo>
                    <a:pt x="5834037" y="363535"/>
                  </a:lnTo>
                  <a:lnTo>
                    <a:pt x="5863440" y="372180"/>
                  </a:lnTo>
                  <a:lnTo>
                    <a:pt x="5864365" y="372934"/>
                  </a:lnTo>
                  <a:lnTo>
                    <a:pt x="5864365" y="506620"/>
                  </a:lnTo>
                  <a:close/>
                </a:path>
                <a:path w="5864859" h="6372860">
                  <a:moveTo>
                    <a:pt x="5103058" y="2641843"/>
                  </a:moveTo>
                  <a:lnTo>
                    <a:pt x="5100881" y="2645975"/>
                  </a:lnTo>
                  <a:lnTo>
                    <a:pt x="5098310" y="2646764"/>
                  </a:lnTo>
                  <a:lnTo>
                    <a:pt x="5094188" y="2644591"/>
                  </a:lnTo>
                  <a:lnTo>
                    <a:pt x="5093385" y="2642025"/>
                  </a:lnTo>
                  <a:lnTo>
                    <a:pt x="5095563" y="2637893"/>
                  </a:lnTo>
                  <a:lnTo>
                    <a:pt x="5098133" y="2637105"/>
                  </a:lnTo>
                  <a:lnTo>
                    <a:pt x="5102255" y="2639278"/>
                  </a:lnTo>
                  <a:lnTo>
                    <a:pt x="5103058" y="2641843"/>
                  </a:lnTo>
                  <a:close/>
                </a:path>
                <a:path w="5864859" h="6372860">
                  <a:moveTo>
                    <a:pt x="5326476" y="2331256"/>
                  </a:moveTo>
                  <a:lnTo>
                    <a:pt x="5312152" y="2348825"/>
                  </a:lnTo>
                  <a:lnTo>
                    <a:pt x="5292876" y="2359179"/>
                  </a:lnTo>
                  <a:lnTo>
                    <a:pt x="5271121" y="2361544"/>
                  </a:lnTo>
                  <a:lnTo>
                    <a:pt x="5249360" y="2355147"/>
                  </a:lnTo>
                  <a:lnTo>
                    <a:pt x="5231804" y="2340824"/>
                  </a:lnTo>
                  <a:lnTo>
                    <a:pt x="5221460" y="2321542"/>
                  </a:lnTo>
                  <a:lnTo>
                    <a:pt x="5219099" y="2299786"/>
                  </a:lnTo>
                  <a:lnTo>
                    <a:pt x="5225490" y="2278036"/>
                  </a:lnTo>
                  <a:lnTo>
                    <a:pt x="5239819" y="2260469"/>
                  </a:lnTo>
                  <a:lnTo>
                    <a:pt x="5259101" y="2250118"/>
                  </a:lnTo>
                  <a:lnTo>
                    <a:pt x="5280853" y="2247752"/>
                  </a:lnTo>
                  <a:lnTo>
                    <a:pt x="5302592" y="2254137"/>
                  </a:lnTo>
                  <a:lnTo>
                    <a:pt x="5320170" y="2268472"/>
                  </a:lnTo>
                  <a:lnTo>
                    <a:pt x="5330516" y="2287755"/>
                  </a:lnTo>
                  <a:lnTo>
                    <a:pt x="5332872" y="2309508"/>
                  </a:lnTo>
                  <a:lnTo>
                    <a:pt x="5326476" y="2331256"/>
                  </a:lnTo>
                  <a:close/>
                </a:path>
                <a:path w="5864859" h="6372860">
                  <a:moveTo>
                    <a:pt x="5523906" y="2004333"/>
                  </a:moveTo>
                  <a:lnTo>
                    <a:pt x="5503999" y="2028730"/>
                  </a:lnTo>
                  <a:lnTo>
                    <a:pt x="5477206" y="2043100"/>
                  </a:lnTo>
                  <a:lnTo>
                    <a:pt x="5446977" y="2046377"/>
                  </a:lnTo>
                  <a:lnTo>
                    <a:pt x="5416763" y="2037497"/>
                  </a:lnTo>
                  <a:lnTo>
                    <a:pt x="5392374" y="2017601"/>
                  </a:lnTo>
                  <a:lnTo>
                    <a:pt x="5378005" y="1990820"/>
                  </a:lnTo>
                  <a:lnTo>
                    <a:pt x="5374724" y="1960602"/>
                  </a:lnTo>
                  <a:lnTo>
                    <a:pt x="5383602" y="1930392"/>
                  </a:lnTo>
                  <a:lnTo>
                    <a:pt x="5403504" y="1905992"/>
                  </a:lnTo>
                  <a:lnTo>
                    <a:pt x="5430285" y="1891617"/>
                  </a:lnTo>
                  <a:lnTo>
                    <a:pt x="5460499" y="1888331"/>
                  </a:lnTo>
                  <a:lnTo>
                    <a:pt x="5490698" y="1897203"/>
                  </a:lnTo>
                  <a:lnTo>
                    <a:pt x="5515102" y="1917107"/>
                  </a:lnTo>
                  <a:lnTo>
                    <a:pt x="5529487" y="1943896"/>
                  </a:lnTo>
                  <a:lnTo>
                    <a:pt x="5532779" y="1974121"/>
                  </a:lnTo>
                  <a:lnTo>
                    <a:pt x="5523906" y="2004333"/>
                  </a:lnTo>
                  <a:close/>
                </a:path>
                <a:path w="5864859" h="6372860">
                  <a:moveTo>
                    <a:pt x="5708219" y="1670497"/>
                  </a:moveTo>
                  <a:lnTo>
                    <a:pt x="5686458" y="1697174"/>
                  </a:lnTo>
                  <a:lnTo>
                    <a:pt x="5657169" y="1712889"/>
                  </a:lnTo>
                  <a:lnTo>
                    <a:pt x="5624117" y="1716472"/>
                  </a:lnTo>
                  <a:lnTo>
                    <a:pt x="5591065" y="1706754"/>
                  </a:lnTo>
                  <a:lnTo>
                    <a:pt x="5564399" y="1685000"/>
                  </a:lnTo>
                  <a:lnTo>
                    <a:pt x="5548688" y="1655718"/>
                  </a:lnTo>
                  <a:lnTo>
                    <a:pt x="5545101" y="1622678"/>
                  </a:lnTo>
                  <a:lnTo>
                    <a:pt x="5554807" y="1589648"/>
                  </a:lnTo>
                  <a:lnTo>
                    <a:pt x="5576567" y="1562971"/>
                  </a:lnTo>
                  <a:lnTo>
                    <a:pt x="5605849" y="1547253"/>
                  </a:lnTo>
                  <a:lnTo>
                    <a:pt x="5638885" y="1543662"/>
                  </a:lnTo>
                  <a:lnTo>
                    <a:pt x="5671904" y="1553362"/>
                  </a:lnTo>
                  <a:lnTo>
                    <a:pt x="5698603" y="1575133"/>
                  </a:lnTo>
                  <a:lnTo>
                    <a:pt x="5714331" y="1604423"/>
                  </a:lnTo>
                  <a:lnTo>
                    <a:pt x="5717924" y="1637467"/>
                  </a:lnTo>
                  <a:lnTo>
                    <a:pt x="5708219" y="1670497"/>
                  </a:lnTo>
                  <a:close/>
                </a:path>
                <a:path w="5864859" h="6372860">
                  <a:moveTo>
                    <a:pt x="5864365" y="1364517"/>
                  </a:moveTo>
                  <a:lnTo>
                    <a:pt x="5836183" y="1379639"/>
                  </a:lnTo>
                  <a:lnTo>
                    <a:pt x="5801531" y="1383402"/>
                  </a:lnTo>
                  <a:lnTo>
                    <a:pt x="5766896" y="1373226"/>
                  </a:lnTo>
                  <a:lnTo>
                    <a:pt x="5738905" y="1350397"/>
                  </a:lnTo>
                  <a:lnTo>
                    <a:pt x="5722415" y="1319682"/>
                  </a:lnTo>
                  <a:lnTo>
                    <a:pt x="5718649" y="1285029"/>
                  </a:lnTo>
                  <a:lnTo>
                    <a:pt x="5728828" y="1250389"/>
                  </a:lnTo>
                  <a:lnTo>
                    <a:pt x="5751646" y="1222417"/>
                  </a:lnTo>
                  <a:lnTo>
                    <a:pt x="5782360" y="1205935"/>
                  </a:lnTo>
                  <a:lnTo>
                    <a:pt x="5817020" y="1202171"/>
                  </a:lnTo>
                  <a:lnTo>
                    <a:pt x="5851675" y="1212356"/>
                  </a:lnTo>
                  <a:lnTo>
                    <a:pt x="5864365" y="1222708"/>
                  </a:lnTo>
                  <a:lnTo>
                    <a:pt x="5864365" y="1364517"/>
                  </a:lnTo>
                  <a:close/>
                </a:path>
                <a:path w="5864859" h="6372860">
                  <a:moveTo>
                    <a:pt x="5263804" y="3156868"/>
                  </a:moveTo>
                  <a:lnTo>
                    <a:pt x="5261083" y="3162031"/>
                  </a:lnTo>
                  <a:lnTo>
                    <a:pt x="5257919" y="3163039"/>
                  </a:lnTo>
                  <a:lnTo>
                    <a:pt x="5252719" y="3160298"/>
                  </a:lnTo>
                  <a:lnTo>
                    <a:pt x="5251761" y="3157118"/>
                  </a:lnTo>
                  <a:lnTo>
                    <a:pt x="5254482" y="3151955"/>
                  </a:lnTo>
                  <a:lnTo>
                    <a:pt x="5257647" y="3150948"/>
                  </a:lnTo>
                  <a:lnTo>
                    <a:pt x="5262847" y="3153688"/>
                  </a:lnTo>
                  <a:lnTo>
                    <a:pt x="5263804" y="3156868"/>
                  </a:lnTo>
                  <a:close/>
                </a:path>
                <a:path w="5864859" h="6372860">
                  <a:moveTo>
                    <a:pt x="5474818" y="2840402"/>
                  </a:moveTo>
                  <a:lnTo>
                    <a:pt x="5463675" y="2854066"/>
                  </a:lnTo>
                  <a:lnTo>
                    <a:pt x="5448679" y="2862117"/>
                  </a:lnTo>
                  <a:lnTo>
                    <a:pt x="5431751" y="2863951"/>
                  </a:lnTo>
                  <a:lnTo>
                    <a:pt x="5414813" y="2858969"/>
                  </a:lnTo>
                  <a:lnTo>
                    <a:pt x="5401155" y="2847827"/>
                  </a:lnTo>
                  <a:lnTo>
                    <a:pt x="5393113" y="2832833"/>
                  </a:lnTo>
                  <a:lnTo>
                    <a:pt x="5391282" y="2815915"/>
                  </a:lnTo>
                  <a:lnTo>
                    <a:pt x="5396257" y="2799000"/>
                  </a:lnTo>
                  <a:lnTo>
                    <a:pt x="5407398" y="2785335"/>
                  </a:lnTo>
                  <a:lnTo>
                    <a:pt x="5422389" y="2777282"/>
                  </a:lnTo>
                  <a:lnTo>
                    <a:pt x="5439303" y="2775440"/>
                  </a:lnTo>
                  <a:lnTo>
                    <a:pt x="5456214" y="2780408"/>
                  </a:lnTo>
                  <a:lnTo>
                    <a:pt x="5469899" y="2791564"/>
                  </a:lnTo>
                  <a:lnTo>
                    <a:pt x="5477955" y="2806565"/>
                  </a:lnTo>
                  <a:lnTo>
                    <a:pt x="5479791" y="2823486"/>
                  </a:lnTo>
                  <a:lnTo>
                    <a:pt x="5474818" y="2840402"/>
                  </a:lnTo>
                  <a:close/>
                </a:path>
                <a:path w="5864859" h="6372860">
                  <a:moveTo>
                    <a:pt x="5671263" y="2512960"/>
                  </a:moveTo>
                  <a:lnTo>
                    <a:pt x="5654812" y="2533133"/>
                  </a:lnTo>
                  <a:lnTo>
                    <a:pt x="5632671" y="2545017"/>
                  </a:lnTo>
                  <a:lnTo>
                    <a:pt x="5607688" y="2547730"/>
                  </a:lnTo>
                  <a:lnTo>
                    <a:pt x="5582706" y="2540387"/>
                  </a:lnTo>
                  <a:lnTo>
                    <a:pt x="5562548" y="2523941"/>
                  </a:lnTo>
                  <a:lnTo>
                    <a:pt x="5550661" y="2501797"/>
                  </a:lnTo>
                  <a:lnTo>
                    <a:pt x="5547939" y="2476810"/>
                  </a:lnTo>
                  <a:lnTo>
                    <a:pt x="5555272" y="2451832"/>
                  </a:lnTo>
                  <a:lnTo>
                    <a:pt x="5571731" y="2431664"/>
                  </a:lnTo>
                  <a:lnTo>
                    <a:pt x="5593882" y="2419785"/>
                  </a:lnTo>
                  <a:lnTo>
                    <a:pt x="5618868" y="2417073"/>
                  </a:lnTo>
                  <a:lnTo>
                    <a:pt x="5643829" y="2424406"/>
                  </a:lnTo>
                  <a:lnTo>
                    <a:pt x="5664007" y="2440863"/>
                  </a:lnTo>
                  <a:lnTo>
                    <a:pt x="5675891" y="2463007"/>
                  </a:lnTo>
                  <a:lnTo>
                    <a:pt x="5678603" y="2487988"/>
                  </a:lnTo>
                  <a:lnTo>
                    <a:pt x="5671263" y="2512960"/>
                  </a:lnTo>
                  <a:close/>
                </a:path>
                <a:path w="5864859" h="6372860">
                  <a:moveTo>
                    <a:pt x="5854640" y="2178631"/>
                  </a:moveTo>
                  <a:lnTo>
                    <a:pt x="5836594" y="2200752"/>
                  </a:lnTo>
                  <a:lnTo>
                    <a:pt x="5812306" y="2213782"/>
                  </a:lnTo>
                  <a:lnTo>
                    <a:pt x="5784902" y="2216755"/>
                  </a:lnTo>
                  <a:lnTo>
                    <a:pt x="5757506" y="2208703"/>
                  </a:lnTo>
                  <a:lnTo>
                    <a:pt x="5735404" y="2190669"/>
                  </a:lnTo>
                  <a:lnTo>
                    <a:pt x="5722379" y="2166390"/>
                  </a:lnTo>
                  <a:lnTo>
                    <a:pt x="5719404" y="2138993"/>
                  </a:lnTo>
                  <a:lnTo>
                    <a:pt x="5727452" y="2111603"/>
                  </a:lnTo>
                  <a:lnTo>
                    <a:pt x="5745497" y="2089481"/>
                  </a:lnTo>
                  <a:lnTo>
                    <a:pt x="5769779" y="2076448"/>
                  </a:lnTo>
                  <a:lnTo>
                    <a:pt x="5797170" y="2073468"/>
                  </a:lnTo>
                  <a:lnTo>
                    <a:pt x="5824539" y="2081506"/>
                  </a:lnTo>
                  <a:lnTo>
                    <a:pt x="5846668" y="2099554"/>
                  </a:lnTo>
                  <a:lnTo>
                    <a:pt x="5859706" y="2123840"/>
                  </a:lnTo>
                  <a:lnTo>
                    <a:pt x="5862687" y="2151241"/>
                  </a:lnTo>
                  <a:lnTo>
                    <a:pt x="5854640" y="2178631"/>
                  </a:lnTo>
                  <a:close/>
                </a:path>
                <a:path w="5864859" h="6372860">
                  <a:moveTo>
                    <a:pt x="3997679" y="6370321"/>
                  </a:moveTo>
                  <a:lnTo>
                    <a:pt x="3996590" y="6372387"/>
                  </a:lnTo>
                  <a:lnTo>
                    <a:pt x="3995306" y="6372781"/>
                  </a:lnTo>
                  <a:lnTo>
                    <a:pt x="3993244" y="6371694"/>
                  </a:lnTo>
                  <a:lnTo>
                    <a:pt x="3992843" y="6370412"/>
                  </a:lnTo>
                  <a:lnTo>
                    <a:pt x="3993929" y="6368351"/>
                  </a:lnTo>
                  <a:lnTo>
                    <a:pt x="3995214" y="6367956"/>
                  </a:lnTo>
                  <a:lnTo>
                    <a:pt x="3997276" y="6369043"/>
                  </a:lnTo>
                  <a:lnTo>
                    <a:pt x="3997679" y="6370321"/>
                  </a:lnTo>
                  <a:close/>
                </a:path>
                <a:path w="5864859" h="6372860">
                  <a:moveTo>
                    <a:pt x="4175434" y="6033029"/>
                  </a:moveTo>
                  <a:lnTo>
                    <a:pt x="4174345" y="6035095"/>
                  </a:lnTo>
                  <a:lnTo>
                    <a:pt x="4173060" y="6035489"/>
                  </a:lnTo>
                  <a:lnTo>
                    <a:pt x="4170998" y="6034402"/>
                  </a:lnTo>
                  <a:lnTo>
                    <a:pt x="4170597" y="6033120"/>
                  </a:lnTo>
                  <a:lnTo>
                    <a:pt x="4171684" y="6031058"/>
                  </a:lnTo>
                  <a:lnTo>
                    <a:pt x="4172969" y="6030664"/>
                  </a:lnTo>
                  <a:lnTo>
                    <a:pt x="4175030" y="6031751"/>
                  </a:lnTo>
                  <a:lnTo>
                    <a:pt x="4175434" y="6033029"/>
                  </a:lnTo>
                  <a:close/>
                </a:path>
                <a:path w="5864859" h="6372860">
                  <a:moveTo>
                    <a:pt x="5241960" y="4009276"/>
                  </a:moveTo>
                  <a:lnTo>
                    <a:pt x="5240871" y="4011342"/>
                  </a:lnTo>
                  <a:lnTo>
                    <a:pt x="5239586" y="4011736"/>
                  </a:lnTo>
                  <a:lnTo>
                    <a:pt x="5237525" y="4010650"/>
                  </a:lnTo>
                  <a:lnTo>
                    <a:pt x="5237124" y="4009367"/>
                  </a:lnTo>
                  <a:lnTo>
                    <a:pt x="5238210" y="4007306"/>
                  </a:lnTo>
                  <a:lnTo>
                    <a:pt x="5239495" y="4006912"/>
                  </a:lnTo>
                  <a:lnTo>
                    <a:pt x="5241556" y="4007998"/>
                  </a:lnTo>
                  <a:lnTo>
                    <a:pt x="5241960" y="4009276"/>
                  </a:lnTo>
                  <a:close/>
                </a:path>
                <a:path w="5864859" h="6372860">
                  <a:moveTo>
                    <a:pt x="5436594" y="3671644"/>
                  </a:moveTo>
                  <a:lnTo>
                    <a:pt x="5427884" y="3688171"/>
                  </a:lnTo>
                  <a:lnTo>
                    <a:pt x="5417654" y="3691339"/>
                  </a:lnTo>
                  <a:lnTo>
                    <a:pt x="5401164" y="3682649"/>
                  </a:lnTo>
                  <a:lnTo>
                    <a:pt x="5397996" y="3672420"/>
                  </a:lnTo>
                  <a:lnTo>
                    <a:pt x="5406706" y="3655893"/>
                  </a:lnTo>
                  <a:lnTo>
                    <a:pt x="5416935" y="3652724"/>
                  </a:lnTo>
                  <a:lnTo>
                    <a:pt x="5433425" y="3661414"/>
                  </a:lnTo>
                  <a:lnTo>
                    <a:pt x="5436594" y="3671644"/>
                  </a:lnTo>
                  <a:close/>
                </a:path>
                <a:path w="5864859" h="6372860">
                  <a:moveTo>
                    <a:pt x="5631542" y="3353972"/>
                  </a:moveTo>
                  <a:lnTo>
                    <a:pt x="5621191" y="3366657"/>
                  </a:lnTo>
                  <a:lnTo>
                    <a:pt x="5607257" y="3374128"/>
                  </a:lnTo>
                  <a:lnTo>
                    <a:pt x="5591538" y="3375831"/>
                  </a:lnTo>
                  <a:lnTo>
                    <a:pt x="5575827" y="3371214"/>
                  </a:lnTo>
                  <a:lnTo>
                    <a:pt x="5563137" y="3360864"/>
                  </a:lnTo>
                  <a:lnTo>
                    <a:pt x="5555657" y="3346934"/>
                  </a:lnTo>
                  <a:lnTo>
                    <a:pt x="5553943" y="3331217"/>
                  </a:lnTo>
                  <a:lnTo>
                    <a:pt x="5558556" y="3315508"/>
                  </a:lnTo>
                  <a:lnTo>
                    <a:pt x="5568907" y="3302823"/>
                  </a:lnTo>
                  <a:lnTo>
                    <a:pt x="5582841" y="3295352"/>
                  </a:lnTo>
                  <a:lnTo>
                    <a:pt x="5598560" y="3293648"/>
                  </a:lnTo>
                  <a:lnTo>
                    <a:pt x="5614271" y="3298265"/>
                  </a:lnTo>
                  <a:lnTo>
                    <a:pt x="5626961" y="3308615"/>
                  </a:lnTo>
                  <a:lnTo>
                    <a:pt x="5634441" y="3322546"/>
                  </a:lnTo>
                  <a:lnTo>
                    <a:pt x="5636155" y="3338262"/>
                  </a:lnTo>
                  <a:lnTo>
                    <a:pt x="5631542" y="3353972"/>
                  </a:lnTo>
                  <a:close/>
                </a:path>
                <a:path w="5864859" h="6372860">
                  <a:moveTo>
                    <a:pt x="5819556" y="3022087"/>
                  </a:moveTo>
                  <a:lnTo>
                    <a:pt x="5806287" y="3038354"/>
                  </a:lnTo>
                  <a:lnTo>
                    <a:pt x="5788431" y="3047938"/>
                  </a:lnTo>
                  <a:lnTo>
                    <a:pt x="5768288" y="3050128"/>
                  </a:lnTo>
                  <a:lnTo>
                    <a:pt x="5748157" y="3044214"/>
                  </a:lnTo>
                  <a:lnTo>
                    <a:pt x="5731880" y="3030940"/>
                  </a:lnTo>
                  <a:lnTo>
                    <a:pt x="5722302" y="3013088"/>
                  </a:lnTo>
                  <a:lnTo>
                    <a:pt x="5720126" y="2992947"/>
                  </a:lnTo>
                  <a:lnTo>
                    <a:pt x="5726051" y="2972809"/>
                  </a:lnTo>
                  <a:lnTo>
                    <a:pt x="5739313" y="2956538"/>
                  </a:lnTo>
                  <a:lnTo>
                    <a:pt x="5757158" y="2946948"/>
                  </a:lnTo>
                  <a:lnTo>
                    <a:pt x="5777299" y="2944757"/>
                  </a:lnTo>
                  <a:lnTo>
                    <a:pt x="5797449" y="2950681"/>
                  </a:lnTo>
                  <a:lnTo>
                    <a:pt x="5813707" y="2963945"/>
                  </a:lnTo>
                  <a:lnTo>
                    <a:pt x="5823286" y="2981800"/>
                  </a:lnTo>
                  <a:lnTo>
                    <a:pt x="5825474" y="3001947"/>
                  </a:lnTo>
                  <a:lnTo>
                    <a:pt x="5819556" y="3022087"/>
                  </a:lnTo>
                  <a:close/>
                </a:path>
                <a:path w="5864859" h="6372860">
                  <a:moveTo>
                    <a:pt x="4515143" y="6210740"/>
                  </a:moveTo>
                  <a:lnTo>
                    <a:pt x="4512965" y="6214872"/>
                  </a:lnTo>
                  <a:lnTo>
                    <a:pt x="4510395" y="6215660"/>
                  </a:lnTo>
                  <a:lnTo>
                    <a:pt x="4506273" y="6213488"/>
                  </a:lnTo>
                  <a:lnTo>
                    <a:pt x="4505470" y="6210922"/>
                  </a:lnTo>
                  <a:lnTo>
                    <a:pt x="4507647" y="6206790"/>
                  </a:lnTo>
                  <a:lnTo>
                    <a:pt x="4510218" y="6206002"/>
                  </a:lnTo>
                  <a:lnTo>
                    <a:pt x="4514340" y="6208174"/>
                  </a:lnTo>
                  <a:lnTo>
                    <a:pt x="4515143" y="6210740"/>
                  </a:lnTo>
                  <a:close/>
                </a:path>
                <a:path w="5864859" h="6372860">
                  <a:moveTo>
                    <a:pt x="4696525" y="5873378"/>
                  </a:moveTo>
                  <a:lnTo>
                    <a:pt x="4692713" y="5880612"/>
                  </a:lnTo>
                  <a:lnTo>
                    <a:pt x="4688216" y="5881989"/>
                  </a:lnTo>
                  <a:lnTo>
                    <a:pt x="4681002" y="5878187"/>
                  </a:lnTo>
                  <a:lnTo>
                    <a:pt x="4679597" y="5873699"/>
                  </a:lnTo>
                  <a:lnTo>
                    <a:pt x="4683408" y="5866466"/>
                  </a:lnTo>
                  <a:lnTo>
                    <a:pt x="4687905" y="5865089"/>
                  </a:lnTo>
                  <a:lnTo>
                    <a:pt x="4695119" y="5868891"/>
                  </a:lnTo>
                  <a:lnTo>
                    <a:pt x="4696525" y="5873378"/>
                  </a:lnTo>
                  <a:close/>
                </a:path>
                <a:path w="5864859" h="6372860">
                  <a:moveTo>
                    <a:pt x="4874279" y="5536086"/>
                  </a:moveTo>
                  <a:lnTo>
                    <a:pt x="4870467" y="5543319"/>
                  </a:lnTo>
                  <a:lnTo>
                    <a:pt x="4865971" y="5544697"/>
                  </a:lnTo>
                  <a:lnTo>
                    <a:pt x="4858757" y="5540895"/>
                  </a:lnTo>
                  <a:lnTo>
                    <a:pt x="4857351" y="5536407"/>
                  </a:lnTo>
                  <a:lnTo>
                    <a:pt x="4861163" y="5529174"/>
                  </a:lnTo>
                  <a:lnTo>
                    <a:pt x="4865660" y="5527797"/>
                  </a:lnTo>
                  <a:lnTo>
                    <a:pt x="4872873" y="5531598"/>
                  </a:lnTo>
                  <a:lnTo>
                    <a:pt x="4874279" y="5536086"/>
                  </a:lnTo>
                  <a:close/>
                </a:path>
                <a:path w="5864859" h="6372860">
                  <a:moveTo>
                    <a:pt x="5053242" y="5198773"/>
                  </a:moveTo>
                  <a:lnTo>
                    <a:pt x="5048887" y="5207037"/>
                  </a:lnTo>
                  <a:lnTo>
                    <a:pt x="5043749" y="5208608"/>
                  </a:lnTo>
                  <a:lnTo>
                    <a:pt x="5035504" y="5204263"/>
                  </a:lnTo>
                  <a:lnTo>
                    <a:pt x="5033896" y="5199136"/>
                  </a:lnTo>
                  <a:lnTo>
                    <a:pt x="5038251" y="5190873"/>
                  </a:lnTo>
                  <a:lnTo>
                    <a:pt x="5043389" y="5189301"/>
                  </a:lnTo>
                  <a:lnTo>
                    <a:pt x="5051634" y="5193646"/>
                  </a:lnTo>
                  <a:lnTo>
                    <a:pt x="5053242" y="5198773"/>
                  </a:lnTo>
                  <a:close/>
                </a:path>
                <a:path w="5864859" h="6372860">
                  <a:moveTo>
                    <a:pt x="5234625" y="4861411"/>
                  </a:moveTo>
                  <a:lnTo>
                    <a:pt x="5228635" y="4872776"/>
                  </a:lnTo>
                  <a:lnTo>
                    <a:pt x="5221571" y="4874937"/>
                  </a:lnTo>
                  <a:lnTo>
                    <a:pt x="5210234" y="4868963"/>
                  </a:lnTo>
                  <a:lnTo>
                    <a:pt x="5208023" y="4861914"/>
                  </a:lnTo>
                  <a:lnTo>
                    <a:pt x="5214012" y="4850549"/>
                  </a:lnTo>
                  <a:lnTo>
                    <a:pt x="5221077" y="4848388"/>
                  </a:lnTo>
                  <a:lnTo>
                    <a:pt x="5232414" y="4854362"/>
                  </a:lnTo>
                  <a:lnTo>
                    <a:pt x="5234625" y="4861411"/>
                  </a:lnTo>
                  <a:close/>
                </a:path>
                <a:path w="5864859" h="6372860">
                  <a:moveTo>
                    <a:pt x="5414959" y="4532740"/>
                  </a:moveTo>
                  <a:lnTo>
                    <a:pt x="5410448" y="4538269"/>
                  </a:lnTo>
                  <a:lnTo>
                    <a:pt x="5404379" y="4541528"/>
                  </a:lnTo>
                  <a:lnTo>
                    <a:pt x="5397534" y="4542275"/>
                  </a:lnTo>
                  <a:lnTo>
                    <a:pt x="5390699" y="4540270"/>
                  </a:lnTo>
                  <a:lnTo>
                    <a:pt x="5385180" y="4535765"/>
                  </a:lnTo>
                  <a:lnTo>
                    <a:pt x="5381928" y="4529696"/>
                  </a:lnTo>
                  <a:lnTo>
                    <a:pt x="5381186" y="4522848"/>
                  </a:lnTo>
                  <a:lnTo>
                    <a:pt x="5383197" y="4516001"/>
                  </a:lnTo>
                  <a:lnTo>
                    <a:pt x="5387708" y="4510472"/>
                  </a:lnTo>
                  <a:lnTo>
                    <a:pt x="5393777" y="4507213"/>
                  </a:lnTo>
                  <a:lnTo>
                    <a:pt x="5400621" y="4506465"/>
                  </a:lnTo>
                  <a:lnTo>
                    <a:pt x="5407457" y="4508471"/>
                  </a:lnTo>
                  <a:lnTo>
                    <a:pt x="5412976" y="4512975"/>
                  </a:lnTo>
                  <a:lnTo>
                    <a:pt x="5416229" y="4519043"/>
                  </a:lnTo>
                  <a:lnTo>
                    <a:pt x="5416971" y="4525891"/>
                  </a:lnTo>
                  <a:lnTo>
                    <a:pt x="5414959" y="4532740"/>
                  </a:lnTo>
                  <a:close/>
                </a:path>
                <a:path w="5864859" h="6372860">
                  <a:moveTo>
                    <a:pt x="5601146" y="4199891"/>
                  </a:moveTo>
                  <a:lnTo>
                    <a:pt x="5594249" y="4208352"/>
                  </a:lnTo>
                  <a:lnTo>
                    <a:pt x="5584969" y="4213337"/>
                  </a:lnTo>
                  <a:lnTo>
                    <a:pt x="5574495" y="4214476"/>
                  </a:lnTo>
                  <a:lnTo>
                    <a:pt x="5564017" y="4211396"/>
                  </a:lnTo>
                  <a:lnTo>
                    <a:pt x="5555553" y="4204494"/>
                  </a:lnTo>
                  <a:lnTo>
                    <a:pt x="5550572" y="4195210"/>
                  </a:lnTo>
                  <a:lnTo>
                    <a:pt x="5549439" y="4184737"/>
                  </a:lnTo>
                  <a:lnTo>
                    <a:pt x="5552519" y="4174265"/>
                  </a:lnTo>
                  <a:lnTo>
                    <a:pt x="5559416" y="4165805"/>
                  </a:lnTo>
                  <a:lnTo>
                    <a:pt x="5568696" y="4160819"/>
                  </a:lnTo>
                  <a:lnTo>
                    <a:pt x="5579170" y="4159680"/>
                  </a:lnTo>
                  <a:lnTo>
                    <a:pt x="5589648" y="4162760"/>
                  </a:lnTo>
                  <a:lnTo>
                    <a:pt x="5598112" y="4169663"/>
                  </a:lnTo>
                  <a:lnTo>
                    <a:pt x="5603093" y="4178946"/>
                  </a:lnTo>
                  <a:lnTo>
                    <a:pt x="5604226" y="4189420"/>
                  </a:lnTo>
                  <a:lnTo>
                    <a:pt x="5601146" y="4199891"/>
                  </a:lnTo>
                  <a:close/>
                </a:path>
                <a:path w="5864859" h="6372860">
                  <a:moveTo>
                    <a:pt x="5786395" y="3866549"/>
                  </a:moveTo>
                  <a:lnTo>
                    <a:pt x="5777372" y="3877610"/>
                  </a:lnTo>
                  <a:lnTo>
                    <a:pt x="5765229" y="3884125"/>
                  </a:lnTo>
                  <a:lnTo>
                    <a:pt x="5751527" y="3885611"/>
                  </a:lnTo>
                  <a:lnTo>
                    <a:pt x="5737828" y="3881585"/>
                  </a:lnTo>
                  <a:lnTo>
                    <a:pt x="5726764" y="3872561"/>
                  </a:lnTo>
                  <a:lnTo>
                    <a:pt x="5720245" y="3860418"/>
                  </a:lnTo>
                  <a:lnTo>
                    <a:pt x="5718755" y="3846718"/>
                  </a:lnTo>
                  <a:lnTo>
                    <a:pt x="5722778" y="3833023"/>
                  </a:lnTo>
                  <a:lnTo>
                    <a:pt x="5731801" y="3821963"/>
                  </a:lnTo>
                  <a:lnTo>
                    <a:pt x="5743945" y="3815447"/>
                  </a:lnTo>
                  <a:lnTo>
                    <a:pt x="5757647" y="3813961"/>
                  </a:lnTo>
                  <a:lnTo>
                    <a:pt x="5771345" y="3817987"/>
                  </a:lnTo>
                  <a:lnTo>
                    <a:pt x="5782409" y="3827011"/>
                  </a:lnTo>
                  <a:lnTo>
                    <a:pt x="5788929" y="3839154"/>
                  </a:lnTo>
                  <a:lnTo>
                    <a:pt x="5790419" y="3852854"/>
                  </a:lnTo>
                  <a:lnTo>
                    <a:pt x="5786395" y="3866549"/>
                  </a:lnTo>
                  <a:close/>
                </a:path>
                <a:path w="5864859" h="6372860">
                  <a:moveTo>
                    <a:pt x="5030189" y="6051202"/>
                  </a:moveTo>
                  <a:lnTo>
                    <a:pt x="5028012" y="6055334"/>
                  </a:lnTo>
                  <a:lnTo>
                    <a:pt x="5025441" y="6056122"/>
                  </a:lnTo>
                  <a:lnTo>
                    <a:pt x="5021319" y="6053950"/>
                  </a:lnTo>
                  <a:lnTo>
                    <a:pt x="5020516" y="6051384"/>
                  </a:lnTo>
                  <a:lnTo>
                    <a:pt x="5022694" y="6047252"/>
                  </a:lnTo>
                  <a:lnTo>
                    <a:pt x="5025264" y="6046464"/>
                  </a:lnTo>
                  <a:lnTo>
                    <a:pt x="5029387" y="6048636"/>
                  </a:lnTo>
                  <a:lnTo>
                    <a:pt x="5030189" y="6051202"/>
                  </a:lnTo>
                  <a:close/>
                </a:path>
                <a:path w="5864859" h="6372860">
                  <a:moveTo>
                    <a:pt x="5213988" y="5713798"/>
                  </a:moveTo>
                  <a:lnTo>
                    <a:pt x="5209088" y="5723097"/>
                  </a:lnTo>
                  <a:lnTo>
                    <a:pt x="5203308" y="5724863"/>
                  </a:lnTo>
                  <a:lnTo>
                    <a:pt x="5194033" y="5719975"/>
                  </a:lnTo>
                  <a:lnTo>
                    <a:pt x="5192223" y="5714209"/>
                  </a:lnTo>
                  <a:lnTo>
                    <a:pt x="5197126" y="5704905"/>
                  </a:lnTo>
                  <a:lnTo>
                    <a:pt x="5202906" y="5703139"/>
                  </a:lnTo>
                  <a:lnTo>
                    <a:pt x="5212181" y="5708027"/>
                  </a:lnTo>
                  <a:lnTo>
                    <a:pt x="5213988" y="5713798"/>
                  </a:lnTo>
                  <a:close/>
                </a:path>
                <a:path w="5864859" h="6372860">
                  <a:moveTo>
                    <a:pt x="5396579" y="5376415"/>
                  </a:moveTo>
                  <a:lnTo>
                    <a:pt x="5389504" y="5389841"/>
                  </a:lnTo>
                  <a:lnTo>
                    <a:pt x="5381154" y="5392396"/>
                  </a:lnTo>
                  <a:lnTo>
                    <a:pt x="5367756" y="5385335"/>
                  </a:lnTo>
                  <a:lnTo>
                    <a:pt x="5365144" y="5377003"/>
                  </a:lnTo>
                  <a:lnTo>
                    <a:pt x="5372219" y="5363577"/>
                  </a:lnTo>
                  <a:lnTo>
                    <a:pt x="5380569" y="5361022"/>
                  </a:lnTo>
                  <a:lnTo>
                    <a:pt x="5393967" y="5368083"/>
                  </a:lnTo>
                  <a:lnTo>
                    <a:pt x="5396579" y="5376415"/>
                  </a:lnTo>
                  <a:close/>
                </a:path>
                <a:path w="5864859" h="6372860">
                  <a:moveTo>
                    <a:pt x="5574496" y="5047786"/>
                  </a:moveTo>
                  <a:lnTo>
                    <a:pt x="5569986" y="5053315"/>
                  </a:lnTo>
                  <a:lnTo>
                    <a:pt x="5563917" y="5056575"/>
                  </a:lnTo>
                  <a:lnTo>
                    <a:pt x="5557072" y="5057322"/>
                  </a:lnTo>
                  <a:lnTo>
                    <a:pt x="5550236" y="5055316"/>
                  </a:lnTo>
                  <a:lnTo>
                    <a:pt x="5544718" y="5050811"/>
                  </a:lnTo>
                  <a:lnTo>
                    <a:pt x="5541466" y="5044743"/>
                  </a:lnTo>
                  <a:lnTo>
                    <a:pt x="5540724" y="5037894"/>
                  </a:lnTo>
                  <a:lnTo>
                    <a:pt x="5542735" y="5031048"/>
                  </a:lnTo>
                  <a:lnTo>
                    <a:pt x="5547246" y="5025518"/>
                  </a:lnTo>
                  <a:lnTo>
                    <a:pt x="5553315" y="5022259"/>
                  </a:lnTo>
                  <a:lnTo>
                    <a:pt x="5560159" y="5021512"/>
                  </a:lnTo>
                  <a:lnTo>
                    <a:pt x="5566995" y="5023517"/>
                  </a:lnTo>
                  <a:lnTo>
                    <a:pt x="5572514" y="5028022"/>
                  </a:lnTo>
                  <a:lnTo>
                    <a:pt x="5575767" y="5034089"/>
                  </a:lnTo>
                  <a:lnTo>
                    <a:pt x="5576509" y="5040938"/>
                  </a:lnTo>
                  <a:lnTo>
                    <a:pt x="5574496" y="5047786"/>
                  </a:lnTo>
                  <a:close/>
                </a:path>
                <a:path w="5864859" h="6372860">
                  <a:moveTo>
                    <a:pt x="5755999" y="4712469"/>
                  </a:moveTo>
                  <a:lnTo>
                    <a:pt x="5750430" y="4719305"/>
                  </a:lnTo>
                  <a:lnTo>
                    <a:pt x="5742940" y="4723335"/>
                  </a:lnTo>
                  <a:lnTo>
                    <a:pt x="5734484" y="4724257"/>
                  </a:lnTo>
                  <a:lnTo>
                    <a:pt x="5726018" y="4721767"/>
                  </a:lnTo>
                  <a:lnTo>
                    <a:pt x="5719180" y="4716191"/>
                  </a:lnTo>
                  <a:lnTo>
                    <a:pt x="5715160" y="4708695"/>
                  </a:lnTo>
                  <a:lnTo>
                    <a:pt x="5714251" y="4700238"/>
                  </a:lnTo>
                  <a:lnTo>
                    <a:pt x="5716742" y="4691780"/>
                  </a:lnTo>
                  <a:lnTo>
                    <a:pt x="5722310" y="4684945"/>
                  </a:lnTo>
                  <a:lnTo>
                    <a:pt x="5729800" y="4680915"/>
                  </a:lnTo>
                  <a:lnTo>
                    <a:pt x="5738256" y="4679993"/>
                  </a:lnTo>
                  <a:lnTo>
                    <a:pt x="5746722" y="4682482"/>
                  </a:lnTo>
                  <a:lnTo>
                    <a:pt x="5753560" y="4688058"/>
                  </a:lnTo>
                  <a:lnTo>
                    <a:pt x="5757580" y="4695555"/>
                  </a:lnTo>
                  <a:lnTo>
                    <a:pt x="5758490" y="4704012"/>
                  </a:lnTo>
                  <a:lnTo>
                    <a:pt x="5755999" y="4712469"/>
                  </a:lnTo>
                  <a:close/>
                </a:path>
                <a:path w="5864859" h="6372860">
                  <a:moveTo>
                    <a:pt x="5542819" y="5891708"/>
                  </a:moveTo>
                  <a:lnTo>
                    <a:pt x="5541730" y="5893773"/>
                  </a:lnTo>
                  <a:lnTo>
                    <a:pt x="5540445" y="5894168"/>
                  </a:lnTo>
                  <a:lnTo>
                    <a:pt x="5538383" y="5893081"/>
                  </a:lnTo>
                  <a:lnTo>
                    <a:pt x="5537982" y="5891799"/>
                  </a:lnTo>
                  <a:lnTo>
                    <a:pt x="5539069" y="5889737"/>
                  </a:lnTo>
                  <a:lnTo>
                    <a:pt x="5540354" y="5889343"/>
                  </a:lnTo>
                  <a:lnTo>
                    <a:pt x="5542415" y="5890429"/>
                  </a:lnTo>
                  <a:lnTo>
                    <a:pt x="5542819" y="5891708"/>
                  </a:lnTo>
                  <a:close/>
                </a:path>
                <a:path w="5864859" h="6372860">
                  <a:moveTo>
                    <a:pt x="5726618" y="5554303"/>
                  </a:moveTo>
                  <a:lnTo>
                    <a:pt x="5722806" y="5561536"/>
                  </a:lnTo>
                  <a:lnTo>
                    <a:pt x="5718309" y="5562913"/>
                  </a:lnTo>
                  <a:lnTo>
                    <a:pt x="5711095" y="5559111"/>
                  </a:lnTo>
                  <a:lnTo>
                    <a:pt x="5709689" y="5554624"/>
                  </a:lnTo>
                  <a:lnTo>
                    <a:pt x="5713501" y="5547391"/>
                  </a:lnTo>
                  <a:lnTo>
                    <a:pt x="5717998" y="5546013"/>
                  </a:lnTo>
                  <a:lnTo>
                    <a:pt x="5725212" y="5549815"/>
                  </a:lnTo>
                  <a:lnTo>
                    <a:pt x="5726618" y="5554303"/>
                  </a:lnTo>
                  <a:close/>
                </a:path>
              </a:pathLst>
            </a:custGeom>
            <a:solidFill>
              <a:srgbClr val="7209B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828038"/>
              <a:ext cx="18288000" cy="74589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51133" y="0"/>
              <a:ext cx="2036866" cy="22875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4934" y="2907651"/>
              <a:ext cx="17873345" cy="7047230"/>
            </a:xfrm>
            <a:custGeom>
              <a:avLst/>
              <a:gdLst/>
              <a:ahLst/>
              <a:cxnLst/>
              <a:rect l="l" t="t" r="r" b="b"/>
              <a:pathLst>
                <a:path w="17873345" h="7047230">
                  <a:moveTo>
                    <a:pt x="434047" y="5319636"/>
                  </a:moveTo>
                  <a:lnTo>
                    <a:pt x="429691" y="5294236"/>
                  </a:lnTo>
                  <a:lnTo>
                    <a:pt x="417677" y="5281536"/>
                  </a:lnTo>
                  <a:lnTo>
                    <a:pt x="399605" y="5268836"/>
                  </a:lnTo>
                  <a:lnTo>
                    <a:pt x="377075" y="5256136"/>
                  </a:lnTo>
                  <a:lnTo>
                    <a:pt x="377075" y="1992236"/>
                  </a:lnTo>
                  <a:lnTo>
                    <a:pt x="390956" y="1979536"/>
                  </a:lnTo>
                  <a:lnTo>
                    <a:pt x="402005" y="1966836"/>
                  </a:lnTo>
                  <a:lnTo>
                    <a:pt x="409308" y="1954136"/>
                  </a:lnTo>
                  <a:lnTo>
                    <a:pt x="411949" y="1941436"/>
                  </a:lnTo>
                  <a:lnTo>
                    <a:pt x="408279" y="1928736"/>
                  </a:lnTo>
                  <a:lnTo>
                    <a:pt x="398284" y="1916036"/>
                  </a:lnTo>
                  <a:lnTo>
                    <a:pt x="383501" y="1903336"/>
                  </a:lnTo>
                  <a:lnTo>
                    <a:pt x="347383" y="1903336"/>
                  </a:lnTo>
                  <a:lnTo>
                    <a:pt x="332600" y="1916036"/>
                  </a:lnTo>
                  <a:lnTo>
                    <a:pt x="322605" y="1928736"/>
                  </a:lnTo>
                  <a:lnTo>
                    <a:pt x="318935" y="1941436"/>
                  </a:lnTo>
                  <a:lnTo>
                    <a:pt x="321576" y="1954136"/>
                  </a:lnTo>
                  <a:lnTo>
                    <a:pt x="328879" y="1966836"/>
                  </a:lnTo>
                  <a:lnTo>
                    <a:pt x="339928" y="1979536"/>
                  </a:lnTo>
                  <a:lnTo>
                    <a:pt x="353822" y="1992236"/>
                  </a:lnTo>
                  <a:lnTo>
                    <a:pt x="353822" y="5256136"/>
                  </a:lnTo>
                  <a:lnTo>
                    <a:pt x="331330" y="5268836"/>
                  </a:lnTo>
                  <a:lnTo>
                    <a:pt x="313258" y="5281536"/>
                  </a:lnTo>
                  <a:lnTo>
                    <a:pt x="301218" y="5294236"/>
                  </a:lnTo>
                  <a:lnTo>
                    <a:pt x="296849" y="5319636"/>
                  </a:lnTo>
                  <a:lnTo>
                    <a:pt x="302247" y="5345036"/>
                  </a:lnTo>
                  <a:lnTo>
                    <a:pt x="316979" y="5370436"/>
                  </a:lnTo>
                  <a:lnTo>
                    <a:pt x="338785" y="5383136"/>
                  </a:lnTo>
                  <a:lnTo>
                    <a:pt x="365442" y="5395836"/>
                  </a:lnTo>
                  <a:lnTo>
                    <a:pt x="392099" y="5383136"/>
                  </a:lnTo>
                  <a:lnTo>
                    <a:pt x="413918" y="5370436"/>
                  </a:lnTo>
                  <a:lnTo>
                    <a:pt x="428637" y="5345036"/>
                  </a:lnTo>
                  <a:lnTo>
                    <a:pt x="434047" y="5319636"/>
                  </a:lnTo>
                  <a:close/>
                </a:path>
                <a:path w="17873345" h="7047230">
                  <a:moveTo>
                    <a:pt x="1102601" y="2919336"/>
                  </a:moveTo>
                  <a:lnTo>
                    <a:pt x="1098931" y="2906636"/>
                  </a:lnTo>
                  <a:lnTo>
                    <a:pt x="1088936" y="2893936"/>
                  </a:lnTo>
                  <a:lnTo>
                    <a:pt x="1074153" y="2881236"/>
                  </a:lnTo>
                  <a:lnTo>
                    <a:pt x="1038034" y="2881236"/>
                  </a:lnTo>
                  <a:lnTo>
                    <a:pt x="1023251" y="2893936"/>
                  </a:lnTo>
                  <a:lnTo>
                    <a:pt x="1013256" y="2906636"/>
                  </a:lnTo>
                  <a:lnTo>
                    <a:pt x="1009586" y="2919336"/>
                  </a:lnTo>
                  <a:lnTo>
                    <a:pt x="1012228" y="2944736"/>
                  </a:lnTo>
                  <a:lnTo>
                    <a:pt x="1019530" y="2957436"/>
                  </a:lnTo>
                  <a:lnTo>
                    <a:pt x="1030579" y="2957436"/>
                  </a:lnTo>
                  <a:lnTo>
                    <a:pt x="1044473" y="2970136"/>
                  </a:lnTo>
                  <a:lnTo>
                    <a:pt x="1044473" y="3567036"/>
                  </a:lnTo>
                  <a:lnTo>
                    <a:pt x="701814" y="3909936"/>
                  </a:lnTo>
                  <a:lnTo>
                    <a:pt x="680123" y="3897236"/>
                  </a:lnTo>
                  <a:lnTo>
                    <a:pt x="634060" y="3897236"/>
                  </a:lnTo>
                  <a:lnTo>
                    <a:pt x="613803" y="3909936"/>
                  </a:lnTo>
                  <a:lnTo>
                    <a:pt x="598754" y="3935336"/>
                  </a:lnTo>
                  <a:lnTo>
                    <a:pt x="593737" y="3960736"/>
                  </a:lnTo>
                  <a:lnTo>
                    <a:pt x="598754" y="3986136"/>
                  </a:lnTo>
                  <a:lnTo>
                    <a:pt x="613803" y="4011536"/>
                  </a:lnTo>
                  <a:lnTo>
                    <a:pt x="622147" y="4011536"/>
                  </a:lnTo>
                  <a:lnTo>
                    <a:pt x="631177" y="4024236"/>
                  </a:lnTo>
                  <a:lnTo>
                    <a:pt x="650659" y="4024236"/>
                  </a:lnTo>
                  <a:lnTo>
                    <a:pt x="650659" y="5408536"/>
                  </a:lnTo>
                  <a:lnTo>
                    <a:pt x="61633" y="5916536"/>
                  </a:lnTo>
                  <a:lnTo>
                    <a:pt x="58369" y="5916536"/>
                  </a:lnTo>
                  <a:lnTo>
                    <a:pt x="57442" y="5929236"/>
                  </a:lnTo>
                  <a:lnTo>
                    <a:pt x="56857" y="5929236"/>
                  </a:lnTo>
                  <a:lnTo>
                    <a:pt x="56857" y="6907136"/>
                  </a:lnTo>
                  <a:lnTo>
                    <a:pt x="34391" y="6919836"/>
                  </a:lnTo>
                  <a:lnTo>
                    <a:pt x="16357" y="6932536"/>
                  </a:lnTo>
                  <a:lnTo>
                    <a:pt x="4356" y="6957936"/>
                  </a:lnTo>
                  <a:lnTo>
                    <a:pt x="0" y="6983336"/>
                  </a:lnTo>
                  <a:lnTo>
                    <a:pt x="5410" y="7008736"/>
                  </a:lnTo>
                  <a:lnTo>
                    <a:pt x="20129" y="7034136"/>
                  </a:lnTo>
                  <a:lnTo>
                    <a:pt x="41948" y="7046836"/>
                  </a:lnTo>
                  <a:lnTo>
                    <a:pt x="95262" y="7046836"/>
                  </a:lnTo>
                  <a:lnTo>
                    <a:pt x="117068" y="7034136"/>
                  </a:lnTo>
                  <a:lnTo>
                    <a:pt x="131800" y="7008736"/>
                  </a:lnTo>
                  <a:lnTo>
                    <a:pt x="137198" y="6983336"/>
                  </a:lnTo>
                  <a:lnTo>
                    <a:pt x="132842" y="6957936"/>
                  </a:lnTo>
                  <a:lnTo>
                    <a:pt x="120840" y="6932536"/>
                  </a:lnTo>
                  <a:lnTo>
                    <a:pt x="102768" y="6919836"/>
                  </a:lnTo>
                  <a:lnTo>
                    <a:pt x="80225" y="6907136"/>
                  </a:lnTo>
                  <a:lnTo>
                    <a:pt x="80225" y="5929236"/>
                  </a:lnTo>
                  <a:lnTo>
                    <a:pt x="669963" y="5421236"/>
                  </a:lnTo>
                  <a:lnTo>
                    <a:pt x="674141" y="5421236"/>
                  </a:lnTo>
                  <a:lnTo>
                    <a:pt x="674027" y="4024236"/>
                  </a:lnTo>
                  <a:lnTo>
                    <a:pt x="693508" y="4024236"/>
                  </a:lnTo>
                  <a:lnTo>
                    <a:pt x="702538" y="4011536"/>
                  </a:lnTo>
                  <a:lnTo>
                    <a:pt x="710882" y="4011536"/>
                  </a:lnTo>
                  <a:lnTo>
                    <a:pt x="724877" y="3986136"/>
                  </a:lnTo>
                  <a:lnTo>
                    <a:pt x="730783" y="3960736"/>
                  </a:lnTo>
                  <a:lnTo>
                    <a:pt x="728599" y="3948036"/>
                  </a:lnTo>
                  <a:lnTo>
                    <a:pt x="718324" y="3922636"/>
                  </a:lnTo>
                  <a:lnTo>
                    <a:pt x="730783" y="3909936"/>
                  </a:lnTo>
                  <a:lnTo>
                    <a:pt x="1067142" y="3567036"/>
                  </a:lnTo>
                  <a:lnTo>
                    <a:pt x="1067727" y="3567036"/>
                  </a:lnTo>
                  <a:lnTo>
                    <a:pt x="1067727" y="2970136"/>
                  </a:lnTo>
                  <a:lnTo>
                    <a:pt x="1081608" y="2957436"/>
                  </a:lnTo>
                  <a:lnTo>
                    <a:pt x="1092657" y="2957436"/>
                  </a:lnTo>
                  <a:lnTo>
                    <a:pt x="1099972" y="2944736"/>
                  </a:lnTo>
                  <a:lnTo>
                    <a:pt x="1102601" y="2919336"/>
                  </a:lnTo>
                  <a:close/>
                </a:path>
                <a:path w="17873345" h="7047230">
                  <a:moveTo>
                    <a:pt x="1149604" y="4773536"/>
                  </a:moveTo>
                  <a:lnTo>
                    <a:pt x="1147775" y="4748136"/>
                  </a:lnTo>
                  <a:lnTo>
                    <a:pt x="1136269" y="4722736"/>
                  </a:lnTo>
                  <a:lnTo>
                    <a:pt x="1115860" y="4710036"/>
                  </a:lnTo>
                  <a:lnTo>
                    <a:pt x="1092822" y="4697336"/>
                  </a:lnTo>
                  <a:lnTo>
                    <a:pt x="1069238" y="4697336"/>
                  </a:lnTo>
                  <a:lnTo>
                    <a:pt x="1047216" y="4710036"/>
                  </a:lnTo>
                  <a:lnTo>
                    <a:pt x="1028890" y="4722736"/>
                  </a:lnTo>
                  <a:lnTo>
                    <a:pt x="992378" y="4697336"/>
                  </a:lnTo>
                  <a:lnTo>
                    <a:pt x="992378" y="4227436"/>
                  </a:lnTo>
                  <a:lnTo>
                    <a:pt x="1006271" y="4214736"/>
                  </a:lnTo>
                  <a:lnTo>
                    <a:pt x="1017320" y="4214736"/>
                  </a:lnTo>
                  <a:lnTo>
                    <a:pt x="1024623" y="4202036"/>
                  </a:lnTo>
                  <a:lnTo>
                    <a:pt x="1027264" y="4176636"/>
                  </a:lnTo>
                  <a:lnTo>
                    <a:pt x="1023594" y="4163936"/>
                  </a:lnTo>
                  <a:lnTo>
                    <a:pt x="1013599" y="4151236"/>
                  </a:lnTo>
                  <a:lnTo>
                    <a:pt x="998804" y="4138536"/>
                  </a:lnTo>
                  <a:lnTo>
                    <a:pt x="962698" y="4138536"/>
                  </a:lnTo>
                  <a:lnTo>
                    <a:pt x="947902" y="4151236"/>
                  </a:lnTo>
                  <a:lnTo>
                    <a:pt x="937907" y="4163936"/>
                  </a:lnTo>
                  <a:lnTo>
                    <a:pt x="934237" y="4176636"/>
                  </a:lnTo>
                  <a:lnTo>
                    <a:pt x="936879" y="4202036"/>
                  </a:lnTo>
                  <a:lnTo>
                    <a:pt x="944181" y="4214736"/>
                  </a:lnTo>
                  <a:lnTo>
                    <a:pt x="955243" y="4214736"/>
                  </a:lnTo>
                  <a:lnTo>
                    <a:pt x="969124" y="4227436"/>
                  </a:lnTo>
                  <a:lnTo>
                    <a:pt x="969124" y="4710036"/>
                  </a:lnTo>
                  <a:lnTo>
                    <a:pt x="969937" y="4710036"/>
                  </a:lnTo>
                  <a:lnTo>
                    <a:pt x="972845" y="4722736"/>
                  </a:lnTo>
                  <a:lnTo>
                    <a:pt x="974128" y="4722736"/>
                  </a:lnTo>
                  <a:lnTo>
                    <a:pt x="1017257" y="4748136"/>
                  </a:lnTo>
                  <a:lnTo>
                    <a:pt x="1013053" y="4760836"/>
                  </a:lnTo>
                  <a:lnTo>
                    <a:pt x="1017003" y="4786236"/>
                  </a:lnTo>
                  <a:lnTo>
                    <a:pt x="1028573" y="4811636"/>
                  </a:lnTo>
                  <a:lnTo>
                    <a:pt x="1047254" y="4824336"/>
                  </a:lnTo>
                  <a:lnTo>
                    <a:pt x="1073086" y="4837036"/>
                  </a:lnTo>
                  <a:lnTo>
                    <a:pt x="1099261" y="4837036"/>
                  </a:lnTo>
                  <a:lnTo>
                    <a:pt x="1122870" y="4824336"/>
                  </a:lnTo>
                  <a:lnTo>
                    <a:pt x="1140968" y="4798936"/>
                  </a:lnTo>
                  <a:lnTo>
                    <a:pt x="1149604" y="4773536"/>
                  </a:lnTo>
                  <a:close/>
                </a:path>
                <a:path w="17873345" h="7047230">
                  <a:moveTo>
                    <a:pt x="1541754" y="4989436"/>
                  </a:moveTo>
                  <a:lnTo>
                    <a:pt x="1538097" y="4964036"/>
                  </a:lnTo>
                  <a:lnTo>
                    <a:pt x="1528102" y="4951336"/>
                  </a:lnTo>
                  <a:lnTo>
                    <a:pt x="1513306" y="4938636"/>
                  </a:lnTo>
                  <a:lnTo>
                    <a:pt x="1477187" y="4938636"/>
                  </a:lnTo>
                  <a:lnTo>
                    <a:pt x="1462405" y="4951336"/>
                  </a:lnTo>
                  <a:lnTo>
                    <a:pt x="1452410" y="4964036"/>
                  </a:lnTo>
                  <a:lnTo>
                    <a:pt x="1448739" y="4989436"/>
                  </a:lnTo>
                  <a:lnTo>
                    <a:pt x="1451381" y="5002136"/>
                  </a:lnTo>
                  <a:lnTo>
                    <a:pt x="1458683" y="5014836"/>
                  </a:lnTo>
                  <a:lnTo>
                    <a:pt x="1469732" y="5027536"/>
                  </a:lnTo>
                  <a:lnTo>
                    <a:pt x="1483626" y="5027536"/>
                  </a:lnTo>
                  <a:lnTo>
                    <a:pt x="1483626" y="5319636"/>
                  </a:lnTo>
                  <a:lnTo>
                    <a:pt x="720191" y="6081636"/>
                  </a:lnTo>
                  <a:lnTo>
                    <a:pt x="718794" y="6081636"/>
                  </a:lnTo>
                  <a:lnTo>
                    <a:pt x="717511" y="6094336"/>
                  </a:lnTo>
                  <a:lnTo>
                    <a:pt x="716114" y="6094336"/>
                  </a:lnTo>
                  <a:lnTo>
                    <a:pt x="716114" y="6437236"/>
                  </a:lnTo>
                  <a:lnTo>
                    <a:pt x="693648" y="6449936"/>
                  </a:lnTo>
                  <a:lnTo>
                    <a:pt x="675614" y="6462636"/>
                  </a:lnTo>
                  <a:lnTo>
                    <a:pt x="663613" y="6488036"/>
                  </a:lnTo>
                  <a:lnTo>
                    <a:pt x="659257" y="6500736"/>
                  </a:lnTo>
                  <a:lnTo>
                    <a:pt x="664667" y="6538836"/>
                  </a:lnTo>
                  <a:lnTo>
                    <a:pt x="679386" y="6551536"/>
                  </a:lnTo>
                  <a:lnTo>
                    <a:pt x="701205" y="6564236"/>
                  </a:lnTo>
                  <a:lnTo>
                    <a:pt x="727862" y="6576936"/>
                  </a:lnTo>
                  <a:lnTo>
                    <a:pt x="754519" y="6564236"/>
                  </a:lnTo>
                  <a:lnTo>
                    <a:pt x="776338" y="6551536"/>
                  </a:lnTo>
                  <a:lnTo>
                    <a:pt x="791057" y="6538836"/>
                  </a:lnTo>
                  <a:lnTo>
                    <a:pt x="796467" y="6500736"/>
                  </a:lnTo>
                  <a:lnTo>
                    <a:pt x="792099" y="6488036"/>
                  </a:lnTo>
                  <a:lnTo>
                    <a:pt x="780097" y="6462636"/>
                  </a:lnTo>
                  <a:lnTo>
                    <a:pt x="762025" y="6449936"/>
                  </a:lnTo>
                  <a:lnTo>
                    <a:pt x="739482" y="6437236"/>
                  </a:lnTo>
                  <a:lnTo>
                    <a:pt x="739482" y="6094336"/>
                  </a:lnTo>
                  <a:lnTo>
                    <a:pt x="1506296" y="5332336"/>
                  </a:lnTo>
                  <a:lnTo>
                    <a:pt x="1507223" y="5332336"/>
                  </a:lnTo>
                  <a:lnTo>
                    <a:pt x="1506880" y="5319636"/>
                  </a:lnTo>
                  <a:lnTo>
                    <a:pt x="1506880" y="5027536"/>
                  </a:lnTo>
                  <a:lnTo>
                    <a:pt x="1520761" y="5027536"/>
                  </a:lnTo>
                  <a:lnTo>
                    <a:pt x="1531823" y="5014836"/>
                  </a:lnTo>
                  <a:lnTo>
                    <a:pt x="1539125" y="5002136"/>
                  </a:lnTo>
                  <a:lnTo>
                    <a:pt x="1541754" y="4989436"/>
                  </a:lnTo>
                  <a:close/>
                </a:path>
                <a:path w="17873345" h="7047230">
                  <a:moveTo>
                    <a:pt x="2899816" y="6373736"/>
                  </a:moveTo>
                  <a:lnTo>
                    <a:pt x="2894406" y="6348336"/>
                  </a:lnTo>
                  <a:lnTo>
                    <a:pt x="2879687" y="6322936"/>
                  </a:lnTo>
                  <a:lnTo>
                    <a:pt x="2857868" y="6310236"/>
                  </a:lnTo>
                  <a:lnTo>
                    <a:pt x="2807144" y="6310236"/>
                  </a:lnTo>
                  <a:lnTo>
                    <a:pt x="2786773" y="6322936"/>
                  </a:lnTo>
                  <a:lnTo>
                    <a:pt x="2771711" y="6335636"/>
                  </a:lnTo>
                  <a:lnTo>
                    <a:pt x="2763545" y="6361036"/>
                  </a:lnTo>
                  <a:lnTo>
                    <a:pt x="1834299" y="6361036"/>
                  </a:lnTo>
                  <a:lnTo>
                    <a:pt x="1420495" y="6780136"/>
                  </a:lnTo>
                  <a:lnTo>
                    <a:pt x="673328" y="6780136"/>
                  </a:lnTo>
                  <a:lnTo>
                    <a:pt x="479628" y="6576936"/>
                  </a:lnTo>
                  <a:lnTo>
                    <a:pt x="479628" y="6018136"/>
                  </a:lnTo>
                  <a:lnTo>
                    <a:pt x="1221663" y="5345036"/>
                  </a:lnTo>
                  <a:lnTo>
                    <a:pt x="1224572" y="5345036"/>
                  </a:lnTo>
                  <a:lnTo>
                    <a:pt x="1225740" y="5332336"/>
                  </a:lnTo>
                  <a:lnTo>
                    <a:pt x="1225499" y="5332336"/>
                  </a:lnTo>
                  <a:lnTo>
                    <a:pt x="1225499" y="4392536"/>
                  </a:lnTo>
                  <a:lnTo>
                    <a:pt x="1239393" y="4392536"/>
                  </a:lnTo>
                  <a:lnTo>
                    <a:pt x="1250442" y="4379836"/>
                  </a:lnTo>
                  <a:lnTo>
                    <a:pt x="1257744" y="4367136"/>
                  </a:lnTo>
                  <a:lnTo>
                    <a:pt x="1260386" y="4354436"/>
                  </a:lnTo>
                  <a:lnTo>
                    <a:pt x="1256715" y="4329036"/>
                  </a:lnTo>
                  <a:lnTo>
                    <a:pt x="1246720" y="4316336"/>
                  </a:lnTo>
                  <a:lnTo>
                    <a:pt x="1231938" y="4303636"/>
                  </a:lnTo>
                  <a:lnTo>
                    <a:pt x="1195819" y="4303636"/>
                  </a:lnTo>
                  <a:lnTo>
                    <a:pt x="1181023" y="4316336"/>
                  </a:lnTo>
                  <a:lnTo>
                    <a:pt x="1171041" y="4329036"/>
                  </a:lnTo>
                  <a:lnTo>
                    <a:pt x="1167371" y="4354436"/>
                  </a:lnTo>
                  <a:lnTo>
                    <a:pt x="1170000" y="4367136"/>
                  </a:lnTo>
                  <a:lnTo>
                    <a:pt x="1177302" y="4379836"/>
                  </a:lnTo>
                  <a:lnTo>
                    <a:pt x="1188364" y="4392536"/>
                  </a:lnTo>
                  <a:lnTo>
                    <a:pt x="1202245" y="4392536"/>
                  </a:lnTo>
                  <a:lnTo>
                    <a:pt x="1202245" y="5332336"/>
                  </a:lnTo>
                  <a:lnTo>
                    <a:pt x="460908" y="6005436"/>
                  </a:lnTo>
                  <a:lnTo>
                    <a:pt x="457873" y="6005436"/>
                  </a:lnTo>
                  <a:lnTo>
                    <a:pt x="456946" y="6018136"/>
                  </a:lnTo>
                  <a:lnTo>
                    <a:pt x="456361" y="6018136"/>
                  </a:lnTo>
                  <a:lnTo>
                    <a:pt x="456361" y="6589636"/>
                  </a:lnTo>
                  <a:lnTo>
                    <a:pt x="459155" y="6589636"/>
                  </a:lnTo>
                  <a:lnTo>
                    <a:pt x="662406" y="6792836"/>
                  </a:lnTo>
                  <a:lnTo>
                    <a:pt x="665302" y="6805536"/>
                  </a:lnTo>
                  <a:lnTo>
                    <a:pt x="1429321" y="6805536"/>
                  </a:lnTo>
                  <a:lnTo>
                    <a:pt x="1431886" y="6792836"/>
                  </a:lnTo>
                  <a:lnTo>
                    <a:pt x="1433169" y="6792836"/>
                  </a:lnTo>
                  <a:lnTo>
                    <a:pt x="1446047" y="6780136"/>
                  </a:lnTo>
                  <a:lnTo>
                    <a:pt x="1845462" y="6386436"/>
                  </a:lnTo>
                  <a:lnTo>
                    <a:pt x="2763659" y="6386436"/>
                  </a:lnTo>
                  <a:lnTo>
                    <a:pt x="2771762" y="6411836"/>
                  </a:lnTo>
                  <a:lnTo>
                    <a:pt x="2786799" y="6424536"/>
                  </a:lnTo>
                  <a:lnTo>
                    <a:pt x="2807144" y="6437236"/>
                  </a:lnTo>
                  <a:lnTo>
                    <a:pt x="2857868" y="6437236"/>
                  </a:lnTo>
                  <a:lnTo>
                    <a:pt x="2879687" y="6424536"/>
                  </a:lnTo>
                  <a:lnTo>
                    <a:pt x="2894406" y="6399136"/>
                  </a:lnTo>
                  <a:lnTo>
                    <a:pt x="2897111" y="6386436"/>
                  </a:lnTo>
                  <a:lnTo>
                    <a:pt x="2899816" y="6373736"/>
                  </a:lnTo>
                  <a:close/>
                </a:path>
                <a:path w="17873345" h="7047230">
                  <a:moveTo>
                    <a:pt x="3617087" y="6551536"/>
                  </a:moveTo>
                  <a:lnTo>
                    <a:pt x="3613416" y="6538836"/>
                  </a:lnTo>
                  <a:lnTo>
                    <a:pt x="3603421" y="6526136"/>
                  </a:lnTo>
                  <a:lnTo>
                    <a:pt x="3588639" y="6513436"/>
                  </a:lnTo>
                  <a:lnTo>
                    <a:pt x="3555149" y="6513436"/>
                  </a:lnTo>
                  <a:lnTo>
                    <a:pt x="3541890" y="6526136"/>
                  </a:lnTo>
                  <a:lnTo>
                    <a:pt x="3531730" y="6526136"/>
                  </a:lnTo>
                  <a:lnTo>
                    <a:pt x="3525583" y="6538836"/>
                  </a:lnTo>
                  <a:lnTo>
                    <a:pt x="2308568" y="6538836"/>
                  </a:lnTo>
                  <a:lnTo>
                    <a:pt x="2305901" y="6551536"/>
                  </a:lnTo>
                  <a:lnTo>
                    <a:pt x="2302052" y="6551536"/>
                  </a:lnTo>
                  <a:lnTo>
                    <a:pt x="1877555" y="6970636"/>
                  </a:lnTo>
                  <a:lnTo>
                    <a:pt x="502412" y="6970636"/>
                  </a:lnTo>
                  <a:lnTo>
                    <a:pt x="261607" y="6729336"/>
                  </a:lnTo>
                  <a:lnTo>
                    <a:pt x="261607" y="6386436"/>
                  </a:lnTo>
                  <a:lnTo>
                    <a:pt x="284149" y="6373736"/>
                  </a:lnTo>
                  <a:lnTo>
                    <a:pt x="302221" y="6361036"/>
                  </a:lnTo>
                  <a:lnTo>
                    <a:pt x="314236" y="6335636"/>
                  </a:lnTo>
                  <a:lnTo>
                    <a:pt x="318592" y="6322936"/>
                  </a:lnTo>
                  <a:lnTo>
                    <a:pt x="313182" y="6284836"/>
                  </a:lnTo>
                  <a:lnTo>
                    <a:pt x="298462" y="6272136"/>
                  </a:lnTo>
                  <a:lnTo>
                    <a:pt x="276644" y="6259436"/>
                  </a:lnTo>
                  <a:lnTo>
                    <a:pt x="249986" y="6246736"/>
                  </a:lnTo>
                  <a:lnTo>
                    <a:pt x="223329" y="6259436"/>
                  </a:lnTo>
                  <a:lnTo>
                    <a:pt x="201510" y="6272136"/>
                  </a:lnTo>
                  <a:lnTo>
                    <a:pt x="186791" y="6284836"/>
                  </a:lnTo>
                  <a:lnTo>
                    <a:pt x="181381" y="6322936"/>
                  </a:lnTo>
                  <a:lnTo>
                    <a:pt x="185737" y="6335636"/>
                  </a:lnTo>
                  <a:lnTo>
                    <a:pt x="197751" y="6361036"/>
                  </a:lnTo>
                  <a:lnTo>
                    <a:pt x="215823" y="6373736"/>
                  </a:lnTo>
                  <a:lnTo>
                    <a:pt x="238353" y="6386436"/>
                  </a:lnTo>
                  <a:lnTo>
                    <a:pt x="238353" y="6742036"/>
                  </a:lnTo>
                  <a:lnTo>
                    <a:pt x="242316" y="6742036"/>
                  </a:lnTo>
                  <a:lnTo>
                    <a:pt x="492175" y="6996036"/>
                  </a:lnTo>
                  <a:lnTo>
                    <a:pt x="1891157" y="6996036"/>
                  </a:lnTo>
                  <a:lnTo>
                    <a:pt x="1916061" y="6970636"/>
                  </a:lnTo>
                  <a:lnTo>
                    <a:pt x="2314498" y="6564236"/>
                  </a:lnTo>
                  <a:lnTo>
                    <a:pt x="3525583" y="6564236"/>
                  </a:lnTo>
                  <a:lnTo>
                    <a:pt x="3531793" y="6576936"/>
                  </a:lnTo>
                  <a:lnTo>
                    <a:pt x="3541979" y="6589636"/>
                  </a:lnTo>
                  <a:lnTo>
                    <a:pt x="3555212" y="6602336"/>
                  </a:lnTo>
                  <a:lnTo>
                    <a:pt x="3588639" y="6602336"/>
                  </a:lnTo>
                  <a:lnTo>
                    <a:pt x="3603421" y="6589636"/>
                  </a:lnTo>
                  <a:lnTo>
                    <a:pt x="3613416" y="6576936"/>
                  </a:lnTo>
                  <a:lnTo>
                    <a:pt x="3615258" y="6564236"/>
                  </a:lnTo>
                  <a:lnTo>
                    <a:pt x="3617087" y="6551536"/>
                  </a:lnTo>
                  <a:close/>
                </a:path>
                <a:path w="17873345" h="7047230">
                  <a:moveTo>
                    <a:pt x="4374019" y="6284836"/>
                  </a:moveTo>
                  <a:lnTo>
                    <a:pt x="4370349" y="6272136"/>
                  </a:lnTo>
                  <a:lnTo>
                    <a:pt x="4360354" y="6246736"/>
                  </a:lnTo>
                  <a:lnTo>
                    <a:pt x="4345559" y="6246736"/>
                  </a:lnTo>
                  <a:lnTo>
                    <a:pt x="4327499" y="6234036"/>
                  </a:lnTo>
                  <a:lnTo>
                    <a:pt x="4312069" y="6246736"/>
                  </a:lnTo>
                  <a:lnTo>
                    <a:pt x="4298810" y="6246736"/>
                  </a:lnTo>
                  <a:lnTo>
                    <a:pt x="4288650" y="6259436"/>
                  </a:lnTo>
                  <a:lnTo>
                    <a:pt x="4282503" y="6272136"/>
                  </a:lnTo>
                  <a:lnTo>
                    <a:pt x="3656965" y="6272136"/>
                  </a:lnTo>
                  <a:lnTo>
                    <a:pt x="3492322" y="5992736"/>
                  </a:lnTo>
                  <a:lnTo>
                    <a:pt x="3507867" y="5967336"/>
                  </a:lnTo>
                  <a:lnTo>
                    <a:pt x="3516045" y="5954636"/>
                  </a:lnTo>
                  <a:lnTo>
                    <a:pt x="3516172" y="5941936"/>
                  </a:lnTo>
                  <a:lnTo>
                    <a:pt x="3516299" y="5929236"/>
                  </a:lnTo>
                  <a:lnTo>
                    <a:pt x="3508019" y="5903836"/>
                  </a:lnTo>
                  <a:lnTo>
                    <a:pt x="3489934" y="5878436"/>
                  </a:lnTo>
                  <a:lnTo>
                    <a:pt x="3466350" y="5865736"/>
                  </a:lnTo>
                  <a:lnTo>
                    <a:pt x="3440188" y="5865736"/>
                  </a:lnTo>
                  <a:lnTo>
                    <a:pt x="3414306" y="5878436"/>
                  </a:lnTo>
                  <a:lnTo>
                    <a:pt x="3401885" y="5891136"/>
                  </a:lnTo>
                  <a:lnTo>
                    <a:pt x="3392106" y="5891136"/>
                  </a:lnTo>
                  <a:lnTo>
                    <a:pt x="3385108" y="5916536"/>
                  </a:lnTo>
                  <a:lnTo>
                    <a:pt x="3381057" y="5929236"/>
                  </a:lnTo>
                  <a:lnTo>
                    <a:pt x="2464955" y="5929236"/>
                  </a:lnTo>
                  <a:lnTo>
                    <a:pt x="2339619" y="6145136"/>
                  </a:lnTo>
                  <a:lnTo>
                    <a:pt x="1764766" y="6145136"/>
                  </a:lnTo>
                  <a:lnTo>
                    <a:pt x="1350721" y="6564236"/>
                  </a:lnTo>
                  <a:lnTo>
                    <a:pt x="990396" y="6564236"/>
                  </a:lnTo>
                  <a:lnTo>
                    <a:pt x="990396" y="6221336"/>
                  </a:lnTo>
                  <a:lnTo>
                    <a:pt x="1012939" y="6208636"/>
                  </a:lnTo>
                  <a:lnTo>
                    <a:pt x="1031011" y="6195936"/>
                  </a:lnTo>
                  <a:lnTo>
                    <a:pt x="1043012" y="6170536"/>
                  </a:lnTo>
                  <a:lnTo>
                    <a:pt x="1047369" y="6145136"/>
                  </a:lnTo>
                  <a:lnTo>
                    <a:pt x="1041971" y="6119736"/>
                  </a:lnTo>
                  <a:lnTo>
                    <a:pt x="1027239" y="6107036"/>
                  </a:lnTo>
                  <a:lnTo>
                    <a:pt x="1005433" y="6081636"/>
                  </a:lnTo>
                  <a:lnTo>
                    <a:pt x="952119" y="6081636"/>
                  </a:lnTo>
                  <a:lnTo>
                    <a:pt x="930300" y="6107036"/>
                  </a:lnTo>
                  <a:lnTo>
                    <a:pt x="915581" y="6119736"/>
                  </a:lnTo>
                  <a:lnTo>
                    <a:pt x="910170" y="6145136"/>
                  </a:lnTo>
                  <a:lnTo>
                    <a:pt x="914527" y="6170536"/>
                  </a:lnTo>
                  <a:lnTo>
                    <a:pt x="926541" y="6195936"/>
                  </a:lnTo>
                  <a:lnTo>
                    <a:pt x="944613" y="6208636"/>
                  </a:lnTo>
                  <a:lnTo>
                    <a:pt x="967143" y="6221336"/>
                  </a:lnTo>
                  <a:lnTo>
                    <a:pt x="967143" y="6576936"/>
                  </a:lnTo>
                  <a:lnTo>
                    <a:pt x="972845" y="6589636"/>
                  </a:lnTo>
                  <a:lnTo>
                    <a:pt x="1364335" y="6589636"/>
                  </a:lnTo>
                  <a:lnTo>
                    <a:pt x="1389354" y="6564236"/>
                  </a:lnTo>
                  <a:lnTo>
                    <a:pt x="1777326" y="6170536"/>
                  </a:lnTo>
                  <a:lnTo>
                    <a:pt x="2356358" y="6170536"/>
                  </a:lnTo>
                  <a:lnTo>
                    <a:pt x="2481694" y="5941936"/>
                  </a:lnTo>
                  <a:lnTo>
                    <a:pt x="3380943" y="5941936"/>
                  </a:lnTo>
                  <a:lnTo>
                    <a:pt x="3382213" y="5954636"/>
                  </a:lnTo>
                  <a:lnTo>
                    <a:pt x="3385007" y="5967336"/>
                  </a:lnTo>
                  <a:lnTo>
                    <a:pt x="3389198" y="5967336"/>
                  </a:lnTo>
                  <a:lnTo>
                    <a:pt x="3405111" y="5992736"/>
                  </a:lnTo>
                  <a:lnTo>
                    <a:pt x="3425660" y="6005436"/>
                  </a:lnTo>
                  <a:lnTo>
                    <a:pt x="3472332" y="6005436"/>
                  </a:lnTo>
                  <a:lnTo>
                    <a:pt x="3640226" y="6297536"/>
                  </a:lnTo>
                  <a:lnTo>
                    <a:pt x="4282503" y="6297536"/>
                  </a:lnTo>
                  <a:lnTo>
                    <a:pt x="4288726" y="6310236"/>
                  </a:lnTo>
                  <a:lnTo>
                    <a:pt x="4298899" y="6322936"/>
                  </a:lnTo>
                  <a:lnTo>
                    <a:pt x="4312132" y="6335636"/>
                  </a:lnTo>
                  <a:lnTo>
                    <a:pt x="4327499" y="6335636"/>
                  </a:lnTo>
                  <a:lnTo>
                    <a:pt x="4345559" y="6322936"/>
                  </a:lnTo>
                  <a:lnTo>
                    <a:pt x="4360354" y="6322936"/>
                  </a:lnTo>
                  <a:lnTo>
                    <a:pt x="4370349" y="6297536"/>
                  </a:lnTo>
                  <a:lnTo>
                    <a:pt x="4374019" y="6284836"/>
                  </a:lnTo>
                  <a:close/>
                </a:path>
                <a:path w="17873345" h="7047230">
                  <a:moveTo>
                    <a:pt x="5151983" y="6767436"/>
                  </a:moveTo>
                  <a:lnTo>
                    <a:pt x="5148313" y="6754736"/>
                  </a:lnTo>
                  <a:lnTo>
                    <a:pt x="5138318" y="6742036"/>
                  </a:lnTo>
                  <a:lnTo>
                    <a:pt x="5123535" y="6729336"/>
                  </a:lnTo>
                  <a:lnTo>
                    <a:pt x="5076787" y="6729336"/>
                  </a:lnTo>
                  <a:lnTo>
                    <a:pt x="5066627" y="6742036"/>
                  </a:lnTo>
                  <a:lnTo>
                    <a:pt x="5060480" y="6754736"/>
                  </a:lnTo>
                  <a:lnTo>
                    <a:pt x="2484602" y="6754736"/>
                  </a:lnTo>
                  <a:lnTo>
                    <a:pt x="2476449" y="6742036"/>
                  </a:lnTo>
                  <a:lnTo>
                    <a:pt x="2461412" y="6716636"/>
                  </a:lnTo>
                  <a:lnTo>
                    <a:pt x="2441041" y="6703936"/>
                  </a:lnTo>
                  <a:lnTo>
                    <a:pt x="2390279" y="6703936"/>
                  </a:lnTo>
                  <a:lnTo>
                    <a:pt x="2368461" y="6716636"/>
                  </a:lnTo>
                  <a:lnTo>
                    <a:pt x="2353741" y="6742036"/>
                  </a:lnTo>
                  <a:lnTo>
                    <a:pt x="2348331" y="6767436"/>
                  </a:lnTo>
                  <a:lnTo>
                    <a:pt x="2353741" y="6792836"/>
                  </a:lnTo>
                  <a:lnTo>
                    <a:pt x="2368461" y="6818236"/>
                  </a:lnTo>
                  <a:lnTo>
                    <a:pt x="2390279" y="6830936"/>
                  </a:lnTo>
                  <a:lnTo>
                    <a:pt x="2416937" y="6843636"/>
                  </a:lnTo>
                  <a:lnTo>
                    <a:pt x="2441003" y="6830936"/>
                  </a:lnTo>
                  <a:lnTo>
                    <a:pt x="2461361" y="6818236"/>
                  </a:lnTo>
                  <a:lnTo>
                    <a:pt x="2476436" y="6805536"/>
                  </a:lnTo>
                  <a:lnTo>
                    <a:pt x="2484602" y="6780136"/>
                  </a:lnTo>
                  <a:lnTo>
                    <a:pt x="5060480" y="6780136"/>
                  </a:lnTo>
                  <a:lnTo>
                    <a:pt x="5066690" y="6792836"/>
                  </a:lnTo>
                  <a:lnTo>
                    <a:pt x="5076876" y="6805536"/>
                  </a:lnTo>
                  <a:lnTo>
                    <a:pt x="5090109" y="6818236"/>
                  </a:lnTo>
                  <a:lnTo>
                    <a:pt x="5123535" y="6818236"/>
                  </a:lnTo>
                  <a:lnTo>
                    <a:pt x="5138318" y="6805536"/>
                  </a:lnTo>
                  <a:lnTo>
                    <a:pt x="5148313" y="6792836"/>
                  </a:lnTo>
                  <a:lnTo>
                    <a:pt x="5150155" y="6780136"/>
                  </a:lnTo>
                  <a:lnTo>
                    <a:pt x="5151983" y="6767436"/>
                  </a:lnTo>
                  <a:close/>
                </a:path>
                <a:path w="17873345" h="7047230">
                  <a:moveTo>
                    <a:pt x="17542701" y="1725930"/>
                  </a:moveTo>
                  <a:lnTo>
                    <a:pt x="17537291" y="1699260"/>
                  </a:lnTo>
                  <a:lnTo>
                    <a:pt x="17522571" y="1677454"/>
                  </a:lnTo>
                  <a:lnTo>
                    <a:pt x="17500753" y="1662734"/>
                  </a:lnTo>
                  <a:lnTo>
                    <a:pt x="17474095" y="1657324"/>
                  </a:lnTo>
                  <a:lnTo>
                    <a:pt x="17447438" y="1662734"/>
                  </a:lnTo>
                  <a:lnTo>
                    <a:pt x="17425620" y="1677454"/>
                  </a:lnTo>
                  <a:lnTo>
                    <a:pt x="17410900" y="1699260"/>
                  </a:lnTo>
                  <a:lnTo>
                    <a:pt x="17405490" y="1725930"/>
                  </a:lnTo>
                  <a:lnTo>
                    <a:pt x="17409872" y="1749983"/>
                  </a:lnTo>
                  <a:lnTo>
                    <a:pt x="17421898" y="1770354"/>
                  </a:lnTo>
                  <a:lnTo>
                    <a:pt x="17439983" y="1785429"/>
                  </a:lnTo>
                  <a:lnTo>
                    <a:pt x="17462462" y="1793595"/>
                  </a:lnTo>
                  <a:lnTo>
                    <a:pt x="17462462" y="5060467"/>
                  </a:lnTo>
                  <a:lnTo>
                    <a:pt x="17448505" y="5066690"/>
                  </a:lnTo>
                  <a:lnTo>
                    <a:pt x="17437481" y="5076863"/>
                  </a:lnTo>
                  <a:lnTo>
                    <a:pt x="17430217" y="5090096"/>
                  </a:lnTo>
                  <a:lnTo>
                    <a:pt x="17427588" y="5105463"/>
                  </a:lnTo>
                  <a:lnTo>
                    <a:pt x="17431258" y="5123523"/>
                  </a:lnTo>
                  <a:lnTo>
                    <a:pt x="17441253" y="5138318"/>
                  </a:lnTo>
                  <a:lnTo>
                    <a:pt x="17456036" y="5148313"/>
                  </a:lnTo>
                  <a:lnTo>
                    <a:pt x="17471238" y="5151399"/>
                  </a:lnTo>
                  <a:lnTo>
                    <a:pt x="17476953" y="5151399"/>
                  </a:lnTo>
                  <a:lnTo>
                    <a:pt x="17492155" y="5148313"/>
                  </a:lnTo>
                  <a:lnTo>
                    <a:pt x="17506938" y="5138318"/>
                  </a:lnTo>
                  <a:lnTo>
                    <a:pt x="17516933" y="5123523"/>
                  </a:lnTo>
                  <a:lnTo>
                    <a:pt x="17520603" y="5105463"/>
                  </a:lnTo>
                  <a:lnTo>
                    <a:pt x="17517961" y="5090096"/>
                  </a:lnTo>
                  <a:lnTo>
                    <a:pt x="17510659" y="5076863"/>
                  </a:lnTo>
                  <a:lnTo>
                    <a:pt x="17499610" y="5066690"/>
                  </a:lnTo>
                  <a:lnTo>
                    <a:pt x="17485729" y="5060467"/>
                  </a:lnTo>
                  <a:lnTo>
                    <a:pt x="17485729" y="1793595"/>
                  </a:lnTo>
                  <a:lnTo>
                    <a:pt x="17508258" y="1785429"/>
                  </a:lnTo>
                  <a:lnTo>
                    <a:pt x="17526331" y="1770354"/>
                  </a:lnTo>
                  <a:lnTo>
                    <a:pt x="17538345" y="1749983"/>
                  </a:lnTo>
                  <a:lnTo>
                    <a:pt x="17542701" y="1725930"/>
                  </a:lnTo>
                  <a:close/>
                </a:path>
                <a:path w="17873345" h="7047230">
                  <a:moveTo>
                    <a:pt x="17873053" y="3174936"/>
                  </a:moveTo>
                  <a:lnTo>
                    <a:pt x="17843373" y="3145256"/>
                  </a:lnTo>
                  <a:lnTo>
                    <a:pt x="17826978" y="3128861"/>
                  </a:lnTo>
                  <a:lnTo>
                    <a:pt x="17837239" y="3107169"/>
                  </a:lnTo>
                  <a:lnTo>
                    <a:pt x="17833531" y="3061144"/>
                  </a:lnTo>
                  <a:lnTo>
                    <a:pt x="17802149" y="3028302"/>
                  </a:lnTo>
                  <a:lnTo>
                    <a:pt x="17782680" y="3021774"/>
                  </a:lnTo>
                  <a:lnTo>
                    <a:pt x="17782794" y="1629537"/>
                  </a:lnTo>
                  <a:lnTo>
                    <a:pt x="17781512" y="1626171"/>
                  </a:lnTo>
                  <a:lnTo>
                    <a:pt x="17778616" y="1623606"/>
                  </a:lnTo>
                  <a:lnTo>
                    <a:pt x="17188879" y="1116787"/>
                  </a:lnTo>
                  <a:lnTo>
                    <a:pt x="17188879" y="136271"/>
                  </a:lnTo>
                  <a:lnTo>
                    <a:pt x="17211421" y="128092"/>
                  </a:lnTo>
                  <a:lnTo>
                    <a:pt x="17229493" y="113030"/>
                  </a:lnTo>
                  <a:lnTo>
                    <a:pt x="17241495" y="92659"/>
                  </a:lnTo>
                  <a:lnTo>
                    <a:pt x="17245851" y="68592"/>
                  </a:lnTo>
                  <a:lnTo>
                    <a:pt x="17240454" y="41935"/>
                  </a:lnTo>
                  <a:lnTo>
                    <a:pt x="17225722" y="20129"/>
                  </a:lnTo>
                  <a:lnTo>
                    <a:pt x="17203916" y="5397"/>
                  </a:lnTo>
                  <a:lnTo>
                    <a:pt x="17177258" y="0"/>
                  </a:lnTo>
                  <a:lnTo>
                    <a:pt x="17150588" y="5397"/>
                  </a:lnTo>
                  <a:lnTo>
                    <a:pt x="17128782" y="20129"/>
                  </a:lnTo>
                  <a:lnTo>
                    <a:pt x="17114063" y="41935"/>
                  </a:lnTo>
                  <a:lnTo>
                    <a:pt x="17109237" y="65722"/>
                  </a:lnTo>
                  <a:lnTo>
                    <a:pt x="17109237" y="71805"/>
                  </a:lnTo>
                  <a:lnTo>
                    <a:pt x="17113009" y="92659"/>
                  </a:lnTo>
                  <a:lnTo>
                    <a:pt x="17125023" y="113030"/>
                  </a:lnTo>
                  <a:lnTo>
                    <a:pt x="17143172" y="128092"/>
                  </a:lnTo>
                  <a:lnTo>
                    <a:pt x="17165841" y="136271"/>
                  </a:lnTo>
                  <a:lnTo>
                    <a:pt x="17165511" y="136271"/>
                  </a:lnTo>
                  <a:lnTo>
                    <a:pt x="17165511" y="1123289"/>
                  </a:lnTo>
                  <a:lnTo>
                    <a:pt x="17165739" y="1124343"/>
                  </a:lnTo>
                  <a:lnTo>
                    <a:pt x="17166095" y="1125499"/>
                  </a:lnTo>
                  <a:lnTo>
                    <a:pt x="17167022" y="1128179"/>
                  </a:lnTo>
                  <a:lnTo>
                    <a:pt x="17168419" y="1130147"/>
                  </a:lnTo>
                  <a:lnTo>
                    <a:pt x="17170273" y="1131430"/>
                  </a:lnTo>
                  <a:lnTo>
                    <a:pt x="17759312" y="1637563"/>
                  </a:lnTo>
                  <a:lnTo>
                    <a:pt x="17759312" y="3021774"/>
                  </a:lnTo>
                  <a:lnTo>
                    <a:pt x="17758842" y="3021774"/>
                  </a:lnTo>
                  <a:lnTo>
                    <a:pt x="17748936" y="3024276"/>
                  </a:lnTo>
                  <a:lnTo>
                    <a:pt x="17749114" y="3024276"/>
                  </a:lnTo>
                  <a:lnTo>
                    <a:pt x="17739640" y="3028302"/>
                  </a:lnTo>
                  <a:lnTo>
                    <a:pt x="17730661" y="3033826"/>
                  </a:lnTo>
                  <a:lnTo>
                    <a:pt x="17722380" y="3040837"/>
                  </a:lnTo>
                  <a:lnTo>
                    <a:pt x="17707407" y="3063621"/>
                  </a:lnTo>
                  <a:lnTo>
                    <a:pt x="17702391" y="3089313"/>
                  </a:lnTo>
                  <a:lnTo>
                    <a:pt x="17707407" y="3114967"/>
                  </a:lnTo>
                  <a:lnTo>
                    <a:pt x="17722457" y="3137814"/>
                  </a:lnTo>
                  <a:lnTo>
                    <a:pt x="17742713" y="3151759"/>
                  </a:lnTo>
                  <a:lnTo>
                    <a:pt x="17765497" y="3157664"/>
                  </a:lnTo>
                  <a:lnTo>
                    <a:pt x="17788763" y="3155505"/>
                  </a:lnTo>
                  <a:lnTo>
                    <a:pt x="17810468" y="3145256"/>
                  </a:lnTo>
                  <a:lnTo>
                    <a:pt x="17873053" y="3207842"/>
                  </a:lnTo>
                  <a:lnTo>
                    <a:pt x="17873053" y="3174936"/>
                  </a:lnTo>
                  <a:close/>
                </a:path>
                <a:path w="17873345" h="7047230">
                  <a:moveTo>
                    <a:pt x="17873053" y="486460"/>
                  </a:moveTo>
                  <a:lnTo>
                    <a:pt x="17863173" y="479780"/>
                  </a:lnTo>
                  <a:lnTo>
                    <a:pt x="17836515" y="474383"/>
                  </a:lnTo>
                  <a:lnTo>
                    <a:pt x="17809858" y="479780"/>
                  </a:lnTo>
                  <a:lnTo>
                    <a:pt x="17788039" y="494512"/>
                  </a:lnTo>
                  <a:lnTo>
                    <a:pt x="17773320" y="516318"/>
                  </a:lnTo>
                  <a:lnTo>
                    <a:pt x="17767910" y="542975"/>
                  </a:lnTo>
                  <a:lnTo>
                    <a:pt x="17772266" y="567042"/>
                  </a:lnTo>
                  <a:lnTo>
                    <a:pt x="17784268" y="587425"/>
                  </a:lnTo>
                  <a:lnTo>
                    <a:pt x="17802302" y="602526"/>
                  </a:lnTo>
                  <a:lnTo>
                    <a:pt x="17824768" y="610768"/>
                  </a:lnTo>
                  <a:lnTo>
                    <a:pt x="17824768" y="955979"/>
                  </a:lnTo>
                  <a:lnTo>
                    <a:pt x="17828845" y="963422"/>
                  </a:lnTo>
                  <a:lnTo>
                    <a:pt x="17873053" y="1007643"/>
                  </a:lnTo>
                  <a:lnTo>
                    <a:pt x="17873053" y="974737"/>
                  </a:lnTo>
                  <a:lnTo>
                    <a:pt x="17848136" y="949820"/>
                  </a:lnTo>
                  <a:lnTo>
                    <a:pt x="17848136" y="610768"/>
                  </a:lnTo>
                  <a:lnTo>
                    <a:pt x="17847818" y="610768"/>
                  </a:lnTo>
                  <a:lnTo>
                    <a:pt x="17870539" y="602526"/>
                  </a:lnTo>
                  <a:lnTo>
                    <a:pt x="17873053" y="600494"/>
                  </a:lnTo>
                  <a:lnTo>
                    <a:pt x="17873053" y="486460"/>
                  </a:lnTo>
                  <a:close/>
                </a:path>
                <a:path w="17873345" h="7047230">
                  <a:moveTo>
                    <a:pt x="17873053" y="248818"/>
                  </a:moveTo>
                  <a:lnTo>
                    <a:pt x="17773955" y="248818"/>
                  </a:lnTo>
                  <a:lnTo>
                    <a:pt x="17771047" y="250088"/>
                  </a:lnTo>
                  <a:lnTo>
                    <a:pt x="17567809" y="453339"/>
                  </a:lnTo>
                  <a:lnTo>
                    <a:pt x="17564672" y="459968"/>
                  </a:lnTo>
                  <a:lnTo>
                    <a:pt x="17565015" y="462407"/>
                  </a:lnTo>
                  <a:lnTo>
                    <a:pt x="17565015" y="1032713"/>
                  </a:lnTo>
                  <a:lnTo>
                    <a:pt x="17569549" y="1040625"/>
                  </a:lnTo>
                  <a:lnTo>
                    <a:pt x="17873053" y="1318044"/>
                  </a:lnTo>
                  <a:lnTo>
                    <a:pt x="17873053" y="1286535"/>
                  </a:lnTo>
                  <a:lnTo>
                    <a:pt x="17588268" y="1026210"/>
                  </a:lnTo>
                  <a:lnTo>
                    <a:pt x="17588268" y="465899"/>
                  </a:lnTo>
                  <a:lnTo>
                    <a:pt x="17781982" y="272072"/>
                  </a:lnTo>
                  <a:lnTo>
                    <a:pt x="17873053" y="272072"/>
                  </a:lnTo>
                  <a:lnTo>
                    <a:pt x="17873053" y="248818"/>
                  </a:lnTo>
                  <a:close/>
                </a:path>
                <a:path w="17873345" h="7047230">
                  <a:moveTo>
                    <a:pt x="17873053" y="53365"/>
                  </a:moveTo>
                  <a:lnTo>
                    <a:pt x="17607230" y="53365"/>
                  </a:lnTo>
                  <a:lnTo>
                    <a:pt x="17604207" y="53009"/>
                  </a:lnTo>
                  <a:lnTo>
                    <a:pt x="17600829" y="53949"/>
                  </a:lnTo>
                  <a:lnTo>
                    <a:pt x="17350969" y="303809"/>
                  </a:lnTo>
                  <a:lnTo>
                    <a:pt x="17348645" y="305790"/>
                  </a:lnTo>
                  <a:lnTo>
                    <a:pt x="17347007" y="308813"/>
                  </a:lnTo>
                  <a:lnTo>
                    <a:pt x="17347007" y="663676"/>
                  </a:lnTo>
                  <a:lnTo>
                    <a:pt x="17324477" y="671842"/>
                  </a:lnTo>
                  <a:lnTo>
                    <a:pt x="17306405" y="686917"/>
                  </a:lnTo>
                  <a:lnTo>
                    <a:pt x="17294390" y="707275"/>
                  </a:lnTo>
                  <a:lnTo>
                    <a:pt x="17290034" y="731342"/>
                  </a:lnTo>
                  <a:lnTo>
                    <a:pt x="17295445" y="757999"/>
                  </a:lnTo>
                  <a:lnTo>
                    <a:pt x="17310164" y="779818"/>
                  </a:lnTo>
                  <a:lnTo>
                    <a:pt x="17331982" y="794537"/>
                  </a:lnTo>
                  <a:lnTo>
                    <a:pt x="17358640" y="799947"/>
                  </a:lnTo>
                  <a:lnTo>
                    <a:pt x="17385297" y="794537"/>
                  </a:lnTo>
                  <a:lnTo>
                    <a:pt x="17407103" y="779818"/>
                  </a:lnTo>
                  <a:lnTo>
                    <a:pt x="17421835" y="757999"/>
                  </a:lnTo>
                  <a:lnTo>
                    <a:pt x="17427232" y="731342"/>
                  </a:lnTo>
                  <a:lnTo>
                    <a:pt x="17422876" y="707275"/>
                  </a:lnTo>
                  <a:lnTo>
                    <a:pt x="17410888" y="686917"/>
                  </a:lnTo>
                  <a:lnTo>
                    <a:pt x="17392866" y="671842"/>
                  </a:lnTo>
                  <a:lnTo>
                    <a:pt x="17370590" y="663676"/>
                  </a:lnTo>
                  <a:lnTo>
                    <a:pt x="17370260" y="663676"/>
                  </a:lnTo>
                  <a:lnTo>
                    <a:pt x="17370260" y="317411"/>
                  </a:lnTo>
                  <a:lnTo>
                    <a:pt x="17611065" y="76619"/>
                  </a:lnTo>
                  <a:lnTo>
                    <a:pt x="17873053" y="76619"/>
                  </a:lnTo>
                  <a:lnTo>
                    <a:pt x="17873053" y="53365"/>
                  </a:lnTo>
                  <a:close/>
                </a:path>
              </a:pathLst>
            </a:custGeom>
            <a:solidFill>
              <a:srgbClr val="7209B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42641" y="3418859"/>
              <a:ext cx="5106035" cy="0"/>
            </a:xfrm>
            <a:custGeom>
              <a:avLst/>
              <a:gdLst/>
              <a:ahLst/>
              <a:cxnLst/>
              <a:rect l="l" t="t" r="r" b="b"/>
              <a:pathLst>
                <a:path w="5106035">
                  <a:moveTo>
                    <a:pt x="5105472" y="0"/>
                  </a:moveTo>
                  <a:lnTo>
                    <a:pt x="0" y="0"/>
                  </a:lnTo>
                </a:path>
              </a:pathLst>
            </a:custGeom>
            <a:ln w="38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5282" y="9807819"/>
              <a:ext cx="1053104" cy="4791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973260"/>
              <a:ext cx="3008327" cy="33137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6901" y="494863"/>
              <a:ext cx="1762124" cy="5810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9977" y="4542560"/>
              <a:ext cx="7432222" cy="17175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38546" y="4531130"/>
              <a:ext cx="7455534" cy="1740535"/>
            </a:xfrm>
            <a:custGeom>
              <a:avLst/>
              <a:gdLst/>
              <a:ahLst/>
              <a:cxnLst/>
              <a:rect l="l" t="t" r="r" b="b"/>
              <a:pathLst>
                <a:path w="7455534" h="1740535">
                  <a:moveTo>
                    <a:pt x="0" y="0"/>
                  </a:moveTo>
                  <a:lnTo>
                    <a:pt x="0" y="1740247"/>
                  </a:lnTo>
                  <a:lnTo>
                    <a:pt x="7454949" y="1740247"/>
                  </a:lnTo>
                  <a:lnTo>
                    <a:pt x="7454949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55429" y="2918489"/>
              <a:ext cx="6902938" cy="45200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143999" y="2907059"/>
              <a:ext cx="6924675" cy="4542155"/>
            </a:xfrm>
            <a:custGeom>
              <a:avLst/>
              <a:gdLst/>
              <a:ahLst/>
              <a:cxnLst/>
              <a:rect l="l" t="t" r="r" b="b"/>
              <a:pathLst>
                <a:path w="6924675" h="4542155">
                  <a:moveTo>
                    <a:pt x="0" y="0"/>
                  </a:moveTo>
                  <a:lnTo>
                    <a:pt x="0" y="4542145"/>
                  </a:lnTo>
                  <a:lnTo>
                    <a:pt x="6924674" y="4542145"/>
                  </a:lnTo>
                  <a:lnTo>
                    <a:pt x="6924674" y="0"/>
                  </a:lnTo>
                  <a:lnTo>
                    <a:pt x="0" y="0"/>
                  </a:lnTo>
                </a:path>
              </a:pathLst>
            </a:custGeom>
            <a:ln w="76188">
              <a:solidFill>
                <a:srgbClr val="2041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25846" y="2926115"/>
            <a:ext cx="48463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40045"/>
                </a:solidFill>
                <a:latin typeface="Trebuchet MS"/>
                <a:cs typeface="Trebuchet MS"/>
              </a:rPr>
              <a:t>Total</a:t>
            </a:r>
            <a:r>
              <a:rPr sz="2200" spc="19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rgbClr val="240045"/>
                </a:solidFill>
                <a:latin typeface="Trebuchet MS"/>
                <a:cs typeface="Trebuchet MS"/>
              </a:rPr>
              <a:t>Inventory</a:t>
            </a:r>
            <a:r>
              <a:rPr sz="2200" spc="2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55" dirty="0">
                <a:solidFill>
                  <a:srgbClr val="240045"/>
                </a:solidFill>
                <a:latin typeface="Trebuchet MS"/>
                <a:cs typeface="Trebuchet MS"/>
              </a:rPr>
              <a:t>Weight</a:t>
            </a:r>
            <a:r>
              <a:rPr sz="2200" spc="19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240045"/>
                </a:solidFill>
                <a:latin typeface="Trebuchet MS"/>
                <a:cs typeface="Trebuchet MS"/>
              </a:rPr>
              <a:t>by</a:t>
            </a:r>
            <a:r>
              <a:rPr sz="2200" spc="20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240045"/>
                </a:solidFill>
                <a:latin typeface="Trebuchet MS"/>
                <a:cs typeface="Trebuchet MS"/>
              </a:rPr>
              <a:t>Category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44201" y="1620940"/>
            <a:ext cx="521906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9" dirty="0">
                <a:solidFill>
                  <a:srgbClr val="240045"/>
                </a:solidFill>
              </a:rPr>
              <a:t>SQL</a:t>
            </a:r>
            <a:r>
              <a:rPr spc="-625" dirty="0">
                <a:solidFill>
                  <a:srgbClr val="240045"/>
                </a:solidFill>
              </a:rPr>
              <a:t> </a:t>
            </a:r>
            <a:r>
              <a:rPr spc="-95" dirty="0">
                <a:solidFill>
                  <a:srgbClr val="240045"/>
                </a:solidFill>
              </a:rPr>
              <a:t>Queries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757337" y="8068881"/>
            <a:ext cx="11743055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9554" marR="5080" indent="-237490">
              <a:lnSpc>
                <a:spcPct val="115799"/>
              </a:lnSpc>
              <a:spcBef>
                <a:spcPts val="95"/>
              </a:spcBef>
              <a:buChar char="•"/>
              <a:tabLst>
                <a:tab pos="1492250" algn="l"/>
              </a:tabLst>
            </a:pPr>
            <a:r>
              <a:rPr sz="3225" spc="75" baseline="1291" dirty="0">
                <a:solidFill>
                  <a:srgbClr val="240045"/>
                </a:solidFill>
                <a:latin typeface="Trebuchet MS"/>
                <a:cs typeface="Trebuchet MS"/>
              </a:rPr>
              <a:t>Insights:</a:t>
            </a:r>
            <a:r>
              <a:rPr sz="3225" baseline="1291" dirty="0">
                <a:solidFill>
                  <a:srgbClr val="240045"/>
                </a:solidFill>
                <a:latin typeface="Trebuchet MS"/>
                <a:cs typeface="Trebuchet MS"/>
              </a:rPr>
              <a:t>	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Understand</a:t>
            </a:r>
            <a:r>
              <a:rPr sz="2150" spc="29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physical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75" dirty="0">
                <a:solidFill>
                  <a:srgbClr val="240045"/>
                </a:solidFill>
                <a:latin typeface="Trebuchet MS"/>
                <a:cs typeface="Trebuchet MS"/>
              </a:rPr>
              <a:t>storage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demands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75" dirty="0">
                <a:solidFill>
                  <a:srgbClr val="240045"/>
                </a:solidFill>
                <a:latin typeface="Trebuchet MS"/>
                <a:cs typeface="Trebuchet MS"/>
              </a:rPr>
              <a:t>by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90" dirty="0">
                <a:solidFill>
                  <a:srgbClr val="240045"/>
                </a:solidFill>
                <a:latin typeface="Trebuchet MS"/>
                <a:cs typeface="Trebuchet MS"/>
              </a:rPr>
              <a:t>category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—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relevant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240045"/>
                </a:solidFill>
                <a:latin typeface="Trebuchet MS"/>
                <a:cs typeface="Trebuchet MS"/>
              </a:rPr>
              <a:t>for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55" dirty="0">
                <a:solidFill>
                  <a:srgbClr val="240045"/>
                </a:solidFill>
                <a:latin typeface="Trebuchet MS"/>
                <a:cs typeface="Trebuchet MS"/>
              </a:rPr>
              <a:t>logistics</a:t>
            </a:r>
            <a:r>
              <a:rPr sz="2150" spc="3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240045"/>
                </a:solidFill>
                <a:latin typeface="Trebuchet MS"/>
                <a:cs typeface="Trebuchet MS"/>
              </a:rPr>
              <a:t>and 	</a:t>
            </a:r>
            <a:r>
              <a:rPr sz="2150" spc="70" dirty="0">
                <a:solidFill>
                  <a:srgbClr val="240045"/>
                </a:solidFill>
                <a:latin typeface="Trebuchet MS"/>
                <a:cs typeface="Trebuchet MS"/>
              </a:rPr>
              <a:t>warehouse</a:t>
            </a:r>
            <a:r>
              <a:rPr sz="2150" spc="21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240045"/>
                </a:solidFill>
                <a:latin typeface="Trebuchet MS"/>
                <a:cs typeface="Trebuchet MS"/>
              </a:rPr>
              <a:t>teams.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81073" y="958246"/>
            <a:ext cx="7385050" cy="188658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 marR="5080">
              <a:lnSpc>
                <a:spcPts val="6980"/>
              </a:lnSpc>
              <a:spcBef>
                <a:spcPts val="895"/>
              </a:spcBef>
            </a:pPr>
            <a:r>
              <a:rPr spc="-295" dirty="0">
                <a:solidFill>
                  <a:srgbClr val="240045"/>
                </a:solidFill>
              </a:rPr>
              <a:t>Business</a:t>
            </a:r>
            <a:r>
              <a:rPr spc="-600" dirty="0">
                <a:solidFill>
                  <a:srgbClr val="240045"/>
                </a:solidFill>
              </a:rPr>
              <a:t> </a:t>
            </a:r>
            <a:r>
              <a:rPr spc="-140" dirty="0">
                <a:solidFill>
                  <a:srgbClr val="240045"/>
                </a:solidFill>
              </a:rPr>
              <a:t>Insights </a:t>
            </a:r>
            <a:r>
              <a:rPr spc="114" dirty="0">
                <a:solidFill>
                  <a:srgbClr val="240045"/>
                </a:solidFill>
              </a:rPr>
              <a:t>from</a:t>
            </a:r>
            <a:r>
              <a:rPr spc="-635" dirty="0">
                <a:solidFill>
                  <a:srgbClr val="240045"/>
                </a:solidFill>
              </a:rPr>
              <a:t> </a:t>
            </a:r>
            <a:r>
              <a:rPr spc="-434" dirty="0">
                <a:solidFill>
                  <a:srgbClr val="240045"/>
                </a:solidFill>
              </a:rPr>
              <a:t>SQL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084685" cy="7098665"/>
            <a:chOff x="0" y="0"/>
            <a:chExt cx="12084685" cy="709866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129665" cy="5652770"/>
            </a:xfrm>
            <a:custGeom>
              <a:avLst/>
              <a:gdLst/>
              <a:ahLst/>
              <a:cxnLst/>
              <a:rect l="l" t="t" r="r" b="b"/>
              <a:pathLst>
                <a:path w="1129665" h="5652770">
                  <a:moveTo>
                    <a:pt x="898661" y="1258027"/>
                  </a:moveTo>
                  <a:lnTo>
                    <a:pt x="898250" y="1255147"/>
                  </a:lnTo>
                  <a:lnTo>
                    <a:pt x="898250" y="359993"/>
                  </a:lnTo>
                  <a:lnTo>
                    <a:pt x="896741" y="356565"/>
                  </a:lnTo>
                  <a:lnTo>
                    <a:pt x="657009" y="116833"/>
                  </a:lnTo>
                  <a:lnTo>
                    <a:pt x="649192" y="113130"/>
                  </a:lnTo>
                  <a:lnTo>
                    <a:pt x="647272" y="113404"/>
                  </a:lnTo>
                  <a:lnTo>
                    <a:pt x="647135" y="113424"/>
                  </a:lnTo>
                  <a:lnTo>
                    <a:pt x="0" y="113542"/>
                  </a:lnTo>
                  <a:lnTo>
                    <a:pt x="0" y="140971"/>
                  </a:lnTo>
                  <a:lnTo>
                    <a:pt x="642197" y="140971"/>
                  </a:lnTo>
                  <a:lnTo>
                    <a:pt x="870820" y="369457"/>
                  </a:lnTo>
                  <a:lnTo>
                    <a:pt x="870820" y="1289845"/>
                  </a:lnTo>
                  <a:lnTo>
                    <a:pt x="894958" y="1265707"/>
                  </a:lnTo>
                  <a:lnTo>
                    <a:pt x="895507" y="1265021"/>
                  </a:lnTo>
                  <a:lnTo>
                    <a:pt x="896055" y="1264199"/>
                  </a:lnTo>
                  <a:lnTo>
                    <a:pt x="897976" y="1261181"/>
                  </a:lnTo>
                  <a:lnTo>
                    <a:pt x="898661" y="1258027"/>
                  </a:lnTo>
                  <a:close/>
                </a:path>
                <a:path w="1129665" h="5652770">
                  <a:moveTo>
                    <a:pt x="632186" y="433778"/>
                  </a:moveTo>
                  <a:lnTo>
                    <a:pt x="625811" y="402331"/>
                  </a:lnTo>
                  <a:lnTo>
                    <a:pt x="608442" y="376605"/>
                  </a:lnTo>
                  <a:lnTo>
                    <a:pt x="582717" y="359237"/>
                  </a:lnTo>
                  <a:lnTo>
                    <a:pt x="551269" y="352862"/>
                  </a:lnTo>
                  <a:lnTo>
                    <a:pt x="522884" y="357998"/>
                  </a:lnTo>
                  <a:lnTo>
                    <a:pt x="498845" y="372148"/>
                  </a:lnTo>
                  <a:lnTo>
                    <a:pt x="481029" y="393421"/>
                  </a:lnTo>
                  <a:lnTo>
                    <a:pt x="471313" y="419926"/>
                  </a:lnTo>
                  <a:lnTo>
                    <a:pt x="64126" y="419926"/>
                  </a:lnTo>
                  <a:lnTo>
                    <a:pt x="55348" y="424726"/>
                  </a:lnTo>
                  <a:lnTo>
                    <a:pt x="0" y="480075"/>
                  </a:lnTo>
                  <a:lnTo>
                    <a:pt x="0" y="518888"/>
                  </a:lnTo>
                  <a:lnTo>
                    <a:pt x="71395" y="447493"/>
                  </a:lnTo>
                  <a:lnTo>
                    <a:pt x="471450" y="447493"/>
                  </a:lnTo>
                  <a:lnTo>
                    <a:pt x="481029" y="473917"/>
                  </a:lnTo>
                  <a:lnTo>
                    <a:pt x="498845" y="495370"/>
                  </a:lnTo>
                  <a:lnTo>
                    <a:pt x="522884" y="509554"/>
                  </a:lnTo>
                  <a:lnTo>
                    <a:pt x="551269" y="514694"/>
                  </a:lnTo>
                  <a:lnTo>
                    <a:pt x="582717" y="508319"/>
                  </a:lnTo>
                  <a:lnTo>
                    <a:pt x="608442" y="490951"/>
                  </a:lnTo>
                  <a:lnTo>
                    <a:pt x="625811" y="465225"/>
                  </a:lnTo>
                  <a:lnTo>
                    <a:pt x="632186" y="433778"/>
                  </a:lnTo>
                  <a:close/>
                </a:path>
                <a:path w="1129665" h="5652770">
                  <a:moveTo>
                    <a:pt x="128173" y="2366533"/>
                  </a:moveTo>
                  <a:lnTo>
                    <a:pt x="128173" y="2334899"/>
                  </a:lnTo>
                  <a:lnTo>
                    <a:pt x="0" y="2408906"/>
                  </a:lnTo>
                  <a:lnTo>
                    <a:pt x="0" y="2440580"/>
                  </a:lnTo>
                  <a:lnTo>
                    <a:pt x="128173" y="2366533"/>
                  </a:lnTo>
                  <a:close/>
                </a:path>
                <a:path w="1129665" h="5652770">
                  <a:moveTo>
                    <a:pt x="346098" y="4679688"/>
                  </a:moveTo>
                  <a:lnTo>
                    <a:pt x="342987" y="4661559"/>
                  </a:lnTo>
                  <a:lnTo>
                    <a:pt x="334372" y="4645950"/>
                  </a:lnTo>
                  <a:lnTo>
                    <a:pt x="321335" y="4633941"/>
                  </a:lnTo>
                  <a:lnTo>
                    <a:pt x="304954" y="4626612"/>
                  </a:lnTo>
                  <a:lnTo>
                    <a:pt x="304954" y="3876285"/>
                  </a:lnTo>
                  <a:lnTo>
                    <a:pt x="302897" y="3871622"/>
                  </a:lnTo>
                  <a:lnTo>
                    <a:pt x="298097" y="3869017"/>
                  </a:lnTo>
                  <a:lnTo>
                    <a:pt x="0" y="3696973"/>
                  </a:lnTo>
                  <a:lnTo>
                    <a:pt x="0" y="3728498"/>
                  </a:lnTo>
                  <a:lnTo>
                    <a:pt x="277525" y="3888766"/>
                  </a:lnTo>
                  <a:lnTo>
                    <a:pt x="277525" y="4731759"/>
                  </a:lnTo>
                  <a:lnTo>
                    <a:pt x="291240" y="4734546"/>
                  </a:lnTo>
                  <a:lnTo>
                    <a:pt x="312540" y="4730218"/>
                  </a:lnTo>
                  <a:lnTo>
                    <a:pt x="329984" y="4718432"/>
                  </a:lnTo>
                  <a:lnTo>
                    <a:pt x="341770" y="4700988"/>
                  </a:lnTo>
                  <a:lnTo>
                    <a:pt x="346098" y="4679688"/>
                  </a:lnTo>
                  <a:close/>
                </a:path>
                <a:path w="1129665" h="5652770">
                  <a:moveTo>
                    <a:pt x="56857" y="760857"/>
                  </a:moveTo>
                  <a:lnTo>
                    <a:pt x="56857" y="698623"/>
                  </a:lnTo>
                  <a:lnTo>
                    <a:pt x="50548" y="729740"/>
                  </a:lnTo>
                  <a:lnTo>
                    <a:pt x="56857" y="760857"/>
                  </a:lnTo>
                  <a:close/>
                </a:path>
                <a:path w="1129665" h="5652770">
                  <a:moveTo>
                    <a:pt x="647272" y="1178619"/>
                  </a:moveTo>
                  <a:lnTo>
                    <a:pt x="647272" y="729740"/>
                  </a:lnTo>
                  <a:lnTo>
                    <a:pt x="647135" y="722745"/>
                  </a:lnTo>
                  <a:lnTo>
                    <a:pt x="642060" y="716025"/>
                  </a:lnTo>
                  <a:lnTo>
                    <a:pt x="211284" y="716025"/>
                  </a:lnTo>
                  <a:lnTo>
                    <a:pt x="201647" y="689440"/>
                  </a:lnTo>
                  <a:lnTo>
                    <a:pt x="183872" y="668127"/>
                  </a:lnTo>
                  <a:lnTo>
                    <a:pt x="159847" y="653962"/>
                  </a:lnTo>
                  <a:lnTo>
                    <a:pt x="131465" y="648823"/>
                  </a:lnTo>
                  <a:lnTo>
                    <a:pt x="100017" y="655198"/>
                  </a:lnTo>
                  <a:lnTo>
                    <a:pt x="74292" y="672567"/>
                  </a:lnTo>
                  <a:lnTo>
                    <a:pt x="56857" y="698392"/>
                  </a:lnTo>
                  <a:lnTo>
                    <a:pt x="56857" y="761088"/>
                  </a:lnTo>
                  <a:lnTo>
                    <a:pt x="74292" y="786912"/>
                  </a:lnTo>
                  <a:lnTo>
                    <a:pt x="100017" y="804281"/>
                  </a:lnTo>
                  <a:lnTo>
                    <a:pt x="130368" y="810434"/>
                  </a:lnTo>
                  <a:lnTo>
                    <a:pt x="130916" y="810545"/>
                  </a:lnTo>
                  <a:lnTo>
                    <a:pt x="131465" y="810656"/>
                  </a:lnTo>
                  <a:lnTo>
                    <a:pt x="159847" y="805528"/>
                  </a:lnTo>
                  <a:lnTo>
                    <a:pt x="183872" y="791383"/>
                  </a:lnTo>
                  <a:lnTo>
                    <a:pt x="201647" y="770062"/>
                  </a:lnTo>
                  <a:lnTo>
                    <a:pt x="211284" y="743454"/>
                  </a:lnTo>
                  <a:lnTo>
                    <a:pt x="619843" y="743454"/>
                  </a:lnTo>
                  <a:lnTo>
                    <a:pt x="619843" y="1207289"/>
                  </a:lnTo>
                  <a:lnTo>
                    <a:pt x="642609" y="1184516"/>
                  </a:lnTo>
                  <a:lnTo>
                    <a:pt x="645352" y="1182185"/>
                  </a:lnTo>
                  <a:lnTo>
                    <a:pt x="647272" y="1178619"/>
                  </a:lnTo>
                  <a:close/>
                </a:path>
                <a:path w="1129665" h="5652770">
                  <a:moveTo>
                    <a:pt x="619843" y="1207289"/>
                  </a:moveTo>
                  <a:lnTo>
                    <a:pt x="619843" y="1168470"/>
                  </a:lnTo>
                  <a:lnTo>
                    <a:pt x="131465" y="1656848"/>
                  </a:lnTo>
                  <a:lnTo>
                    <a:pt x="130916" y="1657534"/>
                  </a:lnTo>
                  <a:lnTo>
                    <a:pt x="130368" y="1658357"/>
                  </a:lnTo>
                  <a:lnTo>
                    <a:pt x="128447" y="1661511"/>
                  </a:lnTo>
                  <a:lnTo>
                    <a:pt x="127899" y="1664665"/>
                  </a:lnTo>
                  <a:lnTo>
                    <a:pt x="128173" y="1667545"/>
                  </a:lnTo>
                  <a:lnTo>
                    <a:pt x="128173" y="2366533"/>
                  </a:lnTo>
                  <a:lnTo>
                    <a:pt x="148745" y="2354648"/>
                  </a:lnTo>
                  <a:lnTo>
                    <a:pt x="152723" y="2352454"/>
                  </a:lnTo>
                  <a:lnTo>
                    <a:pt x="155602" y="2348477"/>
                  </a:lnTo>
                  <a:lnTo>
                    <a:pt x="155602" y="1671660"/>
                  </a:lnTo>
                  <a:lnTo>
                    <a:pt x="619843" y="1207289"/>
                  </a:lnTo>
                  <a:close/>
                </a:path>
                <a:path w="1129665" h="5652770">
                  <a:moveTo>
                    <a:pt x="277525" y="4731759"/>
                  </a:moveTo>
                  <a:lnTo>
                    <a:pt x="277525" y="4626612"/>
                  </a:lnTo>
                  <a:lnTo>
                    <a:pt x="261145" y="4633864"/>
                  </a:lnTo>
                  <a:lnTo>
                    <a:pt x="248107" y="4645847"/>
                  </a:lnTo>
                  <a:lnTo>
                    <a:pt x="239493" y="4661482"/>
                  </a:lnTo>
                  <a:lnTo>
                    <a:pt x="236381" y="4679688"/>
                  </a:lnTo>
                  <a:lnTo>
                    <a:pt x="240710" y="4700988"/>
                  </a:lnTo>
                  <a:lnTo>
                    <a:pt x="252496" y="4718432"/>
                  </a:lnTo>
                  <a:lnTo>
                    <a:pt x="269939" y="4730218"/>
                  </a:lnTo>
                  <a:lnTo>
                    <a:pt x="277525" y="4731759"/>
                  </a:lnTo>
                  <a:close/>
                </a:path>
                <a:path w="1129665" h="5652770">
                  <a:moveTo>
                    <a:pt x="870820" y="1289845"/>
                  </a:moveTo>
                  <a:lnTo>
                    <a:pt x="870820" y="1250758"/>
                  </a:lnTo>
                  <a:lnTo>
                    <a:pt x="382717" y="1738862"/>
                  </a:lnTo>
                  <a:lnTo>
                    <a:pt x="381208" y="1742290"/>
                  </a:lnTo>
                  <a:lnTo>
                    <a:pt x="381208" y="2834934"/>
                  </a:lnTo>
                  <a:lnTo>
                    <a:pt x="354623" y="2844571"/>
                  </a:lnTo>
                  <a:lnTo>
                    <a:pt x="333310" y="2862347"/>
                  </a:lnTo>
                  <a:lnTo>
                    <a:pt x="319145" y="2886371"/>
                  </a:lnTo>
                  <a:lnTo>
                    <a:pt x="314007" y="2914754"/>
                  </a:lnTo>
                  <a:lnTo>
                    <a:pt x="320382" y="2946201"/>
                  </a:lnTo>
                  <a:lnTo>
                    <a:pt x="337750" y="2971926"/>
                  </a:lnTo>
                  <a:lnTo>
                    <a:pt x="363476" y="2989295"/>
                  </a:lnTo>
                  <a:lnTo>
                    <a:pt x="394923" y="2995670"/>
                  </a:lnTo>
                  <a:lnTo>
                    <a:pt x="408637" y="2992890"/>
                  </a:lnTo>
                  <a:lnTo>
                    <a:pt x="408637" y="1752028"/>
                  </a:lnTo>
                  <a:lnTo>
                    <a:pt x="870820" y="1289845"/>
                  </a:lnTo>
                  <a:close/>
                </a:path>
                <a:path w="1129665" h="5652770">
                  <a:moveTo>
                    <a:pt x="475839" y="2914754"/>
                  </a:moveTo>
                  <a:lnTo>
                    <a:pt x="470700" y="2886373"/>
                  </a:lnTo>
                  <a:lnTo>
                    <a:pt x="456536" y="2862364"/>
                  </a:lnTo>
                  <a:lnTo>
                    <a:pt x="435222" y="2844629"/>
                  </a:lnTo>
                  <a:lnTo>
                    <a:pt x="408637" y="2835072"/>
                  </a:lnTo>
                  <a:lnTo>
                    <a:pt x="408637" y="2992890"/>
                  </a:lnTo>
                  <a:lnTo>
                    <a:pt x="426370" y="2989295"/>
                  </a:lnTo>
                  <a:lnTo>
                    <a:pt x="452096" y="2971926"/>
                  </a:lnTo>
                  <a:lnTo>
                    <a:pt x="469464" y="2946201"/>
                  </a:lnTo>
                  <a:lnTo>
                    <a:pt x="475839" y="2914754"/>
                  </a:lnTo>
                  <a:close/>
                </a:path>
                <a:path w="1129665" h="5652770">
                  <a:moveTo>
                    <a:pt x="597351" y="3838938"/>
                  </a:moveTo>
                  <a:lnTo>
                    <a:pt x="597351" y="3733791"/>
                  </a:lnTo>
                  <a:lnTo>
                    <a:pt x="580970" y="3741042"/>
                  </a:lnTo>
                  <a:lnTo>
                    <a:pt x="567933" y="3753025"/>
                  </a:lnTo>
                  <a:lnTo>
                    <a:pt x="559318" y="3768660"/>
                  </a:lnTo>
                  <a:lnTo>
                    <a:pt x="556207" y="3786866"/>
                  </a:lnTo>
                  <a:lnTo>
                    <a:pt x="560536" y="3808167"/>
                  </a:lnTo>
                  <a:lnTo>
                    <a:pt x="572322" y="3825610"/>
                  </a:lnTo>
                  <a:lnTo>
                    <a:pt x="589765" y="3837396"/>
                  </a:lnTo>
                  <a:lnTo>
                    <a:pt x="597077" y="3838882"/>
                  </a:lnTo>
                  <a:lnTo>
                    <a:pt x="597351" y="3838938"/>
                  </a:lnTo>
                  <a:close/>
                </a:path>
                <a:path w="1129665" h="5652770">
                  <a:moveTo>
                    <a:pt x="1101363" y="1828692"/>
                  </a:moveTo>
                  <a:lnTo>
                    <a:pt x="1101363" y="1789880"/>
                  </a:lnTo>
                  <a:lnTo>
                    <a:pt x="600642" y="2290601"/>
                  </a:lnTo>
                  <a:lnTo>
                    <a:pt x="600094" y="2291287"/>
                  </a:lnTo>
                  <a:lnTo>
                    <a:pt x="599545" y="2292110"/>
                  </a:lnTo>
                  <a:lnTo>
                    <a:pt x="597625" y="2295127"/>
                  </a:lnTo>
                  <a:lnTo>
                    <a:pt x="597077" y="2298281"/>
                  </a:lnTo>
                  <a:lnTo>
                    <a:pt x="597351" y="2301161"/>
                  </a:lnTo>
                  <a:lnTo>
                    <a:pt x="597351" y="3838938"/>
                  </a:lnTo>
                  <a:lnTo>
                    <a:pt x="611065" y="3841725"/>
                  </a:lnTo>
                  <a:lnTo>
                    <a:pt x="624780" y="3838938"/>
                  </a:lnTo>
                  <a:lnTo>
                    <a:pt x="624780" y="2305275"/>
                  </a:lnTo>
                  <a:lnTo>
                    <a:pt x="1101363" y="1828692"/>
                  </a:lnTo>
                  <a:close/>
                </a:path>
                <a:path w="1129665" h="5652770">
                  <a:moveTo>
                    <a:pt x="665924" y="3786866"/>
                  </a:moveTo>
                  <a:lnTo>
                    <a:pt x="662812" y="3768737"/>
                  </a:lnTo>
                  <a:lnTo>
                    <a:pt x="654198" y="3753128"/>
                  </a:lnTo>
                  <a:lnTo>
                    <a:pt x="641160" y="3741119"/>
                  </a:lnTo>
                  <a:lnTo>
                    <a:pt x="624780" y="3733791"/>
                  </a:lnTo>
                  <a:lnTo>
                    <a:pt x="624780" y="3838938"/>
                  </a:lnTo>
                  <a:lnTo>
                    <a:pt x="632186" y="3837433"/>
                  </a:lnTo>
                  <a:lnTo>
                    <a:pt x="632366" y="3837396"/>
                  </a:lnTo>
                  <a:lnTo>
                    <a:pt x="649809" y="3825610"/>
                  </a:lnTo>
                  <a:lnTo>
                    <a:pt x="661595" y="3808167"/>
                  </a:lnTo>
                  <a:lnTo>
                    <a:pt x="665924" y="3786866"/>
                  </a:lnTo>
                  <a:close/>
                </a:path>
                <a:path w="1129665" h="5652770">
                  <a:moveTo>
                    <a:pt x="943782" y="2426102"/>
                  </a:moveTo>
                  <a:lnTo>
                    <a:pt x="937407" y="2394654"/>
                  </a:lnTo>
                  <a:lnTo>
                    <a:pt x="920039" y="2368929"/>
                  </a:lnTo>
                  <a:lnTo>
                    <a:pt x="894313" y="2351560"/>
                  </a:lnTo>
                  <a:lnTo>
                    <a:pt x="862866" y="2345185"/>
                  </a:lnTo>
                  <a:lnTo>
                    <a:pt x="831419" y="2351560"/>
                  </a:lnTo>
                  <a:lnTo>
                    <a:pt x="805693" y="2368929"/>
                  </a:lnTo>
                  <a:lnTo>
                    <a:pt x="788325" y="2394654"/>
                  </a:lnTo>
                  <a:lnTo>
                    <a:pt x="781949" y="2426102"/>
                  </a:lnTo>
                  <a:lnTo>
                    <a:pt x="787107" y="2454542"/>
                  </a:lnTo>
                  <a:lnTo>
                    <a:pt x="801304" y="2478560"/>
                  </a:lnTo>
                  <a:lnTo>
                    <a:pt x="822624" y="2496303"/>
                  </a:lnTo>
                  <a:lnTo>
                    <a:pt x="849151" y="2505921"/>
                  </a:lnTo>
                  <a:lnTo>
                    <a:pt x="849151" y="5649405"/>
                  </a:lnTo>
                  <a:lnTo>
                    <a:pt x="862866" y="5652192"/>
                  </a:lnTo>
                  <a:lnTo>
                    <a:pt x="876580" y="5649405"/>
                  </a:lnTo>
                  <a:lnTo>
                    <a:pt x="876580" y="2505921"/>
                  </a:lnTo>
                  <a:lnTo>
                    <a:pt x="903165" y="2496284"/>
                  </a:lnTo>
                  <a:lnTo>
                    <a:pt x="924479" y="2478509"/>
                  </a:lnTo>
                  <a:lnTo>
                    <a:pt x="938643" y="2454484"/>
                  </a:lnTo>
                  <a:lnTo>
                    <a:pt x="943782" y="2426102"/>
                  </a:lnTo>
                  <a:close/>
                </a:path>
                <a:path w="1129665" h="5652770">
                  <a:moveTo>
                    <a:pt x="849151" y="5649405"/>
                  </a:moveTo>
                  <a:lnTo>
                    <a:pt x="849151" y="5544258"/>
                  </a:lnTo>
                  <a:lnTo>
                    <a:pt x="832771" y="5551510"/>
                  </a:lnTo>
                  <a:lnTo>
                    <a:pt x="819733" y="5563493"/>
                  </a:lnTo>
                  <a:lnTo>
                    <a:pt x="811119" y="5579128"/>
                  </a:lnTo>
                  <a:lnTo>
                    <a:pt x="808007" y="5597334"/>
                  </a:lnTo>
                  <a:lnTo>
                    <a:pt x="812336" y="5618634"/>
                  </a:lnTo>
                  <a:lnTo>
                    <a:pt x="824122" y="5636078"/>
                  </a:lnTo>
                  <a:lnTo>
                    <a:pt x="841565" y="5647864"/>
                  </a:lnTo>
                  <a:lnTo>
                    <a:pt x="849151" y="5649405"/>
                  </a:lnTo>
                  <a:close/>
                </a:path>
                <a:path w="1129665" h="5652770">
                  <a:moveTo>
                    <a:pt x="917724" y="5597334"/>
                  </a:moveTo>
                  <a:lnTo>
                    <a:pt x="914613" y="5579205"/>
                  </a:lnTo>
                  <a:lnTo>
                    <a:pt x="905998" y="5563596"/>
                  </a:lnTo>
                  <a:lnTo>
                    <a:pt x="892961" y="5551587"/>
                  </a:lnTo>
                  <a:lnTo>
                    <a:pt x="876580" y="5544258"/>
                  </a:lnTo>
                  <a:lnTo>
                    <a:pt x="876580" y="5649405"/>
                  </a:lnTo>
                  <a:lnTo>
                    <a:pt x="884166" y="5647864"/>
                  </a:lnTo>
                  <a:lnTo>
                    <a:pt x="901610" y="5636078"/>
                  </a:lnTo>
                  <a:lnTo>
                    <a:pt x="913396" y="5618634"/>
                  </a:lnTo>
                  <a:lnTo>
                    <a:pt x="917724" y="5597334"/>
                  </a:lnTo>
                  <a:close/>
                </a:path>
                <a:path w="1129665" h="5652770">
                  <a:moveTo>
                    <a:pt x="1129204" y="159760"/>
                  </a:moveTo>
                  <a:lnTo>
                    <a:pt x="1128106" y="155783"/>
                  </a:lnTo>
                  <a:lnTo>
                    <a:pt x="972323" y="0"/>
                  </a:lnTo>
                  <a:lnTo>
                    <a:pt x="933511" y="0"/>
                  </a:lnTo>
                  <a:lnTo>
                    <a:pt x="1101363" y="167852"/>
                  </a:lnTo>
                  <a:lnTo>
                    <a:pt x="1101363" y="1828692"/>
                  </a:lnTo>
                  <a:lnTo>
                    <a:pt x="1124130" y="1805926"/>
                  </a:lnTo>
                  <a:lnTo>
                    <a:pt x="1126872" y="1803595"/>
                  </a:lnTo>
                  <a:lnTo>
                    <a:pt x="1128792" y="1800029"/>
                  </a:lnTo>
                  <a:lnTo>
                    <a:pt x="1128792" y="163326"/>
                  </a:lnTo>
                  <a:lnTo>
                    <a:pt x="1129204" y="159760"/>
                  </a:lnTo>
                  <a:close/>
                </a:path>
              </a:pathLst>
            </a:custGeom>
            <a:solidFill>
              <a:srgbClr val="7209B6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072" y="3393020"/>
              <a:ext cx="11127105" cy="3705860"/>
            </a:xfrm>
            <a:custGeom>
              <a:avLst/>
              <a:gdLst/>
              <a:ahLst/>
              <a:cxnLst/>
              <a:rect l="l" t="t" r="r" b="b"/>
              <a:pathLst>
                <a:path w="11127105" h="3705859">
                  <a:moveTo>
                    <a:pt x="2601112" y="285750"/>
                  </a:moveTo>
                  <a:lnTo>
                    <a:pt x="2597556" y="240779"/>
                  </a:lnTo>
                  <a:lnTo>
                    <a:pt x="2587091" y="197319"/>
                  </a:lnTo>
                  <a:lnTo>
                    <a:pt x="2570035" y="156146"/>
                  </a:lnTo>
                  <a:lnTo>
                    <a:pt x="2546705" y="118008"/>
                  </a:lnTo>
                  <a:lnTo>
                    <a:pt x="2517419" y="83693"/>
                  </a:lnTo>
                  <a:lnTo>
                    <a:pt x="2483104" y="54406"/>
                  </a:lnTo>
                  <a:lnTo>
                    <a:pt x="2444978" y="31076"/>
                  </a:lnTo>
                  <a:lnTo>
                    <a:pt x="2403792" y="14020"/>
                  </a:lnTo>
                  <a:lnTo>
                    <a:pt x="2360333" y="3556"/>
                  </a:lnTo>
                  <a:lnTo>
                    <a:pt x="2315362" y="0"/>
                  </a:lnTo>
                  <a:lnTo>
                    <a:pt x="285750" y="0"/>
                  </a:lnTo>
                  <a:lnTo>
                    <a:pt x="240779" y="3556"/>
                  </a:lnTo>
                  <a:lnTo>
                    <a:pt x="197319" y="14020"/>
                  </a:lnTo>
                  <a:lnTo>
                    <a:pt x="156133" y="31076"/>
                  </a:lnTo>
                  <a:lnTo>
                    <a:pt x="118008" y="54406"/>
                  </a:lnTo>
                  <a:lnTo>
                    <a:pt x="83693" y="83693"/>
                  </a:lnTo>
                  <a:lnTo>
                    <a:pt x="54406" y="118008"/>
                  </a:lnTo>
                  <a:lnTo>
                    <a:pt x="31076" y="156146"/>
                  </a:lnTo>
                  <a:lnTo>
                    <a:pt x="14020" y="197319"/>
                  </a:lnTo>
                  <a:lnTo>
                    <a:pt x="3556" y="240779"/>
                  </a:lnTo>
                  <a:lnTo>
                    <a:pt x="0" y="285750"/>
                  </a:lnTo>
                  <a:lnTo>
                    <a:pt x="0" y="3318459"/>
                  </a:lnTo>
                  <a:lnTo>
                    <a:pt x="3556" y="3363430"/>
                  </a:lnTo>
                  <a:lnTo>
                    <a:pt x="14020" y="3406889"/>
                  </a:lnTo>
                  <a:lnTo>
                    <a:pt x="31076" y="3448062"/>
                  </a:lnTo>
                  <a:lnTo>
                    <a:pt x="54406" y="3486200"/>
                  </a:lnTo>
                  <a:lnTo>
                    <a:pt x="83693" y="3520516"/>
                  </a:lnTo>
                  <a:lnTo>
                    <a:pt x="118008" y="3549789"/>
                  </a:lnTo>
                  <a:lnTo>
                    <a:pt x="156133" y="3573119"/>
                  </a:lnTo>
                  <a:lnTo>
                    <a:pt x="197319" y="3590175"/>
                  </a:lnTo>
                  <a:lnTo>
                    <a:pt x="240779" y="3600653"/>
                  </a:lnTo>
                  <a:lnTo>
                    <a:pt x="285750" y="3604209"/>
                  </a:lnTo>
                  <a:lnTo>
                    <a:pt x="2315362" y="3604209"/>
                  </a:lnTo>
                  <a:lnTo>
                    <a:pt x="2360333" y="3600653"/>
                  </a:lnTo>
                  <a:lnTo>
                    <a:pt x="2403792" y="3590175"/>
                  </a:lnTo>
                  <a:lnTo>
                    <a:pt x="2444978" y="3573119"/>
                  </a:lnTo>
                  <a:lnTo>
                    <a:pt x="2483104" y="3549789"/>
                  </a:lnTo>
                  <a:lnTo>
                    <a:pt x="2517419" y="3520516"/>
                  </a:lnTo>
                  <a:lnTo>
                    <a:pt x="2546705" y="3486200"/>
                  </a:lnTo>
                  <a:lnTo>
                    <a:pt x="2570035" y="3448062"/>
                  </a:lnTo>
                  <a:lnTo>
                    <a:pt x="2587091" y="3406889"/>
                  </a:lnTo>
                  <a:lnTo>
                    <a:pt x="2597556" y="3363430"/>
                  </a:lnTo>
                  <a:lnTo>
                    <a:pt x="2601112" y="3318459"/>
                  </a:lnTo>
                  <a:lnTo>
                    <a:pt x="2601112" y="285750"/>
                  </a:lnTo>
                  <a:close/>
                </a:path>
                <a:path w="11127105" h="3705859">
                  <a:moveTo>
                    <a:pt x="5486463" y="286219"/>
                  </a:moveTo>
                  <a:lnTo>
                    <a:pt x="5482717" y="239864"/>
                  </a:lnTo>
                  <a:lnTo>
                    <a:pt x="5471896" y="195897"/>
                  </a:lnTo>
                  <a:lnTo>
                    <a:pt x="5454561" y="154901"/>
                  </a:lnTo>
                  <a:lnTo>
                    <a:pt x="5431320" y="117462"/>
                  </a:lnTo>
                  <a:lnTo>
                    <a:pt x="5402770" y="84162"/>
                  </a:lnTo>
                  <a:lnTo>
                    <a:pt x="5369471" y="55600"/>
                  </a:lnTo>
                  <a:lnTo>
                    <a:pt x="5332031" y="32359"/>
                  </a:lnTo>
                  <a:lnTo>
                    <a:pt x="5291023" y="15036"/>
                  </a:lnTo>
                  <a:lnTo>
                    <a:pt x="5247056" y="4216"/>
                  </a:lnTo>
                  <a:lnTo>
                    <a:pt x="5200713" y="469"/>
                  </a:lnTo>
                  <a:lnTo>
                    <a:pt x="3098317" y="469"/>
                  </a:lnTo>
                  <a:lnTo>
                    <a:pt x="3051962" y="4216"/>
                  </a:lnTo>
                  <a:lnTo>
                    <a:pt x="3007995" y="15036"/>
                  </a:lnTo>
                  <a:lnTo>
                    <a:pt x="2966999" y="32359"/>
                  </a:lnTo>
                  <a:lnTo>
                    <a:pt x="2929547" y="55600"/>
                  </a:lnTo>
                  <a:lnTo>
                    <a:pt x="2896260" y="84162"/>
                  </a:lnTo>
                  <a:lnTo>
                    <a:pt x="2867698" y="117462"/>
                  </a:lnTo>
                  <a:lnTo>
                    <a:pt x="2844457" y="154901"/>
                  </a:lnTo>
                  <a:lnTo>
                    <a:pt x="2827134" y="195897"/>
                  </a:lnTo>
                  <a:lnTo>
                    <a:pt x="2816301" y="239864"/>
                  </a:lnTo>
                  <a:lnTo>
                    <a:pt x="2812567" y="286219"/>
                  </a:lnTo>
                  <a:lnTo>
                    <a:pt x="2812567" y="3419767"/>
                  </a:lnTo>
                  <a:lnTo>
                    <a:pt x="2816301" y="3466122"/>
                  </a:lnTo>
                  <a:lnTo>
                    <a:pt x="2827134" y="3510089"/>
                  </a:lnTo>
                  <a:lnTo>
                    <a:pt x="2844457" y="3551085"/>
                  </a:lnTo>
                  <a:lnTo>
                    <a:pt x="2867698" y="3588524"/>
                  </a:lnTo>
                  <a:lnTo>
                    <a:pt x="2896260" y="3621824"/>
                  </a:lnTo>
                  <a:lnTo>
                    <a:pt x="2929547" y="3650386"/>
                  </a:lnTo>
                  <a:lnTo>
                    <a:pt x="2966999" y="3673627"/>
                  </a:lnTo>
                  <a:lnTo>
                    <a:pt x="3007995" y="3690950"/>
                  </a:lnTo>
                  <a:lnTo>
                    <a:pt x="3051962" y="3701783"/>
                  </a:lnTo>
                  <a:lnTo>
                    <a:pt x="3098317" y="3705517"/>
                  </a:lnTo>
                  <a:lnTo>
                    <a:pt x="5200713" y="3705517"/>
                  </a:lnTo>
                  <a:lnTo>
                    <a:pt x="5247056" y="3701783"/>
                  </a:lnTo>
                  <a:lnTo>
                    <a:pt x="5291023" y="3690950"/>
                  </a:lnTo>
                  <a:lnTo>
                    <a:pt x="5332031" y="3673627"/>
                  </a:lnTo>
                  <a:lnTo>
                    <a:pt x="5369471" y="3650386"/>
                  </a:lnTo>
                  <a:lnTo>
                    <a:pt x="5402770" y="3621824"/>
                  </a:lnTo>
                  <a:lnTo>
                    <a:pt x="5431320" y="3588524"/>
                  </a:lnTo>
                  <a:lnTo>
                    <a:pt x="5454561" y="3551085"/>
                  </a:lnTo>
                  <a:lnTo>
                    <a:pt x="5471896" y="3510089"/>
                  </a:lnTo>
                  <a:lnTo>
                    <a:pt x="5482717" y="3466122"/>
                  </a:lnTo>
                  <a:lnTo>
                    <a:pt x="5486463" y="3419767"/>
                  </a:lnTo>
                  <a:lnTo>
                    <a:pt x="5486463" y="286219"/>
                  </a:lnTo>
                  <a:close/>
                </a:path>
                <a:path w="11127105" h="3705859">
                  <a:moveTo>
                    <a:pt x="8306740" y="286219"/>
                  </a:moveTo>
                  <a:lnTo>
                    <a:pt x="8303006" y="239864"/>
                  </a:lnTo>
                  <a:lnTo>
                    <a:pt x="8292173" y="195897"/>
                  </a:lnTo>
                  <a:lnTo>
                    <a:pt x="8274850" y="154901"/>
                  </a:lnTo>
                  <a:lnTo>
                    <a:pt x="8251609" y="117462"/>
                  </a:lnTo>
                  <a:lnTo>
                    <a:pt x="8223047" y="84162"/>
                  </a:lnTo>
                  <a:lnTo>
                    <a:pt x="8189760" y="55600"/>
                  </a:lnTo>
                  <a:lnTo>
                    <a:pt x="8152308" y="32359"/>
                  </a:lnTo>
                  <a:lnTo>
                    <a:pt x="8111312" y="15036"/>
                  </a:lnTo>
                  <a:lnTo>
                    <a:pt x="8067345" y="4216"/>
                  </a:lnTo>
                  <a:lnTo>
                    <a:pt x="8020990" y="469"/>
                  </a:lnTo>
                  <a:lnTo>
                    <a:pt x="5918593" y="469"/>
                  </a:lnTo>
                  <a:lnTo>
                    <a:pt x="5872251" y="4216"/>
                  </a:lnTo>
                  <a:lnTo>
                    <a:pt x="5828271" y="15036"/>
                  </a:lnTo>
                  <a:lnTo>
                    <a:pt x="5787275" y="32359"/>
                  </a:lnTo>
                  <a:lnTo>
                    <a:pt x="5749836" y="55600"/>
                  </a:lnTo>
                  <a:lnTo>
                    <a:pt x="5716536" y="84162"/>
                  </a:lnTo>
                  <a:lnTo>
                    <a:pt x="5687974" y="117462"/>
                  </a:lnTo>
                  <a:lnTo>
                    <a:pt x="5664746" y="154901"/>
                  </a:lnTo>
                  <a:lnTo>
                    <a:pt x="5647410" y="195897"/>
                  </a:lnTo>
                  <a:lnTo>
                    <a:pt x="5636590" y="239864"/>
                  </a:lnTo>
                  <a:lnTo>
                    <a:pt x="5632843" y="286219"/>
                  </a:lnTo>
                  <a:lnTo>
                    <a:pt x="5632843" y="3419767"/>
                  </a:lnTo>
                  <a:lnTo>
                    <a:pt x="5636590" y="3466122"/>
                  </a:lnTo>
                  <a:lnTo>
                    <a:pt x="5647410" y="3510089"/>
                  </a:lnTo>
                  <a:lnTo>
                    <a:pt x="5664746" y="3551085"/>
                  </a:lnTo>
                  <a:lnTo>
                    <a:pt x="5687974" y="3588524"/>
                  </a:lnTo>
                  <a:lnTo>
                    <a:pt x="5716536" y="3621824"/>
                  </a:lnTo>
                  <a:lnTo>
                    <a:pt x="5749836" y="3650386"/>
                  </a:lnTo>
                  <a:lnTo>
                    <a:pt x="5787275" y="3673627"/>
                  </a:lnTo>
                  <a:lnTo>
                    <a:pt x="5828271" y="3690950"/>
                  </a:lnTo>
                  <a:lnTo>
                    <a:pt x="5872251" y="3701783"/>
                  </a:lnTo>
                  <a:lnTo>
                    <a:pt x="5918593" y="3705517"/>
                  </a:lnTo>
                  <a:lnTo>
                    <a:pt x="8020990" y="3705517"/>
                  </a:lnTo>
                  <a:lnTo>
                    <a:pt x="8067345" y="3701783"/>
                  </a:lnTo>
                  <a:lnTo>
                    <a:pt x="8111312" y="3690950"/>
                  </a:lnTo>
                  <a:lnTo>
                    <a:pt x="8152308" y="3673627"/>
                  </a:lnTo>
                  <a:lnTo>
                    <a:pt x="8189760" y="3650386"/>
                  </a:lnTo>
                  <a:lnTo>
                    <a:pt x="8223047" y="3621824"/>
                  </a:lnTo>
                  <a:lnTo>
                    <a:pt x="8251609" y="3588524"/>
                  </a:lnTo>
                  <a:lnTo>
                    <a:pt x="8274850" y="3551085"/>
                  </a:lnTo>
                  <a:lnTo>
                    <a:pt x="8292173" y="3510089"/>
                  </a:lnTo>
                  <a:lnTo>
                    <a:pt x="8303006" y="3466122"/>
                  </a:lnTo>
                  <a:lnTo>
                    <a:pt x="8306740" y="3419767"/>
                  </a:lnTo>
                  <a:lnTo>
                    <a:pt x="8306740" y="286219"/>
                  </a:lnTo>
                  <a:close/>
                </a:path>
                <a:path w="11127105" h="3705859">
                  <a:moveTo>
                    <a:pt x="11127029" y="286219"/>
                  </a:moveTo>
                  <a:lnTo>
                    <a:pt x="11123282" y="239864"/>
                  </a:lnTo>
                  <a:lnTo>
                    <a:pt x="11112462" y="195897"/>
                  </a:lnTo>
                  <a:lnTo>
                    <a:pt x="11095139" y="154901"/>
                  </a:lnTo>
                  <a:lnTo>
                    <a:pt x="11071898" y="117462"/>
                  </a:lnTo>
                  <a:lnTo>
                    <a:pt x="11043336" y="84162"/>
                  </a:lnTo>
                  <a:lnTo>
                    <a:pt x="11010036" y="55600"/>
                  </a:lnTo>
                  <a:lnTo>
                    <a:pt x="10972597" y="32359"/>
                  </a:lnTo>
                  <a:lnTo>
                    <a:pt x="10931601" y="15036"/>
                  </a:lnTo>
                  <a:lnTo>
                    <a:pt x="10887634" y="4216"/>
                  </a:lnTo>
                  <a:lnTo>
                    <a:pt x="10841279" y="469"/>
                  </a:lnTo>
                  <a:lnTo>
                    <a:pt x="8738883" y="469"/>
                  </a:lnTo>
                  <a:lnTo>
                    <a:pt x="8692528" y="4216"/>
                  </a:lnTo>
                  <a:lnTo>
                    <a:pt x="8648560" y="15036"/>
                  </a:lnTo>
                  <a:lnTo>
                    <a:pt x="8607565" y="32359"/>
                  </a:lnTo>
                  <a:lnTo>
                    <a:pt x="8570125" y="55600"/>
                  </a:lnTo>
                  <a:lnTo>
                    <a:pt x="8536826" y="84162"/>
                  </a:lnTo>
                  <a:lnTo>
                    <a:pt x="8508263" y="117462"/>
                  </a:lnTo>
                  <a:lnTo>
                    <a:pt x="8485022" y="154901"/>
                  </a:lnTo>
                  <a:lnTo>
                    <a:pt x="8467700" y="195897"/>
                  </a:lnTo>
                  <a:lnTo>
                    <a:pt x="8456866" y="239864"/>
                  </a:lnTo>
                  <a:lnTo>
                    <a:pt x="8453133" y="286219"/>
                  </a:lnTo>
                  <a:lnTo>
                    <a:pt x="8453133" y="3419767"/>
                  </a:lnTo>
                  <a:lnTo>
                    <a:pt x="8456866" y="3466122"/>
                  </a:lnTo>
                  <a:lnTo>
                    <a:pt x="8467700" y="3510089"/>
                  </a:lnTo>
                  <a:lnTo>
                    <a:pt x="8485022" y="3551085"/>
                  </a:lnTo>
                  <a:lnTo>
                    <a:pt x="8508263" y="3588524"/>
                  </a:lnTo>
                  <a:lnTo>
                    <a:pt x="8536826" y="3621824"/>
                  </a:lnTo>
                  <a:lnTo>
                    <a:pt x="8570125" y="3650386"/>
                  </a:lnTo>
                  <a:lnTo>
                    <a:pt x="8607565" y="3673627"/>
                  </a:lnTo>
                  <a:lnTo>
                    <a:pt x="8648560" y="3690950"/>
                  </a:lnTo>
                  <a:lnTo>
                    <a:pt x="8692528" y="3701783"/>
                  </a:lnTo>
                  <a:lnTo>
                    <a:pt x="8738883" y="3705517"/>
                  </a:lnTo>
                  <a:lnTo>
                    <a:pt x="10841279" y="3705517"/>
                  </a:lnTo>
                  <a:lnTo>
                    <a:pt x="10887634" y="3701783"/>
                  </a:lnTo>
                  <a:lnTo>
                    <a:pt x="10931601" y="3690950"/>
                  </a:lnTo>
                  <a:lnTo>
                    <a:pt x="10972597" y="3673627"/>
                  </a:lnTo>
                  <a:lnTo>
                    <a:pt x="11010036" y="3650386"/>
                  </a:lnTo>
                  <a:lnTo>
                    <a:pt x="11043336" y="3621824"/>
                  </a:lnTo>
                  <a:lnTo>
                    <a:pt x="11071898" y="3588524"/>
                  </a:lnTo>
                  <a:lnTo>
                    <a:pt x="11095139" y="3551085"/>
                  </a:lnTo>
                  <a:lnTo>
                    <a:pt x="11112462" y="3510089"/>
                  </a:lnTo>
                  <a:lnTo>
                    <a:pt x="11123282" y="3466122"/>
                  </a:lnTo>
                  <a:lnTo>
                    <a:pt x="11127029" y="3419767"/>
                  </a:lnTo>
                  <a:lnTo>
                    <a:pt x="11127029" y="286219"/>
                  </a:lnTo>
                  <a:close/>
                </a:path>
              </a:pathLst>
            </a:custGeom>
            <a:solidFill>
              <a:srgbClr val="7B2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20172" y="4013096"/>
            <a:ext cx="2222500" cy="1873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sz="2200" spc="60" dirty="0">
                <a:solidFill>
                  <a:srgbClr val="FFFFFF"/>
                </a:solidFill>
                <a:latin typeface="Trebuchet MS"/>
                <a:cs typeface="Trebuchet MS"/>
              </a:rPr>
              <a:t>Top</a:t>
            </a:r>
            <a:r>
              <a:rPr sz="2200" spc="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FFFFFF"/>
                </a:solidFill>
                <a:latin typeface="Trebuchet MS"/>
                <a:cs typeface="Trebuchet MS"/>
              </a:rPr>
              <a:t>Discounts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5300"/>
              </a:lnSpc>
              <a:spcBef>
                <a:spcPts val="1095"/>
              </a:spcBef>
            </a:pP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Identified</a:t>
            </a:r>
            <a:r>
              <a:rPr sz="1950" spc="33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85" dirty="0">
                <a:solidFill>
                  <a:srgbClr val="CAF0F7"/>
                </a:solidFill>
                <a:latin typeface="Trebuchet MS"/>
                <a:cs typeface="Trebuchet MS"/>
              </a:rPr>
              <a:t>highest- </a:t>
            </a: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discounted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products</a:t>
            </a:r>
            <a:r>
              <a:rPr sz="1950" spc="-45" dirty="0">
                <a:solidFill>
                  <a:srgbClr val="CAF0F7"/>
                </a:solidFill>
                <a:latin typeface="Trebuchet MS"/>
                <a:cs typeface="Trebuchet MS"/>
              </a:rPr>
              <a:t>  </a:t>
            </a:r>
            <a:r>
              <a:rPr sz="1950" spc="-25" dirty="0">
                <a:solidFill>
                  <a:srgbClr val="CAF0F7"/>
                </a:solidFill>
                <a:latin typeface="Trebuchet MS"/>
                <a:cs typeface="Trebuchet MS"/>
              </a:rPr>
              <a:t>for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marketing</a:t>
            </a:r>
            <a:r>
              <a:rPr sz="1950" spc="29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pushes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30976" y="3376141"/>
            <a:ext cx="5495290" cy="3714115"/>
          </a:xfrm>
          <a:custGeom>
            <a:avLst/>
            <a:gdLst/>
            <a:ahLst/>
            <a:cxnLst/>
            <a:rect l="l" t="t" r="r" b="b"/>
            <a:pathLst>
              <a:path w="5495290" h="3714115">
                <a:moveTo>
                  <a:pt x="2673896" y="294424"/>
                </a:moveTo>
                <a:lnTo>
                  <a:pt x="2670149" y="248081"/>
                </a:lnTo>
                <a:lnTo>
                  <a:pt x="2659329" y="204101"/>
                </a:lnTo>
                <a:lnTo>
                  <a:pt x="2641993" y="163106"/>
                </a:lnTo>
                <a:lnTo>
                  <a:pt x="2618765" y="125666"/>
                </a:lnTo>
                <a:lnTo>
                  <a:pt x="2590203" y="92367"/>
                </a:lnTo>
                <a:lnTo>
                  <a:pt x="2556903" y="63804"/>
                </a:lnTo>
                <a:lnTo>
                  <a:pt x="2519464" y="40576"/>
                </a:lnTo>
                <a:lnTo>
                  <a:pt x="2478455" y="23241"/>
                </a:lnTo>
                <a:lnTo>
                  <a:pt x="2434488" y="12420"/>
                </a:lnTo>
                <a:lnTo>
                  <a:pt x="2388146" y="8674"/>
                </a:lnTo>
                <a:lnTo>
                  <a:pt x="285750" y="8674"/>
                </a:lnTo>
                <a:lnTo>
                  <a:pt x="239395" y="12420"/>
                </a:lnTo>
                <a:lnTo>
                  <a:pt x="195427" y="23241"/>
                </a:lnTo>
                <a:lnTo>
                  <a:pt x="154432" y="40576"/>
                </a:lnTo>
                <a:lnTo>
                  <a:pt x="116979" y="63804"/>
                </a:lnTo>
                <a:lnTo>
                  <a:pt x="83693" y="92367"/>
                </a:lnTo>
                <a:lnTo>
                  <a:pt x="55130" y="125666"/>
                </a:lnTo>
                <a:lnTo>
                  <a:pt x="31889" y="163106"/>
                </a:lnTo>
                <a:lnTo>
                  <a:pt x="14566" y="204101"/>
                </a:lnTo>
                <a:lnTo>
                  <a:pt x="3733" y="248081"/>
                </a:lnTo>
                <a:lnTo>
                  <a:pt x="0" y="294424"/>
                </a:lnTo>
                <a:lnTo>
                  <a:pt x="0" y="3427971"/>
                </a:lnTo>
                <a:lnTo>
                  <a:pt x="3733" y="3474326"/>
                </a:lnTo>
                <a:lnTo>
                  <a:pt x="14566" y="3518293"/>
                </a:lnTo>
                <a:lnTo>
                  <a:pt x="31889" y="3559289"/>
                </a:lnTo>
                <a:lnTo>
                  <a:pt x="55130" y="3596741"/>
                </a:lnTo>
                <a:lnTo>
                  <a:pt x="83693" y="3630028"/>
                </a:lnTo>
                <a:lnTo>
                  <a:pt x="116979" y="3658590"/>
                </a:lnTo>
                <a:lnTo>
                  <a:pt x="154432" y="3681831"/>
                </a:lnTo>
                <a:lnTo>
                  <a:pt x="195427" y="3699154"/>
                </a:lnTo>
                <a:lnTo>
                  <a:pt x="239395" y="3709987"/>
                </a:lnTo>
                <a:lnTo>
                  <a:pt x="285750" y="3713721"/>
                </a:lnTo>
                <a:lnTo>
                  <a:pt x="2388146" y="3713721"/>
                </a:lnTo>
                <a:lnTo>
                  <a:pt x="2434488" y="3709987"/>
                </a:lnTo>
                <a:lnTo>
                  <a:pt x="2478455" y="3699154"/>
                </a:lnTo>
                <a:lnTo>
                  <a:pt x="2519464" y="3681831"/>
                </a:lnTo>
                <a:lnTo>
                  <a:pt x="2556903" y="3658590"/>
                </a:lnTo>
                <a:lnTo>
                  <a:pt x="2590203" y="3630028"/>
                </a:lnTo>
                <a:lnTo>
                  <a:pt x="2618765" y="3596741"/>
                </a:lnTo>
                <a:lnTo>
                  <a:pt x="2641993" y="3559289"/>
                </a:lnTo>
                <a:lnTo>
                  <a:pt x="2659329" y="3518293"/>
                </a:lnTo>
                <a:lnTo>
                  <a:pt x="2670149" y="3474326"/>
                </a:lnTo>
                <a:lnTo>
                  <a:pt x="2673896" y="3427971"/>
                </a:lnTo>
                <a:lnTo>
                  <a:pt x="2673896" y="294424"/>
                </a:lnTo>
                <a:close/>
              </a:path>
              <a:path w="5495290" h="3714115">
                <a:moveTo>
                  <a:pt x="5494667" y="285750"/>
                </a:moveTo>
                <a:lnTo>
                  <a:pt x="5490921" y="239407"/>
                </a:lnTo>
                <a:lnTo>
                  <a:pt x="5480088" y="195440"/>
                </a:lnTo>
                <a:lnTo>
                  <a:pt x="5462765" y="154432"/>
                </a:lnTo>
                <a:lnTo>
                  <a:pt x="5439524" y="116992"/>
                </a:lnTo>
                <a:lnTo>
                  <a:pt x="5410962" y="83705"/>
                </a:lnTo>
                <a:lnTo>
                  <a:pt x="5377675" y="55143"/>
                </a:lnTo>
                <a:lnTo>
                  <a:pt x="5340235" y="31902"/>
                </a:lnTo>
                <a:lnTo>
                  <a:pt x="5299227" y="14579"/>
                </a:lnTo>
                <a:lnTo>
                  <a:pt x="5255260" y="3746"/>
                </a:lnTo>
                <a:lnTo>
                  <a:pt x="5208917" y="0"/>
                </a:lnTo>
                <a:lnTo>
                  <a:pt x="3106521" y="0"/>
                </a:lnTo>
                <a:lnTo>
                  <a:pt x="3060166" y="3746"/>
                </a:lnTo>
                <a:lnTo>
                  <a:pt x="3016199" y="14579"/>
                </a:lnTo>
                <a:lnTo>
                  <a:pt x="2975191" y="31902"/>
                </a:lnTo>
                <a:lnTo>
                  <a:pt x="2937751" y="55143"/>
                </a:lnTo>
                <a:lnTo>
                  <a:pt x="2904464" y="83705"/>
                </a:lnTo>
                <a:lnTo>
                  <a:pt x="2875902" y="116992"/>
                </a:lnTo>
                <a:lnTo>
                  <a:pt x="2852661" y="154432"/>
                </a:lnTo>
                <a:lnTo>
                  <a:pt x="2835338" y="195440"/>
                </a:lnTo>
                <a:lnTo>
                  <a:pt x="2824505" y="239407"/>
                </a:lnTo>
                <a:lnTo>
                  <a:pt x="2820771" y="285750"/>
                </a:lnTo>
                <a:lnTo>
                  <a:pt x="2820771" y="3419310"/>
                </a:lnTo>
                <a:lnTo>
                  <a:pt x="2824505" y="3465652"/>
                </a:lnTo>
                <a:lnTo>
                  <a:pt x="2835338" y="3509619"/>
                </a:lnTo>
                <a:lnTo>
                  <a:pt x="2852661" y="3550628"/>
                </a:lnTo>
                <a:lnTo>
                  <a:pt x="2875902" y="3588067"/>
                </a:lnTo>
                <a:lnTo>
                  <a:pt x="2904464" y="3621354"/>
                </a:lnTo>
                <a:lnTo>
                  <a:pt x="2937751" y="3649916"/>
                </a:lnTo>
                <a:lnTo>
                  <a:pt x="2975191" y="3673157"/>
                </a:lnTo>
                <a:lnTo>
                  <a:pt x="3016199" y="3690480"/>
                </a:lnTo>
                <a:lnTo>
                  <a:pt x="3060166" y="3701313"/>
                </a:lnTo>
                <a:lnTo>
                  <a:pt x="3106521" y="3705060"/>
                </a:lnTo>
                <a:lnTo>
                  <a:pt x="5208917" y="3705060"/>
                </a:lnTo>
                <a:lnTo>
                  <a:pt x="5255260" y="3701313"/>
                </a:lnTo>
                <a:lnTo>
                  <a:pt x="5299227" y="3690480"/>
                </a:lnTo>
                <a:lnTo>
                  <a:pt x="5340235" y="3673157"/>
                </a:lnTo>
                <a:lnTo>
                  <a:pt x="5377675" y="3649916"/>
                </a:lnTo>
                <a:lnTo>
                  <a:pt x="5410962" y="3621354"/>
                </a:lnTo>
                <a:lnTo>
                  <a:pt x="5439524" y="3588067"/>
                </a:lnTo>
                <a:lnTo>
                  <a:pt x="5462765" y="3550628"/>
                </a:lnTo>
                <a:lnTo>
                  <a:pt x="5480088" y="3509619"/>
                </a:lnTo>
                <a:lnTo>
                  <a:pt x="5490921" y="3465652"/>
                </a:lnTo>
                <a:lnTo>
                  <a:pt x="5494667" y="3419310"/>
                </a:lnTo>
                <a:lnTo>
                  <a:pt x="5494667" y="285750"/>
                </a:lnTo>
                <a:close/>
              </a:path>
            </a:pathLst>
          </a:custGeom>
          <a:solidFill>
            <a:srgbClr val="7B2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39971" y="3855318"/>
            <a:ext cx="1840864" cy="238315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600"/>
              </a:spcBef>
            </a:pPr>
            <a:r>
              <a:rPr sz="2200" spc="100" dirty="0">
                <a:solidFill>
                  <a:srgbClr val="FFFFFF"/>
                </a:solidFill>
                <a:latin typeface="Trebuchet MS"/>
                <a:cs typeface="Trebuchet MS"/>
              </a:rPr>
              <a:t>Stock</a:t>
            </a:r>
            <a:r>
              <a:rPr sz="2200" spc="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rebuchet MS"/>
                <a:cs typeface="Trebuchet MS"/>
              </a:rPr>
              <a:t>Gaps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5300"/>
              </a:lnSpc>
              <a:spcBef>
                <a:spcPts val="930"/>
              </a:spcBef>
            </a:pPr>
            <a:r>
              <a:rPr sz="1950" spc="150" dirty="0">
                <a:solidFill>
                  <a:srgbClr val="CAF0F7"/>
                </a:solidFill>
                <a:latin typeface="Trebuchet MS"/>
                <a:cs typeface="Trebuchet MS"/>
              </a:rPr>
              <a:t>High-</a:t>
            </a:r>
            <a:r>
              <a:rPr sz="1950" spc="60" dirty="0">
                <a:solidFill>
                  <a:srgbClr val="CAF0F7"/>
                </a:solidFill>
                <a:latin typeface="Trebuchet MS"/>
                <a:cs typeface="Trebuchet MS"/>
              </a:rPr>
              <a:t>MRP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products</a:t>
            </a:r>
            <a:r>
              <a:rPr sz="1950" spc="37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out</a:t>
            </a:r>
            <a:r>
              <a:rPr sz="1950" spc="37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25" dirty="0">
                <a:solidFill>
                  <a:srgbClr val="CAF0F7"/>
                </a:solidFill>
                <a:latin typeface="Trebuchet MS"/>
                <a:cs typeface="Trebuchet MS"/>
              </a:rPr>
              <a:t>of </a:t>
            </a:r>
            <a:r>
              <a:rPr sz="1950" spc="50" dirty="0">
                <a:solidFill>
                  <a:srgbClr val="CAF0F7"/>
                </a:solidFill>
                <a:latin typeface="Trebuchet MS"/>
                <a:cs typeface="Trebuchet MS"/>
              </a:rPr>
              <a:t>stock</a:t>
            </a:r>
            <a:r>
              <a:rPr sz="1950" spc="19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409" dirty="0">
                <a:solidFill>
                  <a:srgbClr val="CAF0F7"/>
                </a:solidFill>
                <a:latin typeface="Trebuchet MS"/>
                <a:cs typeface="Trebuchet MS"/>
              </a:rPr>
              <a:t>=</a:t>
            </a:r>
            <a:r>
              <a:rPr sz="1950" spc="19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missed revenue opportunities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0881" y="4062054"/>
            <a:ext cx="2145665" cy="1873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55" dirty="0">
                <a:solidFill>
                  <a:srgbClr val="FFFFFF"/>
                </a:solidFill>
                <a:latin typeface="Trebuchet MS"/>
                <a:cs typeface="Trebuchet MS"/>
              </a:rPr>
              <a:t>Revenue</a:t>
            </a:r>
            <a:r>
              <a:rPr sz="2200" spc="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rebuchet MS"/>
                <a:cs typeface="Trebuchet MS"/>
              </a:rPr>
              <a:t>Trends</a:t>
            </a:r>
            <a:endParaRPr sz="2200">
              <a:latin typeface="Trebuchet MS"/>
              <a:cs typeface="Trebuchet MS"/>
            </a:endParaRPr>
          </a:p>
          <a:p>
            <a:pPr marL="41910" marR="34290">
              <a:lnSpc>
                <a:spcPct val="115300"/>
              </a:lnSpc>
              <a:spcBef>
                <a:spcPts val="1085"/>
              </a:spcBef>
            </a:pPr>
            <a:r>
              <a:rPr sz="1950" spc="130" dirty="0">
                <a:solidFill>
                  <a:srgbClr val="CAF0F7"/>
                </a:solidFill>
                <a:latin typeface="Trebuchet MS"/>
                <a:cs typeface="Trebuchet MS"/>
              </a:rPr>
              <a:t>Category-</a:t>
            </a:r>
            <a:r>
              <a:rPr sz="1950" spc="40" dirty="0">
                <a:solidFill>
                  <a:srgbClr val="CAF0F7"/>
                </a:solidFill>
                <a:latin typeface="Trebuchet MS"/>
                <a:cs typeface="Trebuchet MS"/>
              </a:rPr>
              <a:t>wise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revenue</a:t>
            </a:r>
            <a:r>
              <a:rPr sz="1950" spc="39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95" dirty="0">
                <a:solidFill>
                  <a:srgbClr val="CAF0F7"/>
                </a:solidFill>
                <a:latin typeface="Trebuchet MS"/>
                <a:cs typeface="Trebuchet MS"/>
              </a:rPr>
              <a:t>shows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where</a:t>
            </a:r>
            <a:r>
              <a:rPr sz="1950" spc="36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profit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concentration</a:t>
            </a:r>
            <a:r>
              <a:rPr sz="1950" spc="47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CAF0F7"/>
                </a:solidFill>
                <a:latin typeface="Trebuchet MS"/>
                <a:cs typeface="Trebuchet MS"/>
              </a:rPr>
              <a:t>lies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81947" y="4081637"/>
            <a:ext cx="2072005" cy="1892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25"/>
              </a:spcBef>
            </a:pPr>
            <a:r>
              <a:rPr sz="2200" spc="45" dirty="0">
                <a:solidFill>
                  <a:srgbClr val="FFFFFF"/>
                </a:solidFill>
                <a:latin typeface="Trebuchet MS"/>
                <a:cs typeface="Trebuchet MS"/>
              </a:rPr>
              <a:t>Pricing</a:t>
            </a:r>
            <a:r>
              <a:rPr sz="2200" spc="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105" dirty="0">
                <a:solidFill>
                  <a:srgbClr val="FFFFFF"/>
                </a:solidFill>
                <a:latin typeface="Trebuchet MS"/>
                <a:cs typeface="Trebuchet MS"/>
              </a:rPr>
              <a:t>Logic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5300"/>
              </a:lnSpc>
              <a:spcBef>
                <a:spcPts val="1245"/>
              </a:spcBef>
            </a:pP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Calculated</a:t>
            </a:r>
            <a:r>
              <a:rPr sz="1950" spc="-4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CAF0F7"/>
                </a:solidFill>
                <a:latin typeface="Trebuchet MS"/>
                <a:cs typeface="Trebuchet MS"/>
              </a:rPr>
              <a:t>price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per</a:t>
            </a:r>
            <a:r>
              <a:rPr sz="1950" spc="21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gram</a:t>
            </a:r>
            <a:r>
              <a:rPr sz="1950" spc="21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to</a:t>
            </a:r>
            <a:r>
              <a:rPr sz="1950" spc="21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20" dirty="0">
                <a:solidFill>
                  <a:srgbClr val="CAF0F7"/>
                </a:solidFill>
                <a:latin typeface="Trebuchet MS"/>
                <a:cs typeface="Trebuchet MS"/>
              </a:rPr>
              <a:t>find </a:t>
            </a:r>
            <a:r>
              <a:rPr sz="1950" spc="95" dirty="0">
                <a:solidFill>
                  <a:srgbClr val="CAF0F7"/>
                </a:solidFill>
                <a:latin typeface="Trebuchet MS"/>
                <a:cs typeface="Trebuchet MS"/>
              </a:rPr>
              <a:t>value-</a:t>
            </a:r>
            <a:r>
              <a:rPr sz="1950" spc="165" dirty="0">
                <a:solidFill>
                  <a:srgbClr val="CAF0F7"/>
                </a:solidFill>
                <a:latin typeface="Trebuchet MS"/>
                <a:cs typeface="Trebuchet MS"/>
              </a:rPr>
              <a:t>for-</a:t>
            </a:r>
            <a:r>
              <a:rPr sz="1950" spc="55" dirty="0">
                <a:solidFill>
                  <a:srgbClr val="CAF0F7"/>
                </a:solidFill>
                <a:latin typeface="Trebuchet MS"/>
                <a:cs typeface="Trebuchet MS"/>
              </a:rPr>
              <a:t>money </a:t>
            </a: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products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14108" y="4124911"/>
            <a:ext cx="2145665" cy="18796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25"/>
              </a:spcBef>
            </a:pPr>
            <a:r>
              <a:rPr sz="2200" spc="70" dirty="0">
                <a:solidFill>
                  <a:srgbClr val="FFFFFF"/>
                </a:solidFill>
                <a:latin typeface="Trebuchet MS"/>
                <a:cs typeface="Trebuchet MS"/>
              </a:rPr>
              <a:t>Weight</a:t>
            </a:r>
            <a:r>
              <a:rPr sz="2200" spc="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rebuchet MS"/>
                <a:cs typeface="Trebuchet MS"/>
              </a:rPr>
              <a:t>Tiers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5300"/>
              </a:lnSpc>
              <a:spcBef>
                <a:spcPts val="1135"/>
              </a:spcBef>
            </a:pP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Products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segmented</a:t>
            </a: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  </a:t>
            </a:r>
            <a:r>
              <a:rPr sz="1950" spc="-20" dirty="0">
                <a:solidFill>
                  <a:srgbClr val="CAF0F7"/>
                </a:solidFill>
                <a:latin typeface="Trebuchet MS"/>
                <a:cs typeface="Trebuchet MS"/>
              </a:rPr>
              <a:t>into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Low,</a:t>
            </a:r>
            <a:r>
              <a:rPr sz="1950" spc="9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Medium,</a:t>
            </a:r>
            <a:r>
              <a:rPr sz="1950" spc="9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35" dirty="0">
                <a:solidFill>
                  <a:srgbClr val="CAF0F7"/>
                </a:solidFill>
                <a:latin typeface="Trebuchet MS"/>
                <a:cs typeface="Trebuchet MS"/>
              </a:rPr>
              <a:t>Bulk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for</a:t>
            </a:r>
            <a:r>
              <a:rPr sz="1950" spc="39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logistics</a:t>
            </a:r>
            <a:r>
              <a:rPr sz="1950" spc="39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25" dirty="0">
                <a:solidFill>
                  <a:srgbClr val="CAF0F7"/>
                </a:solidFill>
                <a:latin typeface="Trebuchet MS"/>
                <a:cs typeface="Trebuchet MS"/>
              </a:rPr>
              <a:t>use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92122" y="4124911"/>
            <a:ext cx="2132965" cy="1548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25"/>
              </a:spcBef>
            </a:pPr>
            <a:r>
              <a:rPr sz="2200" spc="65" dirty="0">
                <a:solidFill>
                  <a:srgbClr val="FFFFFF"/>
                </a:solidFill>
                <a:latin typeface="Trebuchet MS"/>
                <a:cs typeface="Trebuchet MS"/>
              </a:rPr>
              <a:t>Discount</a:t>
            </a:r>
            <a:r>
              <a:rPr sz="2200" spc="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Trebuchet MS"/>
                <a:cs typeface="Trebuchet MS"/>
              </a:rPr>
              <a:t>Focus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5300"/>
              </a:lnSpc>
              <a:spcBef>
                <a:spcPts val="1230"/>
              </a:spcBef>
            </a:pP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Top</a:t>
            </a:r>
            <a:r>
              <a:rPr sz="1950" spc="17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5</a:t>
            </a:r>
            <a:r>
              <a:rPr sz="1950" spc="17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35" dirty="0">
                <a:solidFill>
                  <a:srgbClr val="CAF0F7"/>
                </a:solidFill>
                <a:latin typeface="Trebuchet MS"/>
                <a:cs typeface="Trebuchet MS"/>
              </a:rPr>
              <a:t>categories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with</a:t>
            </a:r>
            <a:r>
              <a:rPr sz="1950" spc="155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the</a:t>
            </a:r>
            <a:r>
              <a:rPr sz="1950" spc="16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-10" dirty="0">
                <a:solidFill>
                  <a:srgbClr val="CAF0F7"/>
                </a:solidFill>
                <a:latin typeface="Trebuchet MS"/>
                <a:cs typeface="Trebuchet MS"/>
              </a:rPr>
              <a:t>highest </a:t>
            </a:r>
            <a:r>
              <a:rPr sz="1950" dirty="0">
                <a:solidFill>
                  <a:srgbClr val="CAF0F7"/>
                </a:solidFill>
                <a:latin typeface="Trebuchet MS"/>
                <a:cs typeface="Trebuchet MS"/>
              </a:rPr>
              <a:t>average</a:t>
            </a:r>
            <a:r>
              <a:rPr sz="1950" spc="470" dirty="0">
                <a:solidFill>
                  <a:srgbClr val="CAF0F7"/>
                </a:solidFill>
                <a:latin typeface="Trebuchet MS"/>
                <a:cs typeface="Trebuchet MS"/>
              </a:rPr>
              <a:t> </a:t>
            </a:r>
            <a:r>
              <a:rPr sz="1950" spc="35" dirty="0">
                <a:solidFill>
                  <a:srgbClr val="CAF0F7"/>
                </a:solidFill>
                <a:latin typeface="Trebuchet MS"/>
                <a:cs typeface="Trebuchet MS"/>
              </a:rPr>
              <a:t>discounts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99548" y="443582"/>
            <a:ext cx="1762124" cy="5810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2536825"/>
            </a:xfrm>
            <a:custGeom>
              <a:avLst/>
              <a:gdLst/>
              <a:ahLst/>
              <a:cxnLst/>
              <a:rect l="l" t="t" r="r" b="b"/>
              <a:pathLst>
                <a:path w="18288000" h="2536825">
                  <a:moveTo>
                    <a:pt x="0" y="2536674"/>
                  </a:moveTo>
                  <a:lnTo>
                    <a:pt x="18287998" y="2536674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2536674"/>
                  </a:lnTo>
                  <a:close/>
                </a:path>
              </a:pathLst>
            </a:custGeom>
            <a:solidFill>
              <a:srgbClr val="7209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36675"/>
              <a:ext cx="18287999" cy="775032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82715" y="1087824"/>
            <a:ext cx="1084072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Challenges</a:t>
            </a:r>
            <a:r>
              <a:rPr spc="-580" dirty="0"/>
              <a:t> </a:t>
            </a:r>
            <a:r>
              <a:rPr spc="-55" dirty="0"/>
              <a:t>and</a:t>
            </a:r>
            <a:r>
              <a:rPr spc="-580" dirty="0"/>
              <a:t> </a:t>
            </a:r>
            <a:r>
              <a:rPr spc="-100" dirty="0"/>
              <a:t>Solutions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962993" y="0"/>
            <a:ext cx="14325600" cy="7597140"/>
            <a:chOff x="3962993" y="0"/>
            <a:chExt cx="14325600" cy="7597140"/>
          </a:xfrm>
        </p:grpSpPr>
        <p:sp>
          <p:nvSpPr>
            <p:cNvPr id="7" name="object 7"/>
            <p:cNvSpPr/>
            <p:nvPr/>
          </p:nvSpPr>
          <p:spPr>
            <a:xfrm>
              <a:off x="14148908" y="0"/>
              <a:ext cx="4051935" cy="4728845"/>
            </a:xfrm>
            <a:custGeom>
              <a:avLst/>
              <a:gdLst/>
              <a:ahLst/>
              <a:cxnLst/>
              <a:rect l="l" t="t" r="r" b="b"/>
              <a:pathLst>
                <a:path w="4051934" h="4728845">
                  <a:moveTo>
                    <a:pt x="3708720" y="607051"/>
                  </a:moveTo>
                  <a:lnTo>
                    <a:pt x="3740167" y="613427"/>
                  </a:lnTo>
                  <a:lnTo>
                    <a:pt x="3765892" y="630795"/>
                  </a:lnTo>
                  <a:lnTo>
                    <a:pt x="3783261" y="656520"/>
                  </a:lnTo>
                  <a:lnTo>
                    <a:pt x="3789636" y="687968"/>
                  </a:lnTo>
                  <a:lnTo>
                    <a:pt x="3784478" y="716350"/>
                  </a:lnTo>
                  <a:lnTo>
                    <a:pt x="3770281" y="740375"/>
                  </a:lnTo>
                  <a:lnTo>
                    <a:pt x="3748961" y="758150"/>
                  </a:lnTo>
                  <a:lnTo>
                    <a:pt x="3722434" y="767787"/>
                  </a:lnTo>
                  <a:lnTo>
                    <a:pt x="3722434" y="4621184"/>
                  </a:lnTo>
                  <a:lnTo>
                    <a:pt x="3738899" y="4628513"/>
                  </a:lnTo>
                  <a:lnTo>
                    <a:pt x="3751909" y="4640522"/>
                  </a:lnTo>
                  <a:lnTo>
                    <a:pt x="3760480" y="4656131"/>
                  </a:lnTo>
                  <a:lnTo>
                    <a:pt x="3763578" y="4674260"/>
                  </a:lnTo>
                  <a:lnTo>
                    <a:pt x="3759249" y="4695560"/>
                  </a:lnTo>
                  <a:lnTo>
                    <a:pt x="3747463" y="4713004"/>
                  </a:lnTo>
                  <a:lnTo>
                    <a:pt x="3730020" y="4724790"/>
                  </a:lnTo>
                  <a:lnTo>
                    <a:pt x="3712093" y="4728433"/>
                  </a:lnTo>
                  <a:lnTo>
                    <a:pt x="3705346" y="4728433"/>
                  </a:lnTo>
                  <a:lnTo>
                    <a:pt x="3687419" y="4724790"/>
                  </a:lnTo>
                  <a:lnTo>
                    <a:pt x="3669976" y="4713004"/>
                  </a:lnTo>
                  <a:lnTo>
                    <a:pt x="3658190" y="4695560"/>
                  </a:lnTo>
                  <a:lnTo>
                    <a:pt x="3653861" y="4674260"/>
                  </a:lnTo>
                  <a:lnTo>
                    <a:pt x="3656973" y="4656131"/>
                  </a:lnTo>
                  <a:lnTo>
                    <a:pt x="3665587" y="4640522"/>
                  </a:lnTo>
                  <a:lnTo>
                    <a:pt x="3678625" y="4628513"/>
                  </a:lnTo>
                  <a:lnTo>
                    <a:pt x="3695005" y="4621184"/>
                  </a:lnTo>
                  <a:lnTo>
                    <a:pt x="3695005" y="767787"/>
                  </a:lnTo>
                  <a:lnTo>
                    <a:pt x="3668420" y="758150"/>
                  </a:lnTo>
                  <a:lnTo>
                    <a:pt x="3647107" y="740375"/>
                  </a:lnTo>
                  <a:lnTo>
                    <a:pt x="3632942" y="716350"/>
                  </a:lnTo>
                  <a:lnTo>
                    <a:pt x="3627803" y="687968"/>
                  </a:lnTo>
                  <a:lnTo>
                    <a:pt x="3634178" y="656520"/>
                  </a:lnTo>
                  <a:lnTo>
                    <a:pt x="3651547" y="630795"/>
                  </a:lnTo>
                  <a:lnTo>
                    <a:pt x="3677272" y="613427"/>
                  </a:lnTo>
                  <a:lnTo>
                    <a:pt x="3708720" y="607051"/>
                  </a:lnTo>
                  <a:close/>
                </a:path>
                <a:path w="4051934" h="4728845">
                  <a:moveTo>
                    <a:pt x="3273143" y="2362111"/>
                  </a:moveTo>
                  <a:lnTo>
                    <a:pt x="3311955" y="2362111"/>
                  </a:lnTo>
                  <a:lnTo>
                    <a:pt x="2907785" y="2766281"/>
                  </a:lnTo>
                  <a:lnTo>
                    <a:pt x="2907785" y="3465041"/>
                  </a:lnTo>
                  <a:lnTo>
                    <a:pt x="2924250" y="3472370"/>
                  </a:lnTo>
                  <a:lnTo>
                    <a:pt x="2937260" y="3484379"/>
                  </a:lnTo>
                  <a:lnTo>
                    <a:pt x="2945831" y="3499988"/>
                  </a:lnTo>
                  <a:lnTo>
                    <a:pt x="2948929" y="3518117"/>
                  </a:lnTo>
                  <a:lnTo>
                    <a:pt x="2944601" y="3539417"/>
                  </a:lnTo>
                  <a:lnTo>
                    <a:pt x="2932815" y="3556861"/>
                  </a:lnTo>
                  <a:lnTo>
                    <a:pt x="2915371" y="3568647"/>
                  </a:lnTo>
                  <a:lnTo>
                    <a:pt x="2894071" y="3572975"/>
                  </a:lnTo>
                  <a:lnTo>
                    <a:pt x="2872770" y="3568647"/>
                  </a:lnTo>
                  <a:lnTo>
                    <a:pt x="2855327" y="3556861"/>
                  </a:lnTo>
                  <a:lnTo>
                    <a:pt x="2843541" y="3539417"/>
                  </a:lnTo>
                  <a:lnTo>
                    <a:pt x="2839212" y="3518117"/>
                  </a:lnTo>
                  <a:lnTo>
                    <a:pt x="2842324" y="3499988"/>
                  </a:lnTo>
                  <a:lnTo>
                    <a:pt x="2850938" y="3484379"/>
                  </a:lnTo>
                  <a:lnTo>
                    <a:pt x="2863976" y="3472370"/>
                  </a:lnTo>
                  <a:lnTo>
                    <a:pt x="2880356" y="3465041"/>
                  </a:lnTo>
                  <a:lnTo>
                    <a:pt x="2880356" y="2761755"/>
                  </a:lnTo>
                  <a:lnTo>
                    <a:pt x="2879945" y="2758190"/>
                  </a:lnTo>
                  <a:lnTo>
                    <a:pt x="2881042" y="2754213"/>
                  </a:lnTo>
                  <a:lnTo>
                    <a:pt x="3273143" y="2362111"/>
                  </a:lnTo>
                  <a:close/>
                </a:path>
                <a:path w="4051934" h="4728845">
                  <a:moveTo>
                    <a:pt x="4009602" y="0"/>
                  </a:moveTo>
                  <a:lnTo>
                    <a:pt x="4051649" y="0"/>
                  </a:lnTo>
                  <a:lnTo>
                    <a:pt x="3372300" y="583736"/>
                  </a:lnTo>
                  <a:lnTo>
                    <a:pt x="3372300" y="2216325"/>
                  </a:lnTo>
                  <a:lnTo>
                    <a:pt x="3415775" y="2238817"/>
                  </a:lnTo>
                  <a:lnTo>
                    <a:pt x="3439433" y="2296127"/>
                  </a:lnTo>
                  <a:lnTo>
                    <a:pt x="3433518" y="2326395"/>
                  </a:lnTo>
                  <a:lnTo>
                    <a:pt x="3415775" y="2353334"/>
                  </a:lnTo>
                  <a:lnTo>
                    <a:pt x="3391877" y="2369787"/>
                  </a:lnTo>
                  <a:lnTo>
                    <a:pt x="3364997" y="2376752"/>
                  </a:lnTo>
                  <a:lnTo>
                    <a:pt x="3337550" y="2374202"/>
                  </a:lnTo>
                  <a:lnTo>
                    <a:pt x="3311955" y="2362111"/>
                  </a:lnTo>
                  <a:lnTo>
                    <a:pt x="3273143" y="2362111"/>
                  </a:lnTo>
                  <a:lnTo>
                    <a:pt x="3292481" y="2342774"/>
                  </a:lnTo>
                  <a:lnTo>
                    <a:pt x="3280371" y="2317198"/>
                  </a:lnTo>
                  <a:lnTo>
                    <a:pt x="3277789" y="2289784"/>
                  </a:lnTo>
                  <a:lnTo>
                    <a:pt x="3301258" y="2238954"/>
                  </a:lnTo>
                  <a:lnTo>
                    <a:pt x="3344733" y="2216462"/>
                  </a:lnTo>
                  <a:lnTo>
                    <a:pt x="3344733" y="577976"/>
                  </a:lnTo>
                  <a:lnTo>
                    <a:pt x="3344596" y="574273"/>
                  </a:lnTo>
                  <a:lnTo>
                    <a:pt x="3346105" y="570296"/>
                  </a:lnTo>
                  <a:lnTo>
                    <a:pt x="3349533" y="567279"/>
                  </a:lnTo>
                  <a:lnTo>
                    <a:pt x="4009602" y="0"/>
                  </a:lnTo>
                  <a:close/>
                </a:path>
                <a:path w="4051934" h="4728845">
                  <a:moveTo>
                    <a:pt x="2874030" y="1263714"/>
                  </a:moveTo>
                  <a:lnTo>
                    <a:pt x="2904494" y="1273993"/>
                  </a:lnTo>
                  <a:lnTo>
                    <a:pt x="2926532" y="1292729"/>
                  </a:lnTo>
                  <a:lnTo>
                    <a:pt x="2940186" y="1317006"/>
                  </a:lnTo>
                  <a:lnTo>
                    <a:pt x="2944841" y="1344291"/>
                  </a:lnTo>
                  <a:lnTo>
                    <a:pt x="2939878" y="1372053"/>
                  </a:lnTo>
                  <a:lnTo>
                    <a:pt x="2990759" y="1401402"/>
                  </a:lnTo>
                  <a:lnTo>
                    <a:pt x="2991582" y="1401951"/>
                  </a:lnTo>
                  <a:lnTo>
                    <a:pt x="2992268" y="1402636"/>
                  </a:lnTo>
                  <a:lnTo>
                    <a:pt x="2995696" y="1405928"/>
                  </a:lnTo>
                  <a:lnTo>
                    <a:pt x="2997068" y="1409905"/>
                  </a:lnTo>
                  <a:lnTo>
                    <a:pt x="2996656" y="1413745"/>
                  </a:lnTo>
                  <a:lnTo>
                    <a:pt x="2996656" y="1982628"/>
                  </a:lnTo>
                  <a:lnTo>
                    <a:pt x="3013121" y="1989957"/>
                  </a:lnTo>
                  <a:lnTo>
                    <a:pt x="3026131" y="2001966"/>
                  </a:lnTo>
                  <a:lnTo>
                    <a:pt x="3034702" y="2017574"/>
                  </a:lnTo>
                  <a:lnTo>
                    <a:pt x="3037800" y="2035703"/>
                  </a:lnTo>
                  <a:lnTo>
                    <a:pt x="3033472" y="2057004"/>
                  </a:lnTo>
                  <a:lnTo>
                    <a:pt x="3021686" y="2074447"/>
                  </a:lnTo>
                  <a:lnTo>
                    <a:pt x="3004242" y="2086233"/>
                  </a:lnTo>
                  <a:lnTo>
                    <a:pt x="2982942" y="2090562"/>
                  </a:lnTo>
                  <a:lnTo>
                    <a:pt x="2961641" y="2086233"/>
                  </a:lnTo>
                  <a:lnTo>
                    <a:pt x="2944198" y="2074447"/>
                  </a:lnTo>
                  <a:lnTo>
                    <a:pt x="2932412" y="2057004"/>
                  </a:lnTo>
                  <a:lnTo>
                    <a:pt x="2928083" y="2035703"/>
                  </a:lnTo>
                  <a:lnTo>
                    <a:pt x="2931195" y="2017574"/>
                  </a:lnTo>
                  <a:lnTo>
                    <a:pt x="2939809" y="2001966"/>
                  </a:lnTo>
                  <a:lnTo>
                    <a:pt x="2952847" y="1989957"/>
                  </a:lnTo>
                  <a:lnTo>
                    <a:pt x="2969227" y="1982628"/>
                  </a:lnTo>
                  <a:lnTo>
                    <a:pt x="2969227" y="1420740"/>
                  </a:lnTo>
                  <a:lnTo>
                    <a:pt x="2926163" y="1395779"/>
                  </a:lnTo>
                  <a:lnTo>
                    <a:pt x="2802757" y="1395779"/>
                  </a:lnTo>
                  <a:lnTo>
                    <a:pt x="2799509" y="1392912"/>
                  </a:lnTo>
                  <a:lnTo>
                    <a:pt x="2785931" y="1365058"/>
                  </a:lnTo>
                  <a:lnTo>
                    <a:pt x="2783771" y="1334119"/>
                  </a:lnTo>
                  <a:lnTo>
                    <a:pt x="2793954" y="1303617"/>
                  </a:lnTo>
                  <a:lnTo>
                    <a:pt x="2815315" y="1279567"/>
                  </a:lnTo>
                  <a:lnTo>
                    <a:pt x="2843155" y="1265919"/>
                  </a:lnTo>
                  <a:lnTo>
                    <a:pt x="2874030" y="1263714"/>
                  </a:lnTo>
                  <a:close/>
                </a:path>
                <a:path w="4051934" h="4728845">
                  <a:moveTo>
                    <a:pt x="3423759" y="0"/>
                  </a:moveTo>
                  <a:lnTo>
                    <a:pt x="3464432" y="0"/>
                  </a:lnTo>
                  <a:lnTo>
                    <a:pt x="2721678" y="678915"/>
                  </a:lnTo>
                  <a:lnTo>
                    <a:pt x="2721678" y="1782257"/>
                  </a:lnTo>
                  <a:lnTo>
                    <a:pt x="2738143" y="1789586"/>
                  </a:lnTo>
                  <a:lnTo>
                    <a:pt x="2751153" y="1801594"/>
                  </a:lnTo>
                  <a:lnTo>
                    <a:pt x="2759724" y="1817203"/>
                  </a:lnTo>
                  <a:lnTo>
                    <a:pt x="2762822" y="1835332"/>
                  </a:lnTo>
                  <a:lnTo>
                    <a:pt x="2758493" y="1856633"/>
                  </a:lnTo>
                  <a:lnTo>
                    <a:pt x="2746707" y="1874076"/>
                  </a:lnTo>
                  <a:lnTo>
                    <a:pt x="2729264" y="1885862"/>
                  </a:lnTo>
                  <a:lnTo>
                    <a:pt x="2707964" y="1890191"/>
                  </a:lnTo>
                  <a:lnTo>
                    <a:pt x="2686663" y="1885862"/>
                  </a:lnTo>
                  <a:lnTo>
                    <a:pt x="2669220" y="1874076"/>
                  </a:lnTo>
                  <a:lnTo>
                    <a:pt x="2657434" y="1856633"/>
                  </a:lnTo>
                  <a:lnTo>
                    <a:pt x="2653105" y="1835332"/>
                  </a:lnTo>
                  <a:lnTo>
                    <a:pt x="2656217" y="1817203"/>
                  </a:lnTo>
                  <a:lnTo>
                    <a:pt x="2664831" y="1801594"/>
                  </a:lnTo>
                  <a:lnTo>
                    <a:pt x="2677869" y="1789586"/>
                  </a:lnTo>
                  <a:lnTo>
                    <a:pt x="2694249" y="1782257"/>
                  </a:lnTo>
                  <a:lnTo>
                    <a:pt x="2694249" y="673704"/>
                  </a:lnTo>
                  <a:lnTo>
                    <a:pt x="2693975" y="669864"/>
                  </a:lnTo>
                  <a:lnTo>
                    <a:pt x="2695346" y="665750"/>
                  </a:lnTo>
                  <a:lnTo>
                    <a:pt x="2698775" y="662732"/>
                  </a:lnTo>
                  <a:lnTo>
                    <a:pt x="3423759" y="0"/>
                  </a:lnTo>
                  <a:close/>
                </a:path>
                <a:path w="4051934" h="4728845">
                  <a:moveTo>
                    <a:pt x="2802757" y="1395779"/>
                  </a:moveTo>
                  <a:lnTo>
                    <a:pt x="2926163" y="1395779"/>
                  </a:lnTo>
                  <a:lnTo>
                    <a:pt x="2904541" y="1414022"/>
                  </a:lnTo>
                  <a:lnTo>
                    <a:pt x="2878574" y="1423637"/>
                  </a:lnTo>
                  <a:lnTo>
                    <a:pt x="2850754" y="1423918"/>
                  </a:lnTo>
                  <a:lnTo>
                    <a:pt x="2823578" y="1414157"/>
                  </a:lnTo>
                  <a:lnTo>
                    <a:pt x="2802757" y="1395779"/>
                  </a:lnTo>
                  <a:close/>
                </a:path>
                <a:path w="4051934" h="4728845">
                  <a:moveTo>
                    <a:pt x="3040037" y="0"/>
                  </a:moveTo>
                  <a:lnTo>
                    <a:pt x="3078850" y="0"/>
                  </a:lnTo>
                  <a:lnTo>
                    <a:pt x="2389784" y="689065"/>
                  </a:lnTo>
                  <a:lnTo>
                    <a:pt x="2389784" y="1033439"/>
                  </a:lnTo>
                  <a:lnTo>
                    <a:pt x="2406249" y="1040768"/>
                  </a:lnTo>
                  <a:lnTo>
                    <a:pt x="2419259" y="1052777"/>
                  </a:lnTo>
                  <a:lnTo>
                    <a:pt x="2427830" y="1068385"/>
                  </a:lnTo>
                  <a:lnTo>
                    <a:pt x="2430928" y="1086514"/>
                  </a:lnTo>
                  <a:lnTo>
                    <a:pt x="2426599" y="1107815"/>
                  </a:lnTo>
                  <a:lnTo>
                    <a:pt x="2414813" y="1125258"/>
                  </a:lnTo>
                  <a:lnTo>
                    <a:pt x="2397370" y="1137044"/>
                  </a:lnTo>
                  <a:lnTo>
                    <a:pt x="2376070" y="1141373"/>
                  </a:lnTo>
                  <a:lnTo>
                    <a:pt x="2354769" y="1137044"/>
                  </a:lnTo>
                  <a:lnTo>
                    <a:pt x="2337326" y="1125258"/>
                  </a:lnTo>
                  <a:lnTo>
                    <a:pt x="2325540" y="1107815"/>
                  </a:lnTo>
                  <a:lnTo>
                    <a:pt x="2321211" y="1086514"/>
                  </a:lnTo>
                  <a:lnTo>
                    <a:pt x="2324323" y="1068385"/>
                  </a:lnTo>
                  <a:lnTo>
                    <a:pt x="2332937" y="1052777"/>
                  </a:lnTo>
                  <a:lnTo>
                    <a:pt x="2345975" y="1040768"/>
                  </a:lnTo>
                  <a:lnTo>
                    <a:pt x="2362355" y="1033439"/>
                  </a:lnTo>
                  <a:lnTo>
                    <a:pt x="2362355" y="684539"/>
                  </a:lnTo>
                  <a:lnTo>
                    <a:pt x="2361943" y="680973"/>
                  </a:lnTo>
                  <a:lnTo>
                    <a:pt x="2363041" y="676996"/>
                  </a:lnTo>
                  <a:lnTo>
                    <a:pt x="3040037" y="0"/>
                  </a:lnTo>
                  <a:close/>
                </a:path>
                <a:path w="4051934" h="4728845">
                  <a:moveTo>
                    <a:pt x="0" y="0"/>
                  </a:moveTo>
                  <a:lnTo>
                    <a:pt x="144382" y="0"/>
                  </a:lnTo>
                  <a:lnTo>
                    <a:pt x="138666" y="10636"/>
                  </a:lnTo>
                  <a:lnTo>
                    <a:pt x="127124" y="24085"/>
                  </a:lnTo>
                  <a:lnTo>
                    <a:pt x="112471" y="35014"/>
                  </a:lnTo>
                  <a:lnTo>
                    <a:pt x="81949" y="45255"/>
                  </a:lnTo>
                  <a:lnTo>
                    <a:pt x="51081" y="43089"/>
                  </a:lnTo>
                  <a:lnTo>
                    <a:pt x="23272" y="29479"/>
                  </a:lnTo>
                  <a:lnTo>
                    <a:pt x="1931" y="5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15016" y="0"/>
              <a:ext cx="3772982" cy="26071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8989" y="4617726"/>
              <a:ext cx="95250" cy="952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993" y="5527987"/>
              <a:ext cx="95250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993" y="6438577"/>
              <a:ext cx="95250" cy="95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993" y="7501567"/>
              <a:ext cx="95250" cy="952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75877" y="3075394"/>
            <a:ext cx="2245360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50" spc="-10" dirty="0">
                <a:solidFill>
                  <a:srgbClr val="2041E3"/>
                </a:solidFill>
                <a:latin typeface="Trebuchet MS"/>
                <a:cs typeface="Trebuchet MS"/>
              </a:rPr>
              <a:t>Challenges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1664" y="4380217"/>
            <a:ext cx="4128770" cy="332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 marR="5080">
              <a:lnSpc>
                <a:spcPct val="114599"/>
              </a:lnSpc>
              <a:spcBef>
                <a:spcPts val="100"/>
              </a:spcBef>
            </a:pPr>
            <a:r>
              <a:rPr sz="2400" spc="65" dirty="0">
                <a:solidFill>
                  <a:srgbClr val="240045"/>
                </a:solidFill>
                <a:latin typeface="Trebuchet MS"/>
                <a:cs typeface="Trebuchet MS"/>
              </a:rPr>
              <a:t>Encoding</a:t>
            </a:r>
            <a:r>
              <a:rPr sz="2400" spc="4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errors</a:t>
            </a:r>
            <a:r>
              <a:rPr sz="2400" spc="4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during</a:t>
            </a:r>
            <a:r>
              <a:rPr sz="2400" spc="40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155" dirty="0">
                <a:solidFill>
                  <a:srgbClr val="240045"/>
                </a:solidFill>
                <a:latin typeface="Trebuchet MS"/>
                <a:cs typeface="Trebuchet MS"/>
              </a:rPr>
              <a:t>CSV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import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400" spc="80" dirty="0">
                <a:solidFill>
                  <a:srgbClr val="240045"/>
                </a:solidFill>
                <a:latin typeface="Trebuchet MS"/>
                <a:cs typeface="Trebuchet MS"/>
              </a:rPr>
              <a:t>Zero</a:t>
            </a:r>
            <a:r>
              <a:rPr sz="2400" spc="20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105" dirty="0">
                <a:solidFill>
                  <a:srgbClr val="240045"/>
                </a:solidFill>
                <a:latin typeface="Trebuchet MS"/>
                <a:cs typeface="Trebuchet MS"/>
              </a:rPr>
              <a:t>MRP</a:t>
            </a:r>
            <a:r>
              <a:rPr sz="240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2400" spc="20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price</a:t>
            </a:r>
            <a:r>
              <a:rPr sz="240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entries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1210945">
              <a:lnSpc>
                <a:spcPct val="114599"/>
              </a:lnSpc>
              <a:spcBef>
                <a:spcPts val="5"/>
              </a:spcBef>
            </a:pPr>
            <a:r>
              <a:rPr sz="2400" spc="55" dirty="0">
                <a:solidFill>
                  <a:srgbClr val="240045"/>
                </a:solidFill>
                <a:latin typeface="Trebuchet MS"/>
                <a:cs typeface="Trebuchet MS"/>
              </a:rPr>
              <a:t>Inconsistent</a:t>
            </a:r>
            <a:r>
              <a:rPr sz="2400" spc="25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units</a:t>
            </a:r>
            <a:r>
              <a:rPr sz="2400" spc="26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40045"/>
                </a:solidFill>
                <a:latin typeface="Trebuchet MS"/>
                <a:cs typeface="Trebuchet MS"/>
              </a:rPr>
              <a:t>in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quantity</a:t>
            </a:r>
            <a:r>
              <a:rPr sz="2400" spc="3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field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Repetitive</a:t>
            </a:r>
            <a:r>
              <a:rPr sz="2400" spc="3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product</a:t>
            </a:r>
            <a:r>
              <a:rPr sz="2400" spc="38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names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03142" y="2887461"/>
            <a:ext cx="5826760" cy="6182995"/>
            <a:chOff x="9503142" y="2887461"/>
            <a:chExt cx="5826760" cy="618299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3142" y="2887461"/>
              <a:ext cx="5826660" cy="61826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7721" y="4617726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172049" y="3075394"/>
            <a:ext cx="1971039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50" spc="90" dirty="0">
                <a:solidFill>
                  <a:srgbClr val="2041E3"/>
                </a:solidFill>
                <a:latin typeface="Trebuchet MS"/>
                <a:cs typeface="Trebuchet MS"/>
              </a:rPr>
              <a:t>Solutions</a:t>
            </a:r>
            <a:endParaRPr sz="35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28700" y="443582"/>
            <a:ext cx="9388475" cy="7153275"/>
            <a:chOff x="1028700" y="443582"/>
            <a:chExt cx="9388475" cy="71532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1724" y="5527987"/>
              <a:ext cx="95250" cy="95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1724" y="6438577"/>
              <a:ext cx="95250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1724" y="7501568"/>
              <a:ext cx="95250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700" y="443582"/>
              <a:ext cx="1762124" cy="5810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0560394" y="4380217"/>
            <a:ext cx="4171950" cy="374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 marR="206375">
              <a:lnSpc>
                <a:spcPct val="114599"/>
              </a:lnSpc>
              <a:spcBef>
                <a:spcPts val="100"/>
              </a:spcBef>
            </a:pPr>
            <a:r>
              <a:rPr sz="2400" spc="85" dirty="0">
                <a:solidFill>
                  <a:srgbClr val="240045"/>
                </a:solidFill>
                <a:latin typeface="Trebuchet MS"/>
                <a:cs typeface="Trebuchet MS"/>
              </a:rPr>
              <a:t>Saved</a:t>
            </a:r>
            <a:r>
              <a:rPr sz="24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240045"/>
                </a:solidFill>
                <a:latin typeface="Trebuchet MS"/>
                <a:cs typeface="Trebuchet MS"/>
              </a:rPr>
              <a:t>using</a:t>
            </a:r>
            <a:r>
              <a:rPr sz="24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204" dirty="0">
                <a:solidFill>
                  <a:srgbClr val="240045"/>
                </a:solidFill>
                <a:latin typeface="Trebuchet MS"/>
                <a:cs typeface="Trebuchet MS"/>
              </a:rPr>
              <a:t>UTF-</a:t>
            </a:r>
            <a:r>
              <a:rPr sz="2400" spc="200" dirty="0">
                <a:solidFill>
                  <a:srgbClr val="240045"/>
                </a:solidFill>
                <a:latin typeface="Trebuchet MS"/>
                <a:cs typeface="Trebuchet MS"/>
              </a:rPr>
              <a:t>8</a:t>
            </a:r>
            <a:r>
              <a:rPr sz="2400" spc="23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format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in</a:t>
            </a:r>
            <a:r>
              <a:rPr sz="2400" spc="7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40045"/>
                </a:solidFill>
                <a:latin typeface="Trebuchet MS"/>
                <a:cs typeface="Trebuchet MS"/>
              </a:rPr>
              <a:t>Excel</a:t>
            </a:r>
            <a:endParaRPr sz="2400">
              <a:latin typeface="Trebuchet MS"/>
              <a:cs typeface="Trebuchet MS"/>
            </a:endParaRPr>
          </a:p>
          <a:p>
            <a:pPr marL="12700" marR="299085">
              <a:lnSpc>
                <a:spcPct val="114599"/>
              </a:lnSpc>
              <a:spcBef>
                <a:spcPts val="565"/>
              </a:spcBef>
            </a:pP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Filtered</a:t>
            </a:r>
            <a:r>
              <a:rPr sz="2400" spc="7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2400" spc="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deleted</a:t>
            </a:r>
            <a:r>
              <a:rPr sz="2400" spc="8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invalid </a:t>
            </a:r>
            <a:r>
              <a:rPr sz="2400" spc="105" dirty="0">
                <a:solidFill>
                  <a:srgbClr val="240045"/>
                </a:solidFill>
                <a:latin typeface="Trebuchet MS"/>
                <a:cs typeface="Trebuchet MS"/>
              </a:rPr>
              <a:t>rows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  <a:spcBef>
                <a:spcPts val="570"/>
              </a:spcBef>
            </a:pPr>
            <a:r>
              <a:rPr sz="2400" spc="70" dirty="0">
                <a:solidFill>
                  <a:srgbClr val="240045"/>
                </a:solidFill>
                <a:latin typeface="Trebuchet MS"/>
                <a:cs typeface="Trebuchet MS"/>
              </a:rPr>
              <a:t>Focused</a:t>
            </a:r>
            <a:r>
              <a:rPr sz="2400" spc="28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analysis</a:t>
            </a:r>
            <a:r>
              <a:rPr sz="2400" spc="29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50" dirty="0">
                <a:solidFill>
                  <a:srgbClr val="240045"/>
                </a:solidFill>
                <a:latin typeface="Trebuchet MS"/>
                <a:cs typeface="Trebuchet MS"/>
              </a:rPr>
              <a:t>on</a:t>
            </a:r>
            <a:r>
              <a:rPr sz="2400" spc="28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135" dirty="0">
                <a:solidFill>
                  <a:srgbClr val="240045"/>
                </a:solidFill>
                <a:latin typeface="Trebuchet MS"/>
                <a:cs typeface="Trebuchet MS"/>
              </a:rPr>
              <a:t>weight-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based</a:t>
            </a:r>
            <a:r>
              <a:rPr sz="2400" spc="32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insights</a:t>
            </a:r>
            <a:endParaRPr sz="2400">
              <a:latin typeface="Trebuchet MS"/>
              <a:cs typeface="Trebuchet MS"/>
            </a:endParaRPr>
          </a:p>
          <a:p>
            <a:pPr marL="12700" marR="770890">
              <a:lnSpc>
                <a:spcPct val="114599"/>
              </a:lnSpc>
              <a:spcBef>
                <a:spcPts val="1770"/>
              </a:spcBef>
            </a:pPr>
            <a:r>
              <a:rPr sz="2400" spc="65" dirty="0">
                <a:solidFill>
                  <a:srgbClr val="240045"/>
                </a:solidFill>
                <a:latin typeface="Trebuchet MS"/>
                <a:cs typeface="Trebuchet MS"/>
              </a:rPr>
              <a:t>Used</a:t>
            </a:r>
            <a:r>
              <a:rPr sz="240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name</a:t>
            </a:r>
            <a:r>
              <a:rPr sz="240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640" dirty="0">
                <a:solidFill>
                  <a:srgbClr val="240045"/>
                </a:solidFill>
                <a:latin typeface="Trebuchet MS"/>
                <a:cs typeface="Trebuchet MS"/>
              </a:rPr>
              <a:t>+</a:t>
            </a:r>
            <a:r>
              <a:rPr sz="240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240045"/>
                </a:solidFill>
                <a:latin typeface="Trebuchet MS"/>
                <a:cs typeface="Trebuchet MS"/>
              </a:rPr>
              <a:t>weight</a:t>
            </a:r>
            <a:r>
              <a:rPr sz="2400" spc="21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590" dirty="0">
                <a:solidFill>
                  <a:srgbClr val="240045"/>
                </a:solidFill>
                <a:latin typeface="Trebuchet MS"/>
                <a:cs typeface="Trebuchet MS"/>
              </a:rPr>
              <a:t>+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price</a:t>
            </a:r>
            <a:r>
              <a:rPr sz="2400" spc="24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40045"/>
                </a:solidFill>
                <a:latin typeface="Trebuchet MS"/>
                <a:cs typeface="Trebuchet MS"/>
              </a:rPr>
              <a:t>for</a:t>
            </a:r>
            <a:r>
              <a:rPr sz="2400" spc="24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40045"/>
                </a:solidFill>
                <a:latin typeface="Trebuchet MS"/>
                <a:cs typeface="Trebuchet MS"/>
              </a:rPr>
              <a:t>uniqueness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2536825"/>
            </a:xfrm>
            <a:custGeom>
              <a:avLst/>
              <a:gdLst/>
              <a:ahLst/>
              <a:cxnLst/>
              <a:rect l="l" t="t" r="r" b="b"/>
              <a:pathLst>
                <a:path w="18288000" h="2536825">
                  <a:moveTo>
                    <a:pt x="0" y="2536674"/>
                  </a:moveTo>
                  <a:lnTo>
                    <a:pt x="18287998" y="2536674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2536674"/>
                  </a:lnTo>
                  <a:close/>
                </a:path>
              </a:pathLst>
            </a:custGeom>
            <a:solidFill>
              <a:srgbClr val="7209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36675"/>
              <a:ext cx="18287999" cy="77503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8215" y="4965207"/>
              <a:ext cx="4292600" cy="4279900"/>
            </a:xfrm>
            <a:custGeom>
              <a:avLst/>
              <a:gdLst/>
              <a:ahLst/>
              <a:cxnLst/>
              <a:rect l="l" t="t" r="r" b="b"/>
              <a:pathLst>
                <a:path w="4292600" h="4279900">
                  <a:moveTo>
                    <a:pt x="341027" y="50800"/>
                  </a:moveTo>
                  <a:lnTo>
                    <a:pt x="267924" y="50800"/>
                  </a:lnTo>
                  <a:lnTo>
                    <a:pt x="265726" y="38100"/>
                  </a:lnTo>
                  <a:lnTo>
                    <a:pt x="268783" y="12700"/>
                  </a:lnTo>
                  <a:lnTo>
                    <a:pt x="277108" y="0"/>
                  </a:lnTo>
                  <a:lnTo>
                    <a:pt x="331842" y="0"/>
                  </a:lnTo>
                  <a:lnTo>
                    <a:pt x="340168" y="12700"/>
                  </a:lnTo>
                  <a:lnTo>
                    <a:pt x="343225" y="38100"/>
                  </a:lnTo>
                  <a:lnTo>
                    <a:pt x="341027" y="50800"/>
                  </a:lnTo>
                  <a:close/>
                </a:path>
                <a:path w="4292600" h="4279900">
                  <a:moveTo>
                    <a:pt x="314163" y="2794000"/>
                  </a:moveTo>
                  <a:lnTo>
                    <a:pt x="294788" y="2794000"/>
                  </a:lnTo>
                  <a:lnTo>
                    <a:pt x="294788" y="76200"/>
                  </a:lnTo>
                  <a:lnTo>
                    <a:pt x="283218" y="63500"/>
                  </a:lnTo>
                  <a:lnTo>
                    <a:pt x="274008" y="50800"/>
                  </a:lnTo>
                  <a:lnTo>
                    <a:pt x="334942" y="50800"/>
                  </a:lnTo>
                  <a:lnTo>
                    <a:pt x="325733" y="63500"/>
                  </a:lnTo>
                  <a:lnTo>
                    <a:pt x="314163" y="76200"/>
                  </a:lnTo>
                  <a:lnTo>
                    <a:pt x="314163" y="2794000"/>
                  </a:lnTo>
                  <a:close/>
                </a:path>
                <a:path w="4292600" h="4279900">
                  <a:moveTo>
                    <a:pt x="910376" y="876300"/>
                  </a:moveTo>
                  <a:lnTo>
                    <a:pt x="849442" y="876300"/>
                  </a:lnTo>
                  <a:lnTo>
                    <a:pt x="843357" y="863600"/>
                  </a:lnTo>
                  <a:lnTo>
                    <a:pt x="841159" y="850900"/>
                  </a:lnTo>
                  <a:lnTo>
                    <a:pt x="844217" y="838200"/>
                  </a:lnTo>
                  <a:lnTo>
                    <a:pt x="852542" y="825500"/>
                  </a:lnTo>
                  <a:lnTo>
                    <a:pt x="864863" y="812800"/>
                  </a:lnTo>
                  <a:lnTo>
                    <a:pt x="894955" y="812800"/>
                  </a:lnTo>
                  <a:lnTo>
                    <a:pt x="907276" y="825500"/>
                  </a:lnTo>
                  <a:lnTo>
                    <a:pt x="915601" y="838200"/>
                  </a:lnTo>
                  <a:lnTo>
                    <a:pt x="918659" y="850900"/>
                  </a:lnTo>
                  <a:lnTo>
                    <a:pt x="916461" y="863600"/>
                  </a:lnTo>
                  <a:lnTo>
                    <a:pt x="910376" y="876300"/>
                  </a:lnTo>
                  <a:close/>
                </a:path>
                <a:path w="4292600" h="4279900">
                  <a:moveTo>
                    <a:pt x="611125" y="1663700"/>
                  </a:moveTo>
                  <a:lnTo>
                    <a:pt x="584733" y="1663700"/>
                  </a:lnTo>
                  <a:lnTo>
                    <a:pt x="870221" y="1384300"/>
                  </a:lnTo>
                  <a:lnTo>
                    <a:pt x="870221" y="889000"/>
                  </a:lnTo>
                  <a:lnTo>
                    <a:pt x="858651" y="876300"/>
                  </a:lnTo>
                  <a:lnTo>
                    <a:pt x="901167" y="876300"/>
                  </a:lnTo>
                  <a:lnTo>
                    <a:pt x="889596" y="889000"/>
                  </a:lnTo>
                  <a:lnTo>
                    <a:pt x="889596" y="1384300"/>
                  </a:lnTo>
                  <a:lnTo>
                    <a:pt x="889112" y="1384300"/>
                  </a:lnTo>
                  <a:lnTo>
                    <a:pt x="611125" y="1663700"/>
                  </a:lnTo>
                  <a:close/>
                </a:path>
                <a:path w="4292600" h="4279900">
                  <a:moveTo>
                    <a:pt x="592289" y="1752600"/>
                  </a:moveTo>
                  <a:lnTo>
                    <a:pt x="511399" y="1752600"/>
                  </a:lnTo>
                  <a:lnTo>
                    <a:pt x="498866" y="1739900"/>
                  </a:lnTo>
                  <a:lnTo>
                    <a:pt x="494688" y="1714500"/>
                  </a:lnTo>
                  <a:lnTo>
                    <a:pt x="498866" y="1689100"/>
                  </a:lnTo>
                  <a:lnTo>
                    <a:pt x="511399" y="1676400"/>
                  </a:lnTo>
                  <a:lnTo>
                    <a:pt x="528279" y="1663700"/>
                  </a:lnTo>
                  <a:lnTo>
                    <a:pt x="547267" y="1651000"/>
                  </a:lnTo>
                  <a:lnTo>
                    <a:pt x="566654" y="1651000"/>
                  </a:lnTo>
                  <a:lnTo>
                    <a:pt x="584733" y="1663700"/>
                  </a:lnTo>
                  <a:lnTo>
                    <a:pt x="611125" y="1663700"/>
                  </a:lnTo>
                  <a:lnTo>
                    <a:pt x="598489" y="1676400"/>
                  </a:lnTo>
                  <a:lnTo>
                    <a:pt x="607043" y="1701800"/>
                  </a:lnTo>
                  <a:lnTo>
                    <a:pt x="608867" y="1714500"/>
                  </a:lnTo>
                  <a:lnTo>
                    <a:pt x="603952" y="1739900"/>
                  </a:lnTo>
                  <a:lnTo>
                    <a:pt x="592289" y="1752600"/>
                  </a:lnTo>
                  <a:close/>
                </a:path>
                <a:path w="4292600" h="4279900">
                  <a:moveTo>
                    <a:pt x="577806" y="1765300"/>
                  </a:moveTo>
                  <a:lnTo>
                    <a:pt x="525882" y="1765300"/>
                  </a:lnTo>
                  <a:lnTo>
                    <a:pt x="518350" y="1752600"/>
                  </a:lnTo>
                  <a:lnTo>
                    <a:pt x="585338" y="1752600"/>
                  </a:lnTo>
                  <a:lnTo>
                    <a:pt x="577806" y="1765300"/>
                  </a:lnTo>
                  <a:close/>
                </a:path>
                <a:path w="4292600" h="4279900">
                  <a:moveTo>
                    <a:pt x="66843" y="4178300"/>
                  </a:moveTo>
                  <a:lnTo>
                    <a:pt x="47371" y="4178300"/>
                  </a:lnTo>
                  <a:lnTo>
                    <a:pt x="47371" y="3352800"/>
                  </a:lnTo>
                  <a:lnTo>
                    <a:pt x="47855" y="3352800"/>
                  </a:lnTo>
                  <a:lnTo>
                    <a:pt x="48630" y="3340100"/>
                  </a:lnTo>
                  <a:lnTo>
                    <a:pt x="51343" y="3340100"/>
                  </a:lnTo>
                  <a:lnTo>
                    <a:pt x="542108" y="2921000"/>
                  </a:lnTo>
                  <a:lnTo>
                    <a:pt x="542108" y="1765300"/>
                  </a:lnTo>
                  <a:lnTo>
                    <a:pt x="561580" y="1765300"/>
                  </a:lnTo>
                  <a:lnTo>
                    <a:pt x="561677" y="2933700"/>
                  </a:lnTo>
                  <a:lnTo>
                    <a:pt x="558189" y="2933700"/>
                  </a:lnTo>
                  <a:lnTo>
                    <a:pt x="66843" y="3352800"/>
                  </a:lnTo>
                  <a:lnTo>
                    <a:pt x="66843" y="4178300"/>
                  </a:lnTo>
                  <a:close/>
                </a:path>
                <a:path w="4292600" h="4279900">
                  <a:moveTo>
                    <a:pt x="838392" y="1930400"/>
                  </a:moveTo>
                  <a:lnTo>
                    <a:pt x="795876" y="1930400"/>
                  </a:lnTo>
                  <a:lnTo>
                    <a:pt x="786667" y="1917700"/>
                  </a:lnTo>
                  <a:lnTo>
                    <a:pt x="780582" y="1905000"/>
                  </a:lnTo>
                  <a:lnTo>
                    <a:pt x="778384" y="1892300"/>
                  </a:lnTo>
                  <a:lnTo>
                    <a:pt x="781442" y="1879600"/>
                  </a:lnTo>
                  <a:lnTo>
                    <a:pt x="789767" y="1866900"/>
                  </a:lnTo>
                  <a:lnTo>
                    <a:pt x="802088" y="1854200"/>
                  </a:lnTo>
                  <a:lnTo>
                    <a:pt x="832180" y="1854200"/>
                  </a:lnTo>
                  <a:lnTo>
                    <a:pt x="844501" y="1866900"/>
                  </a:lnTo>
                  <a:lnTo>
                    <a:pt x="852826" y="1879600"/>
                  </a:lnTo>
                  <a:lnTo>
                    <a:pt x="855884" y="1892300"/>
                  </a:lnTo>
                  <a:lnTo>
                    <a:pt x="853686" y="1905000"/>
                  </a:lnTo>
                  <a:lnTo>
                    <a:pt x="847601" y="1917700"/>
                  </a:lnTo>
                  <a:lnTo>
                    <a:pt x="838392" y="1930400"/>
                  </a:lnTo>
                  <a:close/>
                </a:path>
                <a:path w="4292600" h="4279900">
                  <a:moveTo>
                    <a:pt x="857240" y="2349500"/>
                  </a:moveTo>
                  <a:lnTo>
                    <a:pt x="811031" y="2349500"/>
                  </a:lnTo>
                  <a:lnTo>
                    <a:pt x="808125" y="2336800"/>
                  </a:lnTo>
                  <a:lnTo>
                    <a:pt x="807447" y="2336800"/>
                  </a:lnTo>
                  <a:lnTo>
                    <a:pt x="807447" y="1930400"/>
                  </a:lnTo>
                  <a:lnTo>
                    <a:pt x="826822" y="1930400"/>
                  </a:lnTo>
                  <a:lnTo>
                    <a:pt x="826822" y="2336800"/>
                  </a:lnTo>
                  <a:lnTo>
                    <a:pt x="857240" y="2349500"/>
                  </a:lnTo>
                  <a:close/>
                </a:path>
                <a:path w="4292600" h="4279900">
                  <a:moveTo>
                    <a:pt x="1026413" y="2006600"/>
                  </a:moveTo>
                  <a:lnTo>
                    <a:pt x="996321" y="2006600"/>
                  </a:lnTo>
                  <a:lnTo>
                    <a:pt x="1011367" y="1993900"/>
                  </a:lnTo>
                  <a:lnTo>
                    <a:pt x="1026413" y="2006600"/>
                  </a:lnTo>
                  <a:close/>
                </a:path>
                <a:path w="4292600" h="4279900">
                  <a:moveTo>
                    <a:pt x="1032625" y="2070100"/>
                  </a:moveTo>
                  <a:lnTo>
                    <a:pt x="990109" y="2070100"/>
                  </a:lnTo>
                  <a:lnTo>
                    <a:pt x="980900" y="2057400"/>
                  </a:lnTo>
                  <a:lnTo>
                    <a:pt x="974815" y="2044700"/>
                  </a:lnTo>
                  <a:lnTo>
                    <a:pt x="972617" y="2032000"/>
                  </a:lnTo>
                  <a:lnTo>
                    <a:pt x="975675" y="2019300"/>
                  </a:lnTo>
                  <a:lnTo>
                    <a:pt x="984000" y="2006600"/>
                  </a:lnTo>
                  <a:lnTo>
                    <a:pt x="1038734" y="2006600"/>
                  </a:lnTo>
                  <a:lnTo>
                    <a:pt x="1047059" y="2019300"/>
                  </a:lnTo>
                  <a:lnTo>
                    <a:pt x="1050117" y="2032000"/>
                  </a:lnTo>
                  <a:lnTo>
                    <a:pt x="1047919" y="2044700"/>
                  </a:lnTo>
                  <a:lnTo>
                    <a:pt x="1041834" y="2057400"/>
                  </a:lnTo>
                  <a:lnTo>
                    <a:pt x="1032625" y="2070100"/>
                  </a:lnTo>
                  <a:close/>
                </a:path>
                <a:path w="4292600" h="4279900">
                  <a:moveTo>
                    <a:pt x="1194072" y="4076700"/>
                  </a:moveTo>
                  <a:lnTo>
                    <a:pt x="551892" y="4076700"/>
                  </a:lnTo>
                  <a:lnTo>
                    <a:pt x="382556" y="3911600"/>
                  </a:lnTo>
                  <a:lnTo>
                    <a:pt x="381781" y="3911600"/>
                  </a:lnTo>
                  <a:lnTo>
                    <a:pt x="380425" y="3898900"/>
                  </a:lnTo>
                  <a:lnTo>
                    <a:pt x="380231" y="3898900"/>
                  </a:lnTo>
                  <a:lnTo>
                    <a:pt x="380231" y="3429000"/>
                  </a:lnTo>
                  <a:lnTo>
                    <a:pt x="380716" y="3429000"/>
                  </a:lnTo>
                  <a:lnTo>
                    <a:pt x="381490" y="3416300"/>
                  </a:lnTo>
                  <a:lnTo>
                    <a:pt x="384009" y="3416300"/>
                  </a:lnTo>
                  <a:lnTo>
                    <a:pt x="1001680" y="2857500"/>
                  </a:lnTo>
                  <a:lnTo>
                    <a:pt x="1001680" y="2070100"/>
                  </a:lnTo>
                  <a:lnTo>
                    <a:pt x="1021055" y="2070100"/>
                  </a:lnTo>
                  <a:lnTo>
                    <a:pt x="1021055" y="2857500"/>
                  </a:lnTo>
                  <a:lnTo>
                    <a:pt x="1020280" y="2857500"/>
                  </a:lnTo>
                  <a:lnTo>
                    <a:pt x="1017858" y="2870200"/>
                  </a:lnTo>
                  <a:lnTo>
                    <a:pt x="399606" y="3429000"/>
                  </a:lnTo>
                  <a:lnTo>
                    <a:pt x="399606" y="3898900"/>
                  </a:lnTo>
                  <a:lnTo>
                    <a:pt x="560999" y="4064000"/>
                  </a:lnTo>
                  <a:lnTo>
                    <a:pt x="1206795" y="4064000"/>
                  </a:lnTo>
                  <a:lnTo>
                    <a:pt x="1194072" y="4076700"/>
                  </a:lnTo>
                  <a:close/>
                </a:path>
                <a:path w="4292600" h="4279900">
                  <a:moveTo>
                    <a:pt x="915873" y="2438400"/>
                  </a:moveTo>
                  <a:lnTo>
                    <a:pt x="872546" y="2438400"/>
                  </a:lnTo>
                  <a:lnTo>
                    <a:pt x="856980" y="2425700"/>
                  </a:lnTo>
                  <a:lnTo>
                    <a:pt x="847335" y="2400300"/>
                  </a:lnTo>
                  <a:lnTo>
                    <a:pt x="844047" y="2387600"/>
                  </a:lnTo>
                  <a:lnTo>
                    <a:pt x="847553" y="2362200"/>
                  </a:lnTo>
                  <a:lnTo>
                    <a:pt x="811612" y="2349500"/>
                  </a:lnTo>
                  <a:lnTo>
                    <a:pt x="857240" y="2349500"/>
                  </a:lnTo>
                  <a:lnTo>
                    <a:pt x="872513" y="2336800"/>
                  </a:lnTo>
                  <a:lnTo>
                    <a:pt x="890856" y="2324100"/>
                  </a:lnTo>
                  <a:lnTo>
                    <a:pt x="910506" y="2324100"/>
                  </a:lnTo>
                  <a:lnTo>
                    <a:pt x="929702" y="2336800"/>
                  </a:lnTo>
                  <a:lnTo>
                    <a:pt x="946704" y="2349500"/>
                  </a:lnTo>
                  <a:lnTo>
                    <a:pt x="956294" y="2374900"/>
                  </a:lnTo>
                  <a:lnTo>
                    <a:pt x="957820" y="2387600"/>
                  </a:lnTo>
                  <a:lnTo>
                    <a:pt x="950627" y="2413000"/>
                  </a:lnTo>
                  <a:lnTo>
                    <a:pt x="935539" y="2425700"/>
                  </a:lnTo>
                  <a:lnTo>
                    <a:pt x="915873" y="2438400"/>
                  </a:lnTo>
                  <a:close/>
                </a:path>
                <a:path w="4292600" h="4279900">
                  <a:moveTo>
                    <a:pt x="1267061" y="2603500"/>
                  </a:moveTo>
                  <a:lnTo>
                    <a:pt x="1224545" y="2603500"/>
                  </a:lnTo>
                  <a:lnTo>
                    <a:pt x="1215336" y="2590800"/>
                  </a:lnTo>
                  <a:lnTo>
                    <a:pt x="1209251" y="2578100"/>
                  </a:lnTo>
                  <a:lnTo>
                    <a:pt x="1207053" y="2565400"/>
                  </a:lnTo>
                  <a:lnTo>
                    <a:pt x="1210111" y="2552700"/>
                  </a:lnTo>
                  <a:lnTo>
                    <a:pt x="1218436" y="2540000"/>
                  </a:lnTo>
                  <a:lnTo>
                    <a:pt x="1230757" y="2527300"/>
                  </a:lnTo>
                  <a:lnTo>
                    <a:pt x="1260849" y="2527300"/>
                  </a:lnTo>
                  <a:lnTo>
                    <a:pt x="1273170" y="2540000"/>
                  </a:lnTo>
                  <a:lnTo>
                    <a:pt x="1281495" y="2552700"/>
                  </a:lnTo>
                  <a:lnTo>
                    <a:pt x="1284553" y="2565400"/>
                  </a:lnTo>
                  <a:lnTo>
                    <a:pt x="1282355" y="2578100"/>
                  </a:lnTo>
                  <a:lnTo>
                    <a:pt x="1276270" y="2590800"/>
                  </a:lnTo>
                  <a:lnTo>
                    <a:pt x="1267061" y="2603500"/>
                  </a:lnTo>
                  <a:close/>
                </a:path>
                <a:path w="4292600" h="4279900">
                  <a:moveTo>
                    <a:pt x="628646" y="3886200"/>
                  </a:moveTo>
                  <a:lnTo>
                    <a:pt x="584220" y="3886200"/>
                  </a:lnTo>
                  <a:lnTo>
                    <a:pt x="566048" y="3873500"/>
                  </a:lnTo>
                  <a:lnTo>
                    <a:pt x="553780" y="3860800"/>
                  </a:lnTo>
                  <a:lnTo>
                    <a:pt x="549277" y="3835400"/>
                  </a:lnTo>
                  <a:lnTo>
                    <a:pt x="552905" y="3810000"/>
                  </a:lnTo>
                  <a:lnTo>
                    <a:pt x="562900" y="3797300"/>
                  </a:lnTo>
                  <a:lnTo>
                    <a:pt x="577926" y="3784600"/>
                  </a:lnTo>
                  <a:lnTo>
                    <a:pt x="596648" y="3771900"/>
                  </a:lnTo>
                  <a:lnTo>
                    <a:pt x="596648" y="3492500"/>
                  </a:lnTo>
                  <a:lnTo>
                    <a:pt x="597133" y="3492500"/>
                  </a:lnTo>
                  <a:lnTo>
                    <a:pt x="597811" y="3479800"/>
                  </a:lnTo>
                  <a:lnTo>
                    <a:pt x="600039" y="3479800"/>
                  </a:lnTo>
                  <a:lnTo>
                    <a:pt x="1236116" y="2844800"/>
                  </a:lnTo>
                  <a:lnTo>
                    <a:pt x="1236116" y="2603500"/>
                  </a:lnTo>
                  <a:lnTo>
                    <a:pt x="1255491" y="2603500"/>
                  </a:lnTo>
                  <a:lnTo>
                    <a:pt x="1255491" y="2844800"/>
                  </a:lnTo>
                  <a:lnTo>
                    <a:pt x="1255781" y="2857500"/>
                  </a:lnTo>
                  <a:lnTo>
                    <a:pt x="1255006" y="2857500"/>
                  </a:lnTo>
                  <a:lnTo>
                    <a:pt x="616120" y="3492500"/>
                  </a:lnTo>
                  <a:lnTo>
                    <a:pt x="616120" y="3771900"/>
                  </a:lnTo>
                  <a:lnTo>
                    <a:pt x="634899" y="3784600"/>
                  </a:lnTo>
                  <a:lnTo>
                    <a:pt x="649954" y="3797300"/>
                  </a:lnTo>
                  <a:lnTo>
                    <a:pt x="659959" y="3810000"/>
                  </a:lnTo>
                  <a:lnTo>
                    <a:pt x="663589" y="3835400"/>
                  </a:lnTo>
                  <a:lnTo>
                    <a:pt x="659085" y="3860800"/>
                  </a:lnTo>
                  <a:lnTo>
                    <a:pt x="646817" y="3873500"/>
                  </a:lnTo>
                  <a:lnTo>
                    <a:pt x="628646" y="3886200"/>
                  </a:lnTo>
                  <a:close/>
                </a:path>
                <a:path w="4292600" h="4279900">
                  <a:moveTo>
                    <a:pt x="304475" y="2908300"/>
                  </a:moveTo>
                  <a:lnTo>
                    <a:pt x="282262" y="2895600"/>
                  </a:lnTo>
                  <a:lnTo>
                    <a:pt x="264091" y="2882900"/>
                  </a:lnTo>
                  <a:lnTo>
                    <a:pt x="251823" y="2870200"/>
                  </a:lnTo>
                  <a:lnTo>
                    <a:pt x="247320" y="2844800"/>
                  </a:lnTo>
                  <a:lnTo>
                    <a:pt x="250963" y="2832100"/>
                  </a:lnTo>
                  <a:lnTo>
                    <a:pt x="260991" y="2806700"/>
                  </a:lnTo>
                  <a:lnTo>
                    <a:pt x="276050" y="2794000"/>
                  </a:lnTo>
                  <a:lnTo>
                    <a:pt x="332941" y="2794000"/>
                  </a:lnTo>
                  <a:lnTo>
                    <a:pt x="347996" y="2806700"/>
                  </a:lnTo>
                  <a:lnTo>
                    <a:pt x="358002" y="2832100"/>
                  </a:lnTo>
                  <a:lnTo>
                    <a:pt x="361631" y="2844800"/>
                  </a:lnTo>
                  <a:lnTo>
                    <a:pt x="357128" y="2870200"/>
                  </a:lnTo>
                  <a:lnTo>
                    <a:pt x="344860" y="2882900"/>
                  </a:lnTo>
                  <a:lnTo>
                    <a:pt x="326688" y="2895600"/>
                  </a:lnTo>
                  <a:lnTo>
                    <a:pt x="304475" y="2908300"/>
                  </a:lnTo>
                  <a:close/>
                </a:path>
                <a:path w="4292600" h="4279900">
                  <a:moveTo>
                    <a:pt x="1149467" y="3886200"/>
                  </a:moveTo>
                  <a:lnTo>
                    <a:pt x="1125388" y="3886200"/>
                  </a:lnTo>
                  <a:lnTo>
                    <a:pt x="1470358" y="3543300"/>
                  </a:lnTo>
                  <a:lnTo>
                    <a:pt x="1470842" y="3530600"/>
                  </a:lnTo>
                  <a:lnTo>
                    <a:pt x="1949304" y="3530600"/>
                  </a:lnTo>
                  <a:lnTo>
                    <a:pt x="2053735" y="3352800"/>
                  </a:lnTo>
                  <a:lnTo>
                    <a:pt x="2817008" y="3352800"/>
                  </a:lnTo>
                  <a:lnTo>
                    <a:pt x="2820383" y="3340100"/>
                  </a:lnTo>
                  <a:lnTo>
                    <a:pt x="2826211" y="3327400"/>
                  </a:lnTo>
                  <a:lnTo>
                    <a:pt x="2834363" y="3314700"/>
                  </a:lnTo>
                  <a:lnTo>
                    <a:pt x="2844714" y="3314700"/>
                  </a:lnTo>
                  <a:lnTo>
                    <a:pt x="2866273" y="3302000"/>
                  </a:lnTo>
                  <a:lnTo>
                    <a:pt x="2888077" y="3302000"/>
                  </a:lnTo>
                  <a:lnTo>
                    <a:pt x="2907720" y="3314700"/>
                  </a:lnTo>
                  <a:lnTo>
                    <a:pt x="2922794" y="3327400"/>
                  </a:lnTo>
                  <a:lnTo>
                    <a:pt x="2929688" y="3352800"/>
                  </a:lnTo>
                  <a:lnTo>
                    <a:pt x="2929479" y="3365500"/>
                  </a:lnTo>
                  <a:lnTo>
                    <a:pt x="2067685" y="3365500"/>
                  </a:lnTo>
                  <a:lnTo>
                    <a:pt x="1963254" y="3543300"/>
                  </a:lnTo>
                  <a:lnTo>
                    <a:pt x="1961704" y="3556000"/>
                  </a:lnTo>
                  <a:lnTo>
                    <a:pt x="1480820" y="3556000"/>
                  </a:lnTo>
                  <a:lnTo>
                    <a:pt x="1149467" y="3886200"/>
                  </a:lnTo>
                  <a:close/>
                </a:path>
                <a:path w="4292600" h="4279900">
                  <a:moveTo>
                    <a:pt x="3632931" y="3683000"/>
                  </a:moveTo>
                  <a:lnTo>
                    <a:pt x="3581733" y="3683000"/>
                  </a:lnTo>
                  <a:lnTo>
                    <a:pt x="3573251" y="3670300"/>
                  </a:lnTo>
                  <a:lnTo>
                    <a:pt x="3568074" y="3657600"/>
                  </a:lnTo>
                  <a:lnTo>
                    <a:pt x="3032940" y="3657600"/>
                  </a:lnTo>
                  <a:lnTo>
                    <a:pt x="2893054" y="3416300"/>
                  </a:lnTo>
                  <a:lnTo>
                    <a:pt x="2854171" y="3416300"/>
                  </a:lnTo>
                  <a:lnTo>
                    <a:pt x="2837050" y="3403600"/>
                  </a:lnTo>
                  <a:lnTo>
                    <a:pt x="2823789" y="3390900"/>
                  </a:lnTo>
                  <a:lnTo>
                    <a:pt x="2820301" y="3378200"/>
                  </a:lnTo>
                  <a:lnTo>
                    <a:pt x="2817976" y="3378200"/>
                  </a:lnTo>
                  <a:lnTo>
                    <a:pt x="2816911" y="3365500"/>
                  </a:lnTo>
                  <a:lnTo>
                    <a:pt x="2929479" y="3365500"/>
                  </a:lnTo>
                  <a:lnTo>
                    <a:pt x="2922658" y="3390900"/>
                  </a:lnTo>
                  <a:lnTo>
                    <a:pt x="2909716" y="3403600"/>
                  </a:lnTo>
                  <a:lnTo>
                    <a:pt x="3046890" y="3644900"/>
                  </a:lnTo>
                  <a:lnTo>
                    <a:pt x="3644314" y="3644900"/>
                  </a:lnTo>
                  <a:lnTo>
                    <a:pt x="3641256" y="3670300"/>
                  </a:lnTo>
                  <a:lnTo>
                    <a:pt x="3632931" y="3683000"/>
                  </a:lnTo>
                  <a:close/>
                </a:path>
                <a:path w="4292600" h="4279900">
                  <a:moveTo>
                    <a:pt x="1136723" y="3898900"/>
                  </a:moveTo>
                  <a:lnTo>
                    <a:pt x="805800" y="3898900"/>
                  </a:lnTo>
                  <a:lnTo>
                    <a:pt x="805800" y="3594100"/>
                  </a:lnTo>
                  <a:lnTo>
                    <a:pt x="787022" y="3581400"/>
                  </a:lnTo>
                  <a:lnTo>
                    <a:pt x="771967" y="3568700"/>
                  </a:lnTo>
                  <a:lnTo>
                    <a:pt x="761961" y="3556000"/>
                  </a:lnTo>
                  <a:lnTo>
                    <a:pt x="758332" y="3543300"/>
                  </a:lnTo>
                  <a:lnTo>
                    <a:pt x="762835" y="3517900"/>
                  </a:lnTo>
                  <a:lnTo>
                    <a:pt x="775103" y="3492500"/>
                  </a:lnTo>
                  <a:lnTo>
                    <a:pt x="793274" y="3479800"/>
                  </a:lnTo>
                  <a:lnTo>
                    <a:pt x="837700" y="3479800"/>
                  </a:lnTo>
                  <a:lnTo>
                    <a:pt x="855872" y="3492500"/>
                  </a:lnTo>
                  <a:lnTo>
                    <a:pt x="868140" y="3517900"/>
                  </a:lnTo>
                  <a:lnTo>
                    <a:pt x="872643" y="3543300"/>
                  </a:lnTo>
                  <a:lnTo>
                    <a:pt x="869014" y="3556000"/>
                  </a:lnTo>
                  <a:lnTo>
                    <a:pt x="859008" y="3568700"/>
                  </a:lnTo>
                  <a:lnTo>
                    <a:pt x="843953" y="3581400"/>
                  </a:lnTo>
                  <a:lnTo>
                    <a:pt x="825175" y="3594100"/>
                  </a:lnTo>
                  <a:lnTo>
                    <a:pt x="825175" y="3886200"/>
                  </a:lnTo>
                  <a:lnTo>
                    <a:pt x="1149467" y="3886200"/>
                  </a:lnTo>
                  <a:lnTo>
                    <a:pt x="1136723" y="3898900"/>
                  </a:lnTo>
                  <a:close/>
                </a:path>
                <a:path w="4292600" h="4279900">
                  <a:moveTo>
                    <a:pt x="3620610" y="3619500"/>
                  </a:moveTo>
                  <a:lnTo>
                    <a:pt x="3592704" y="3619500"/>
                  </a:lnTo>
                  <a:lnTo>
                    <a:pt x="3605564" y="3606800"/>
                  </a:lnTo>
                  <a:lnTo>
                    <a:pt x="3620610" y="3619500"/>
                  </a:lnTo>
                  <a:close/>
                </a:path>
                <a:path w="4292600" h="4279900">
                  <a:moveTo>
                    <a:pt x="1575660" y="4241800"/>
                  </a:moveTo>
                  <a:lnTo>
                    <a:pt x="410068" y="4241800"/>
                  </a:lnTo>
                  <a:lnTo>
                    <a:pt x="201886" y="4038600"/>
                  </a:lnTo>
                  <a:lnTo>
                    <a:pt x="199948" y="4025900"/>
                  </a:lnTo>
                  <a:lnTo>
                    <a:pt x="198592" y="4025900"/>
                  </a:lnTo>
                  <a:lnTo>
                    <a:pt x="198592" y="3733800"/>
                  </a:lnTo>
                  <a:lnTo>
                    <a:pt x="179813" y="3721100"/>
                  </a:lnTo>
                  <a:lnTo>
                    <a:pt x="164758" y="3708400"/>
                  </a:lnTo>
                  <a:lnTo>
                    <a:pt x="154753" y="3695700"/>
                  </a:lnTo>
                  <a:lnTo>
                    <a:pt x="151123" y="3683000"/>
                  </a:lnTo>
                  <a:lnTo>
                    <a:pt x="155627" y="3657600"/>
                  </a:lnTo>
                  <a:lnTo>
                    <a:pt x="167895" y="3632200"/>
                  </a:lnTo>
                  <a:lnTo>
                    <a:pt x="186066" y="3619500"/>
                  </a:lnTo>
                  <a:lnTo>
                    <a:pt x="230492" y="3619500"/>
                  </a:lnTo>
                  <a:lnTo>
                    <a:pt x="248664" y="3632200"/>
                  </a:lnTo>
                  <a:lnTo>
                    <a:pt x="260932" y="3657600"/>
                  </a:lnTo>
                  <a:lnTo>
                    <a:pt x="265435" y="3683000"/>
                  </a:lnTo>
                  <a:lnTo>
                    <a:pt x="261805" y="3695700"/>
                  </a:lnTo>
                  <a:lnTo>
                    <a:pt x="251800" y="3708400"/>
                  </a:lnTo>
                  <a:lnTo>
                    <a:pt x="236745" y="3721100"/>
                  </a:lnTo>
                  <a:lnTo>
                    <a:pt x="217967" y="3733800"/>
                  </a:lnTo>
                  <a:lnTo>
                    <a:pt x="217967" y="4025900"/>
                  </a:lnTo>
                  <a:lnTo>
                    <a:pt x="418593" y="4216400"/>
                  </a:lnTo>
                  <a:lnTo>
                    <a:pt x="1600854" y="4216400"/>
                  </a:lnTo>
                  <a:lnTo>
                    <a:pt x="1575660" y="4241800"/>
                  </a:lnTo>
                  <a:close/>
                </a:path>
                <a:path w="4292600" h="4279900">
                  <a:moveTo>
                    <a:pt x="3644314" y="3644900"/>
                  </a:moveTo>
                  <a:lnTo>
                    <a:pt x="3568074" y="3644900"/>
                  </a:lnTo>
                  <a:lnTo>
                    <a:pt x="3573196" y="3632200"/>
                  </a:lnTo>
                  <a:lnTo>
                    <a:pt x="3581660" y="3619500"/>
                  </a:lnTo>
                  <a:lnTo>
                    <a:pt x="3632931" y="3619500"/>
                  </a:lnTo>
                  <a:lnTo>
                    <a:pt x="3641256" y="3632200"/>
                  </a:lnTo>
                  <a:lnTo>
                    <a:pt x="3644314" y="3644900"/>
                  </a:lnTo>
                  <a:close/>
                </a:path>
                <a:path w="4292600" h="4279900">
                  <a:moveTo>
                    <a:pt x="1206795" y="4064000"/>
                  </a:moveTo>
                  <a:lnTo>
                    <a:pt x="1183513" y="4064000"/>
                  </a:lnTo>
                  <a:lnTo>
                    <a:pt x="1528289" y="3708400"/>
                  </a:lnTo>
                  <a:lnTo>
                    <a:pt x="2302508" y="3708400"/>
                  </a:lnTo>
                  <a:lnTo>
                    <a:pt x="2309315" y="3695700"/>
                  </a:lnTo>
                  <a:lnTo>
                    <a:pt x="2321871" y="3683000"/>
                  </a:lnTo>
                  <a:lnTo>
                    <a:pt x="2338841" y="3670300"/>
                  </a:lnTo>
                  <a:lnTo>
                    <a:pt x="2381102" y="3670300"/>
                  </a:lnTo>
                  <a:lnTo>
                    <a:pt x="2399274" y="3683000"/>
                  </a:lnTo>
                  <a:lnTo>
                    <a:pt x="2411542" y="3695700"/>
                  </a:lnTo>
                  <a:lnTo>
                    <a:pt x="2416045" y="3721100"/>
                  </a:lnTo>
                  <a:lnTo>
                    <a:pt x="2413793" y="3733800"/>
                  </a:lnTo>
                  <a:lnTo>
                    <a:pt x="1537589" y="3733800"/>
                  </a:lnTo>
                  <a:lnTo>
                    <a:pt x="1206795" y="4064000"/>
                  </a:lnTo>
                  <a:close/>
                </a:path>
                <a:path w="4292600" h="4279900">
                  <a:moveTo>
                    <a:pt x="2358889" y="3784600"/>
                  </a:moveTo>
                  <a:lnTo>
                    <a:pt x="2338842" y="3771900"/>
                  </a:lnTo>
                  <a:lnTo>
                    <a:pt x="2321883" y="3771900"/>
                  </a:lnTo>
                  <a:lnTo>
                    <a:pt x="2309356" y="3746500"/>
                  </a:lnTo>
                  <a:lnTo>
                    <a:pt x="2302605" y="3733800"/>
                  </a:lnTo>
                  <a:lnTo>
                    <a:pt x="2413793" y="3733800"/>
                  </a:lnTo>
                  <a:lnTo>
                    <a:pt x="2411542" y="3746500"/>
                  </a:lnTo>
                  <a:lnTo>
                    <a:pt x="2399274" y="3759200"/>
                  </a:lnTo>
                  <a:lnTo>
                    <a:pt x="2381102" y="3771900"/>
                  </a:lnTo>
                  <a:lnTo>
                    <a:pt x="2358889" y="3784600"/>
                  </a:lnTo>
                  <a:close/>
                </a:path>
                <a:path w="4292600" h="4279900">
                  <a:moveTo>
                    <a:pt x="1600854" y="4216400"/>
                  </a:moveTo>
                  <a:lnTo>
                    <a:pt x="1564326" y="4216400"/>
                  </a:lnTo>
                  <a:lnTo>
                    <a:pt x="1918014" y="3873500"/>
                  </a:lnTo>
                  <a:lnTo>
                    <a:pt x="1918498" y="3873500"/>
                  </a:lnTo>
                  <a:lnTo>
                    <a:pt x="1921211" y="3860800"/>
                  </a:lnTo>
                  <a:lnTo>
                    <a:pt x="2942544" y="3860800"/>
                  </a:lnTo>
                  <a:lnTo>
                    <a:pt x="2951009" y="3848100"/>
                  </a:lnTo>
                  <a:lnTo>
                    <a:pt x="2962053" y="3835400"/>
                  </a:lnTo>
                  <a:lnTo>
                    <a:pt x="2989958" y="3835400"/>
                  </a:lnTo>
                  <a:lnTo>
                    <a:pt x="3002280" y="3848100"/>
                  </a:lnTo>
                  <a:lnTo>
                    <a:pt x="3010605" y="3860800"/>
                  </a:lnTo>
                  <a:lnTo>
                    <a:pt x="3013662" y="3873500"/>
                  </a:lnTo>
                  <a:lnTo>
                    <a:pt x="3010605" y="3886200"/>
                  </a:lnTo>
                  <a:lnTo>
                    <a:pt x="1928379" y="3886200"/>
                  </a:lnTo>
                  <a:lnTo>
                    <a:pt x="1600854" y="4216400"/>
                  </a:lnTo>
                  <a:close/>
                </a:path>
                <a:path w="4292600" h="4279900">
                  <a:moveTo>
                    <a:pt x="2989958" y="3911600"/>
                  </a:moveTo>
                  <a:lnTo>
                    <a:pt x="2951082" y="3911600"/>
                  </a:lnTo>
                  <a:lnTo>
                    <a:pt x="2942599" y="3898900"/>
                  </a:lnTo>
                  <a:lnTo>
                    <a:pt x="2937422" y="3886200"/>
                  </a:lnTo>
                  <a:lnTo>
                    <a:pt x="3010605" y="3886200"/>
                  </a:lnTo>
                  <a:lnTo>
                    <a:pt x="3002280" y="3898900"/>
                  </a:lnTo>
                  <a:lnTo>
                    <a:pt x="2989958" y="3911600"/>
                  </a:lnTo>
                  <a:close/>
                </a:path>
                <a:path w="4292600" h="4279900">
                  <a:moveTo>
                    <a:pt x="2013726" y="4114800"/>
                  </a:moveTo>
                  <a:lnTo>
                    <a:pt x="1991513" y="4102100"/>
                  </a:lnTo>
                  <a:lnTo>
                    <a:pt x="1973341" y="4089400"/>
                  </a:lnTo>
                  <a:lnTo>
                    <a:pt x="1961073" y="4076700"/>
                  </a:lnTo>
                  <a:lnTo>
                    <a:pt x="1956570" y="4051300"/>
                  </a:lnTo>
                  <a:lnTo>
                    <a:pt x="1961073" y="4025900"/>
                  </a:lnTo>
                  <a:lnTo>
                    <a:pt x="1973341" y="4013200"/>
                  </a:lnTo>
                  <a:lnTo>
                    <a:pt x="1991513" y="4000500"/>
                  </a:lnTo>
                  <a:lnTo>
                    <a:pt x="2033815" y="4000500"/>
                  </a:lnTo>
                  <a:lnTo>
                    <a:pt x="2050780" y="4013200"/>
                  </a:lnTo>
                  <a:lnTo>
                    <a:pt x="2063313" y="4025900"/>
                  </a:lnTo>
                  <a:lnTo>
                    <a:pt x="2070107" y="4038600"/>
                  </a:lnTo>
                  <a:lnTo>
                    <a:pt x="4289443" y="4038600"/>
                  </a:lnTo>
                  <a:lnTo>
                    <a:pt x="4292500" y="4051300"/>
                  </a:lnTo>
                  <a:lnTo>
                    <a:pt x="4289443" y="4064000"/>
                  </a:lnTo>
                  <a:lnTo>
                    <a:pt x="2070107" y="4064000"/>
                  </a:lnTo>
                  <a:lnTo>
                    <a:pt x="2063300" y="4076700"/>
                  </a:lnTo>
                  <a:lnTo>
                    <a:pt x="2050744" y="4102100"/>
                  </a:lnTo>
                  <a:lnTo>
                    <a:pt x="2033774" y="4102100"/>
                  </a:lnTo>
                  <a:lnTo>
                    <a:pt x="2013726" y="4114800"/>
                  </a:lnTo>
                  <a:close/>
                </a:path>
                <a:path w="4292600" h="4279900">
                  <a:moveTo>
                    <a:pt x="4289443" y="4038600"/>
                  </a:moveTo>
                  <a:lnTo>
                    <a:pt x="4221382" y="4038600"/>
                  </a:lnTo>
                  <a:lnTo>
                    <a:pt x="4229847" y="4025900"/>
                  </a:lnTo>
                  <a:lnTo>
                    <a:pt x="4240890" y="4013200"/>
                  </a:lnTo>
                  <a:lnTo>
                    <a:pt x="4268796" y="4013200"/>
                  </a:lnTo>
                  <a:lnTo>
                    <a:pt x="4281117" y="4025900"/>
                  </a:lnTo>
                  <a:lnTo>
                    <a:pt x="4289443" y="4038600"/>
                  </a:lnTo>
                  <a:close/>
                </a:path>
                <a:path w="4292600" h="4279900">
                  <a:moveTo>
                    <a:pt x="4268796" y="4089400"/>
                  </a:moveTo>
                  <a:lnTo>
                    <a:pt x="4229919" y="4089400"/>
                  </a:lnTo>
                  <a:lnTo>
                    <a:pt x="4221437" y="4076700"/>
                  </a:lnTo>
                  <a:lnTo>
                    <a:pt x="4216260" y="4064000"/>
                  </a:lnTo>
                  <a:lnTo>
                    <a:pt x="4289443" y="4064000"/>
                  </a:lnTo>
                  <a:lnTo>
                    <a:pt x="4281117" y="4076700"/>
                  </a:lnTo>
                  <a:lnTo>
                    <a:pt x="4268796" y="4089400"/>
                  </a:lnTo>
                  <a:close/>
                </a:path>
                <a:path w="4292600" h="4279900">
                  <a:moveTo>
                    <a:pt x="79368" y="4279900"/>
                  </a:moveTo>
                  <a:lnTo>
                    <a:pt x="34942" y="4279900"/>
                  </a:lnTo>
                  <a:lnTo>
                    <a:pt x="16771" y="4267200"/>
                  </a:lnTo>
                  <a:lnTo>
                    <a:pt x="4503" y="4254500"/>
                  </a:lnTo>
                  <a:lnTo>
                    <a:pt x="0" y="4229100"/>
                  </a:lnTo>
                  <a:lnTo>
                    <a:pt x="3628" y="4203700"/>
                  </a:lnTo>
                  <a:lnTo>
                    <a:pt x="13622" y="4191000"/>
                  </a:lnTo>
                  <a:lnTo>
                    <a:pt x="28649" y="4178300"/>
                  </a:lnTo>
                  <a:lnTo>
                    <a:pt x="85621" y="4178300"/>
                  </a:lnTo>
                  <a:lnTo>
                    <a:pt x="100676" y="4191000"/>
                  </a:lnTo>
                  <a:lnTo>
                    <a:pt x="110681" y="4203700"/>
                  </a:lnTo>
                  <a:lnTo>
                    <a:pt x="114311" y="4229100"/>
                  </a:lnTo>
                  <a:lnTo>
                    <a:pt x="109808" y="4254500"/>
                  </a:lnTo>
                  <a:lnTo>
                    <a:pt x="97540" y="4267200"/>
                  </a:lnTo>
                  <a:lnTo>
                    <a:pt x="79368" y="427990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4911" y="9593111"/>
              <a:ext cx="1290822" cy="6938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56294" y="10720"/>
              <a:ext cx="7310755" cy="7158355"/>
            </a:xfrm>
            <a:custGeom>
              <a:avLst/>
              <a:gdLst/>
              <a:ahLst/>
              <a:cxnLst/>
              <a:rect l="l" t="t" r="r" b="b"/>
              <a:pathLst>
                <a:path w="7310755" h="7158355">
                  <a:moveTo>
                    <a:pt x="1688" y="2615364"/>
                  </a:moveTo>
                  <a:lnTo>
                    <a:pt x="1134" y="2617408"/>
                  </a:lnTo>
                  <a:lnTo>
                    <a:pt x="0" y="2617101"/>
                  </a:lnTo>
                  <a:lnTo>
                    <a:pt x="553" y="2615057"/>
                  </a:lnTo>
                  <a:lnTo>
                    <a:pt x="1688" y="2615364"/>
                  </a:lnTo>
                  <a:close/>
                </a:path>
                <a:path w="7310755" h="7158355">
                  <a:moveTo>
                    <a:pt x="171746" y="3451362"/>
                  </a:moveTo>
                  <a:lnTo>
                    <a:pt x="171135" y="3453616"/>
                  </a:lnTo>
                  <a:lnTo>
                    <a:pt x="169972" y="3454283"/>
                  </a:lnTo>
                  <a:lnTo>
                    <a:pt x="167723" y="3453673"/>
                  </a:lnTo>
                  <a:lnTo>
                    <a:pt x="167056" y="3452511"/>
                  </a:lnTo>
                  <a:lnTo>
                    <a:pt x="167666" y="3450262"/>
                  </a:lnTo>
                  <a:lnTo>
                    <a:pt x="168829" y="3449595"/>
                  </a:lnTo>
                  <a:lnTo>
                    <a:pt x="171077" y="3450204"/>
                  </a:lnTo>
                  <a:lnTo>
                    <a:pt x="171746" y="3451362"/>
                  </a:lnTo>
                  <a:close/>
                </a:path>
                <a:path w="7310755" h="7158355">
                  <a:moveTo>
                    <a:pt x="273810" y="3082798"/>
                  </a:moveTo>
                  <a:lnTo>
                    <a:pt x="272589" y="3087306"/>
                  </a:lnTo>
                  <a:lnTo>
                    <a:pt x="270263" y="3088640"/>
                  </a:lnTo>
                  <a:lnTo>
                    <a:pt x="265755" y="3087418"/>
                  </a:lnTo>
                  <a:lnTo>
                    <a:pt x="264421" y="3085092"/>
                  </a:lnTo>
                  <a:lnTo>
                    <a:pt x="265643" y="3080585"/>
                  </a:lnTo>
                  <a:lnTo>
                    <a:pt x="267968" y="3079251"/>
                  </a:lnTo>
                  <a:lnTo>
                    <a:pt x="272476" y="3080472"/>
                  </a:lnTo>
                  <a:lnTo>
                    <a:pt x="273810" y="3082798"/>
                  </a:lnTo>
                  <a:close/>
                </a:path>
                <a:path w="7310755" h="7158355">
                  <a:moveTo>
                    <a:pt x="377051" y="2713943"/>
                  </a:moveTo>
                  <a:lnTo>
                    <a:pt x="374912" y="2721835"/>
                  </a:lnTo>
                  <a:lnTo>
                    <a:pt x="370846" y="2724167"/>
                  </a:lnTo>
                  <a:lnTo>
                    <a:pt x="362954" y="2722029"/>
                  </a:lnTo>
                  <a:lnTo>
                    <a:pt x="360622" y="2717962"/>
                  </a:lnTo>
                  <a:lnTo>
                    <a:pt x="362760" y="2710071"/>
                  </a:lnTo>
                  <a:lnTo>
                    <a:pt x="366827" y="2707739"/>
                  </a:lnTo>
                  <a:lnTo>
                    <a:pt x="374718" y="2709877"/>
                  </a:lnTo>
                  <a:lnTo>
                    <a:pt x="377051" y="2713943"/>
                  </a:lnTo>
                  <a:close/>
                </a:path>
                <a:path w="7310755" h="7158355">
                  <a:moveTo>
                    <a:pt x="477946" y="2345666"/>
                  </a:moveTo>
                  <a:lnTo>
                    <a:pt x="475502" y="2354682"/>
                  </a:lnTo>
                  <a:lnTo>
                    <a:pt x="470858" y="2357346"/>
                  </a:lnTo>
                  <a:lnTo>
                    <a:pt x="461842" y="2354903"/>
                  </a:lnTo>
                  <a:lnTo>
                    <a:pt x="459178" y="2350258"/>
                  </a:lnTo>
                  <a:lnTo>
                    <a:pt x="461621" y="2341242"/>
                  </a:lnTo>
                  <a:lnTo>
                    <a:pt x="466266" y="2338578"/>
                  </a:lnTo>
                  <a:lnTo>
                    <a:pt x="475282" y="2341021"/>
                  </a:lnTo>
                  <a:lnTo>
                    <a:pt x="477946" y="2345666"/>
                  </a:lnTo>
                  <a:close/>
                </a:path>
                <a:path w="7310755" h="7158355">
                  <a:moveTo>
                    <a:pt x="576492" y="1977959"/>
                  </a:moveTo>
                  <a:lnTo>
                    <a:pt x="574353" y="1985850"/>
                  </a:lnTo>
                  <a:lnTo>
                    <a:pt x="570287" y="1988183"/>
                  </a:lnTo>
                  <a:lnTo>
                    <a:pt x="562395" y="1986044"/>
                  </a:lnTo>
                  <a:lnTo>
                    <a:pt x="560063" y="1981978"/>
                  </a:lnTo>
                  <a:lnTo>
                    <a:pt x="562201" y="1974086"/>
                  </a:lnTo>
                  <a:lnTo>
                    <a:pt x="566268" y="1971754"/>
                  </a:lnTo>
                  <a:lnTo>
                    <a:pt x="574159" y="1973892"/>
                  </a:lnTo>
                  <a:lnTo>
                    <a:pt x="576492" y="1977959"/>
                  </a:lnTo>
                  <a:close/>
                </a:path>
                <a:path w="7310755" h="7158355">
                  <a:moveTo>
                    <a:pt x="673867" y="1610543"/>
                  </a:moveTo>
                  <a:lnTo>
                    <a:pt x="672340" y="1616176"/>
                  </a:lnTo>
                  <a:lnTo>
                    <a:pt x="669437" y="1617841"/>
                  </a:lnTo>
                  <a:lnTo>
                    <a:pt x="663804" y="1616315"/>
                  </a:lnTo>
                  <a:lnTo>
                    <a:pt x="662139" y="1613411"/>
                  </a:lnTo>
                  <a:lnTo>
                    <a:pt x="663665" y="1607779"/>
                  </a:lnTo>
                  <a:lnTo>
                    <a:pt x="666569" y="1606113"/>
                  </a:lnTo>
                  <a:lnTo>
                    <a:pt x="672201" y="1607640"/>
                  </a:lnTo>
                  <a:lnTo>
                    <a:pt x="673867" y="1610543"/>
                  </a:lnTo>
                  <a:close/>
                </a:path>
                <a:path w="7310755" h="7158355">
                  <a:moveTo>
                    <a:pt x="768562" y="1243115"/>
                  </a:moveTo>
                  <a:lnTo>
                    <a:pt x="768008" y="1245159"/>
                  </a:lnTo>
                  <a:lnTo>
                    <a:pt x="766874" y="1244852"/>
                  </a:lnTo>
                  <a:lnTo>
                    <a:pt x="767428" y="1242808"/>
                  </a:lnTo>
                  <a:lnTo>
                    <a:pt x="768562" y="1243115"/>
                  </a:lnTo>
                  <a:close/>
                </a:path>
                <a:path w="7310755" h="7158355">
                  <a:moveTo>
                    <a:pt x="737673" y="2814805"/>
                  </a:moveTo>
                  <a:lnTo>
                    <a:pt x="737119" y="2816849"/>
                  </a:lnTo>
                  <a:lnTo>
                    <a:pt x="735984" y="2816542"/>
                  </a:lnTo>
                  <a:lnTo>
                    <a:pt x="736538" y="2814498"/>
                  </a:lnTo>
                  <a:lnTo>
                    <a:pt x="737673" y="2814805"/>
                  </a:lnTo>
                  <a:close/>
                </a:path>
                <a:path w="7310755" h="7158355">
                  <a:moveTo>
                    <a:pt x="845938" y="2445386"/>
                  </a:moveTo>
                  <a:lnTo>
                    <a:pt x="843495" y="2454402"/>
                  </a:lnTo>
                  <a:lnTo>
                    <a:pt x="838850" y="2457066"/>
                  </a:lnTo>
                  <a:lnTo>
                    <a:pt x="829834" y="2454623"/>
                  </a:lnTo>
                  <a:lnTo>
                    <a:pt x="827170" y="2449978"/>
                  </a:lnTo>
                  <a:lnTo>
                    <a:pt x="829613" y="2440963"/>
                  </a:lnTo>
                  <a:lnTo>
                    <a:pt x="834258" y="2438298"/>
                  </a:lnTo>
                  <a:lnTo>
                    <a:pt x="843274" y="2440742"/>
                  </a:lnTo>
                  <a:lnTo>
                    <a:pt x="845938" y="2445386"/>
                  </a:lnTo>
                  <a:close/>
                </a:path>
                <a:path w="7310755" h="7158355">
                  <a:moveTo>
                    <a:pt x="951522" y="2075960"/>
                  </a:moveTo>
                  <a:lnTo>
                    <a:pt x="947553" y="2090608"/>
                  </a:lnTo>
                  <a:lnTo>
                    <a:pt x="940005" y="2094938"/>
                  </a:lnTo>
                  <a:lnTo>
                    <a:pt x="925356" y="2090968"/>
                  </a:lnTo>
                  <a:lnTo>
                    <a:pt x="921027" y="2083420"/>
                  </a:lnTo>
                  <a:lnTo>
                    <a:pt x="924996" y="2068772"/>
                  </a:lnTo>
                  <a:lnTo>
                    <a:pt x="932545" y="2064442"/>
                  </a:lnTo>
                  <a:lnTo>
                    <a:pt x="947193" y="2068412"/>
                  </a:lnTo>
                  <a:lnTo>
                    <a:pt x="951522" y="2075960"/>
                  </a:lnTo>
                  <a:close/>
                </a:path>
                <a:path w="7310755" h="7158355">
                  <a:moveTo>
                    <a:pt x="1052419" y="1707678"/>
                  </a:moveTo>
                  <a:lnTo>
                    <a:pt x="1048142" y="1723460"/>
                  </a:lnTo>
                  <a:lnTo>
                    <a:pt x="1040015" y="1728122"/>
                  </a:lnTo>
                  <a:lnTo>
                    <a:pt x="1024233" y="1723845"/>
                  </a:lnTo>
                  <a:lnTo>
                    <a:pt x="1019571" y="1715718"/>
                  </a:lnTo>
                  <a:lnTo>
                    <a:pt x="1023848" y="1699935"/>
                  </a:lnTo>
                  <a:lnTo>
                    <a:pt x="1031975" y="1695274"/>
                  </a:lnTo>
                  <a:lnTo>
                    <a:pt x="1047758" y="1699551"/>
                  </a:lnTo>
                  <a:lnTo>
                    <a:pt x="1052419" y="1707678"/>
                  </a:lnTo>
                  <a:close/>
                </a:path>
                <a:path w="7310755" h="7158355">
                  <a:moveTo>
                    <a:pt x="1152139" y="1339685"/>
                  </a:moveTo>
                  <a:lnTo>
                    <a:pt x="1147862" y="1355468"/>
                  </a:lnTo>
                  <a:lnTo>
                    <a:pt x="1139736" y="1360129"/>
                  </a:lnTo>
                  <a:lnTo>
                    <a:pt x="1123953" y="1355852"/>
                  </a:lnTo>
                  <a:lnTo>
                    <a:pt x="1119292" y="1347726"/>
                  </a:lnTo>
                  <a:lnTo>
                    <a:pt x="1123569" y="1331943"/>
                  </a:lnTo>
                  <a:lnTo>
                    <a:pt x="1131695" y="1327282"/>
                  </a:lnTo>
                  <a:lnTo>
                    <a:pt x="1147478" y="1331558"/>
                  </a:lnTo>
                  <a:lnTo>
                    <a:pt x="1152139" y="1339685"/>
                  </a:lnTo>
                  <a:close/>
                </a:path>
                <a:path w="7310755" h="7158355">
                  <a:moveTo>
                    <a:pt x="1241300" y="974279"/>
                  </a:moveTo>
                  <a:lnTo>
                    <a:pt x="1239774" y="979911"/>
                  </a:lnTo>
                  <a:lnTo>
                    <a:pt x="1236870" y="981577"/>
                  </a:lnTo>
                  <a:lnTo>
                    <a:pt x="1231238" y="980051"/>
                  </a:lnTo>
                  <a:lnTo>
                    <a:pt x="1229572" y="977147"/>
                  </a:lnTo>
                  <a:lnTo>
                    <a:pt x="1231098" y="971515"/>
                  </a:lnTo>
                  <a:lnTo>
                    <a:pt x="1234002" y="969849"/>
                  </a:lnTo>
                  <a:lnTo>
                    <a:pt x="1239634" y="971375"/>
                  </a:lnTo>
                  <a:lnTo>
                    <a:pt x="1241300" y="974279"/>
                  </a:lnTo>
                  <a:close/>
                </a:path>
                <a:path w="7310755" h="7158355">
                  <a:moveTo>
                    <a:pt x="1314825" y="2176829"/>
                  </a:moveTo>
                  <a:lnTo>
                    <a:pt x="1312076" y="2186975"/>
                  </a:lnTo>
                  <a:lnTo>
                    <a:pt x="1306853" y="2189970"/>
                  </a:lnTo>
                  <a:lnTo>
                    <a:pt x="1296703" y="2187220"/>
                  </a:lnTo>
                  <a:lnTo>
                    <a:pt x="1293707" y="2181997"/>
                  </a:lnTo>
                  <a:lnTo>
                    <a:pt x="1296458" y="2171846"/>
                  </a:lnTo>
                  <a:lnTo>
                    <a:pt x="1301681" y="2168851"/>
                  </a:lnTo>
                  <a:lnTo>
                    <a:pt x="1311831" y="2171601"/>
                  </a:lnTo>
                  <a:lnTo>
                    <a:pt x="1314825" y="2176829"/>
                  </a:lnTo>
                  <a:close/>
                </a:path>
                <a:path w="7310755" h="7158355">
                  <a:moveTo>
                    <a:pt x="1422356" y="1816396"/>
                  </a:moveTo>
                  <a:lnTo>
                    <a:pt x="1418975" y="1823155"/>
                  </a:lnTo>
                  <a:lnTo>
                    <a:pt x="1413457" y="1827927"/>
                  </a:lnTo>
                  <a:lnTo>
                    <a:pt x="1406551" y="1830281"/>
                  </a:lnTo>
                  <a:lnTo>
                    <a:pt x="1399010" y="1829787"/>
                  </a:lnTo>
                  <a:lnTo>
                    <a:pt x="1392251" y="1826406"/>
                  </a:lnTo>
                  <a:lnTo>
                    <a:pt x="1387479" y="1820887"/>
                  </a:lnTo>
                  <a:lnTo>
                    <a:pt x="1385124" y="1813982"/>
                  </a:lnTo>
                  <a:lnTo>
                    <a:pt x="1385618" y="1806440"/>
                  </a:lnTo>
                  <a:lnTo>
                    <a:pt x="1389000" y="1799681"/>
                  </a:lnTo>
                  <a:lnTo>
                    <a:pt x="1394518" y="1794909"/>
                  </a:lnTo>
                  <a:lnTo>
                    <a:pt x="1401424" y="1792555"/>
                  </a:lnTo>
                  <a:lnTo>
                    <a:pt x="1408965" y="1793049"/>
                  </a:lnTo>
                  <a:lnTo>
                    <a:pt x="1415724" y="1796430"/>
                  </a:lnTo>
                  <a:lnTo>
                    <a:pt x="1420496" y="1801949"/>
                  </a:lnTo>
                  <a:lnTo>
                    <a:pt x="1422851" y="1808854"/>
                  </a:lnTo>
                  <a:lnTo>
                    <a:pt x="1422356" y="1816396"/>
                  </a:lnTo>
                  <a:close/>
                </a:path>
                <a:path w="7310755" h="7158355">
                  <a:moveTo>
                    <a:pt x="1524116" y="1448956"/>
                  </a:moveTo>
                  <a:lnTo>
                    <a:pt x="1520360" y="1456465"/>
                  </a:lnTo>
                  <a:lnTo>
                    <a:pt x="1514228" y="1461767"/>
                  </a:lnTo>
                  <a:lnTo>
                    <a:pt x="1506555" y="1464383"/>
                  </a:lnTo>
                  <a:lnTo>
                    <a:pt x="1498178" y="1463834"/>
                  </a:lnTo>
                  <a:lnTo>
                    <a:pt x="1490669" y="1460078"/>
                  </a:lnTo>
                  <a:lnTo>
                    <a:pt x="1485367" y="1453946"/>
                  </a:lnTo>
                  <a:lnTo>
                    <a:pt x="1482751" y="1446273"/>
                  </a:lnTo>
                  <a:lnTo>
                    <a:pt x="1483300" y="1437895"/>
                  </a:lnTo>
                  <a:lnTo>
                    <a:pt x="1487056" y="1430387"/>
                  </a:lnTo>
                  <a:lnTo>
                    <a:pt x="1493188" y="1425085"/>
                  </a:lnTo>
                  <a:lnTo>
                    <a:pt x="1500860" y="1422469"/>
                  </a:lnTo>
                  <a:lnTo>
                    <a:pt x="1509238" y="1423018"/>
                  </a:lnTo>
                  <a:lnTo>
                    <a:pt x="1516747" y="1426774"/>
                  </a:lnTo>
                  <a:lnTo>
                    <a:pt x="1522049" y="1432906"/>
                  </a:lnTo>
                  <a:lnTo>
                    <a:pt x="1524665" y="1440578"/>
                  </a:lnTo>
                  <a:lnTo>
                    <a:pt x="1524116" y="1448956"/>
                  </a:lnTo>
                  <a:close/>
                </a:path>
                <a:path w="7310755" h="7158355">
                  <a:moveTo>
                    <a:pt x="1623837" y="1080964"/>
                  </a:moveTo>
                  <a:lnTo>
                    <a:pt x="1620080" y="1088472"/>
                  </a:lnTo>
                  <a:lnTo>
                    <a:pt x="1613948" y="1093774"/>
                  </a:lnTo>
                  <a:lnTo>
                    <a:pt x="1606276" y="1096390"/>
                  </a:lnTo>
                  <a:lnTo>
                    <a:pt x="1597898" y="1095842"/>
                  </a:lnTo>
                  <a:lnTo>
                    <a:pt x="1590390" y="1092085"/>
                  </a:lnTo>
                  <a:lnTo>
                    <a:pt x="1585088" y="1085953"/>
                  </a:lnTo>
                  <a:lnTo>
                    <a:pt x="1582472" y="1078281"/>
                  </a:lnTo>
                  <a:lnTo>
                    <a:pt x="1583020" y="1069903"/>
                  </a:lnTo>
                  <a:lnTo>
                    <a:pt x="1586777" y="1062395"/>
                  </a:lnTo>
                  <a:lnTo>
                    <a:pt x="1592909" y="1057093"/>
                  </a:lnTo>
                  <a:lnTo>
                    <a:pt x="1600581" y="1054477"/>
                  </a:lnTo>
                  <a:lnTo>
                    <a:pt x="1608959" y="1055025"/>
                  </a:lnTo>
                  <a:lnTo>
                    <a:pt x="1616467" y="1058782"/>
                  </a:lnTo>
                  <a:lnTo>
                    <a:pt x="1621769" y="1064914"/>
                  </a:lnTo>
                  <a:lnTo>
                    <a:pt x="1624385" y="1072586"/>
                  </a:lnTo>
                  <a:lnTo>
                    <a:pt x="1623837" y="1080964"/>
                  </a:lnTo>
                  <a:close/>
                </a:path>
                <a:path w="7310755" h="7158355">
                  <a:moveTo>
                    <a:pt x="1714874" y="704584"/>
                  </a:moveTo>
                  <a:lnTo>
                    <a:pt x="1711827" y="715828"/>
                  </a:lnTo>
                  <a:lnTo>
                    <a:pt x="1706011" y="719189"/>
                  </a:lnTo>
                  <a:lnTo>
                    <a:pt x="1694736" y="716134"/>
                  </a:lnTo>
                  <a:lnTo>
                    <a:pt x="1691414" y="710296"/>
                  </a:lnTo>
                  <a:lnTo>
                    <a:pt x="1694461" y="699052"/>
                  </a:lnTo>
                  <a:lnTo>
                    <a:pt x="1700276" y="695690"/>
                  </a:lnTo>
                  <a:lnTo>
                    <a:pt x="1711551" y="698745"/>
                  </a:lnTo>
                  <a:lnTo>
                    <a:pt x="1714874" y="704584"/>
                  </a:lnTo>
                  <a:close/>
                </a:path>
                <a:path w="7310755" h="7158355">
                  <a:moveTo>
                    <a:pt x="1789573" y="1906832"/>
                  </a:moveTo>
                  <a:lnTo>
                    <a:pt x="1784991" y="1923739"/>
                  </a:lnTo>
                  <a:lnTo>
                    <a:pt x="1776280" y="1928735"/>
                  </a:lnTo>
                  <a:lnTo>
                    <a:pt x="1759373" y="1924154"/>
                  </a:lnTo>
                  <a:lnTo>
                    <a:pt x="1754376" y="1915443"/>
                  </a:lnTo>
                  <a:lnTo>
                    <a:pt x="1758958" y="1898535"/>
                  </a:lnTo>
                  <a:lnTo>
                    <a:pt x="1767669" y="1893539"/>
                  </a:lnTo>
                  <a:lnTo>
                    <a:pt x="1784576" y="1898121"/>
                  </a:lnTo>
                  <a:lnTo>
                    <a:pt x="1789573" y="1906832"/>
                  </a:lnTo>
                  <a:close/>
                </a:path>
                <a:path w="7310755" h="7158355">
                  <a:moveTo>
                    <a:pt x="1897209" y="1550059"/>
                  </a:moveTo>
                  <a:lnTo>
                    <a:pt x="1892514" y="1559444"/>
                  </a:lnTo>
                  <a:lnTo>
                    <a:pt x="1884849" y="1566071"/>
                  </a:lnTo>
                  <a:lnTo>
                    <a:pt x="1875259" y="1569341"/>
                  </a:lnTo>
                  <a:lnTo>
                    <a:pt x="1864788" y="1568655"/>
                  </a:lnTo>
                  <a:lnTo>
                    <a:pt x="1855403" y="1563960"/>
                  </a:lnTo>
                  <a:lnTo>
                    <a:pt x="1848776" y="1556295"/>
                  </a:lnTo>
                  <a:lnTo>
                    <a:pt x="1845506" y="1546705"/>
                  </a:lnTo>
                  <a:lnTo>
                    <a:pt x="1846191" y="1536234"/>
                  </a:lnTo>
                  <a:lnTo>
                    <a:pt x="1850887" y="1526849"/>
                  </a:lnTo>
                  <a:lnTo>
                    <a:pt x="1858551" y="1520222"/>
                  </a:lnTo>
                  <a:lnTo>
                    <a:pt x="1868141" y="1516952"/>
                  </a:lnTo>
                  <a:lnTo>
                    <a:pt x="1878613" y="1517637"/>
                  </a:lnTo>
                  <a:lnTo>
                    <a:pt x="1887998" y="1522332"/>
                  </a:lnTo>
                  <a:lnTo>
                    <a:pt x="1894625" y="1529995"/>
                  </a:lnTo>
                  <a:lnTo>
                    <a:pt x="1897895" y="1539585"/>
                  </a:lnTo>
                  <a:lnTo>
                    <a:pt x="1897209" y="1550059"/>
                  </a:lnTo>
                  <a:close/>
                </a:path>
                <a:path w="7310755" h="7158355">
                  <a:moveTo>
                    <a:pt x="1997952" y="1182343"/>
                  </a:moveTo>
                  <a:lnTo>
                    <a:pt x="1993069" y="1192106"/>
                  </a:lnTo>
                  <a:lnTo>
                    <a:pt x="1985097" y="1198998"/>
                  </a:lnTo>
                  <a:lnTo>
                    <a:pt x="1975123" y="1202399"/>
                  </a:lnTo>
                  <a:lnTo>
                    <a:pt x="1964231" y="1201685"/>
                  </a:lnTo>
                  <a:lnTo>
                    <a:pt x="1954469" y="1196802"/>
                  </a:lnTo>
                  <a:lnTo>
                    <a:pt x="1947576" y="1188831"/>
                  </a:lnTo>
                  <a:lnTo>
                    <a:pt x="1944176" y="1178857"/>
                  </a:lnTo>
                  <a:lnTo>
                    <a:pt x="1944890" y="1167964"/>
                  </a:lnTo>
                  <a:lnTo>
                    <a:pt x="1949773" y="1158202"/>
                  </a:lnTo>
                  <a:lnTo>
                    <a:pt x="1957744" y="1151310"/>
                  </a:lnTo>
                  <a:lnTo>
                    <a:pt x="1967718" y="1147909"/>
                  </a:lnTo>
                  <a:lnTo>
                    <a:pt x="1978610" y="1148623"/>
                  </a:lnTo>
                  <a:lnTo>
                    <a:pt x="1988373" y="1153506"/>
                  </a:lnTo>
                  <a:lnTo>
                    <a:pt x="1995265" y="1161477"/>
                  </a:lnTo>
                  <a:lnTo>
                    <a:pt x="1998666" y="1171451"/>
                  </a:lnTo>
                  <a:lnTo>
                    <a:pt x="1997952" y="1182343"/>
                  </a:lnTo>
                  <a:close/>
                </a:path>
                <a:path w="7310755" h="7158355">
                  <a:moveTo>
                    <a:pt x="2097673" y="814351"/>
                  </a:moveTo>
                  <a:lnTo>
                    <a:pt x="2092788" y="824119"/>
                  </a:lnTo>
                  <a:lnTo>
                    <a:pt x="2084817" y="831009"/>
                  </a:lnTo>
                  <a:lnTo>
                    <a:pt x="2074845" y="834404"/>
                  </a:lnTo>
                  <a:lnTo>
                    <a:pt x="2063953" y="833688"/>
                  </a:lnTo>
                  <a:lnTo>
                    <a:pt x="2054190" y="828807"/>
                  </a:lnTo>
                  <a:lnTo>
                    <a:pt x="2047296" y="820841"/>
                  </a:lnTo>
                  <a:lnTo>
                    <a:pt x="2043895" y="810870"/>
                  </a:lnTo>
                  <a:lnTo>
                    <a:pt x="2044610" y="799972"/>
                  </a:lnTo>
                  <a:lnTo>
                    <a:pt x="2049495" y="790204"/>
                  </a:lnTo>
                  <a:lnTo>
                    <a:pt x="2057465" y="783314"/>
                  </a:lnTo>
                  <a:lnTo>
                    <a:pt x="2067438" y="779919"/>
                  </a:lnTo>
                  <a:lnTo>
                    <a:pt x="2078329" y="780635"/>
                  </a:lnTo>
                  <a:lnTo>
                    <a:pt x="2088093" y="785516"/>
                  </a:lnTo>
                  <a:lnTo>
                    <a:pt x="2094987" y="793482"/>
                  </a:lnTo>
                  <a:lnTo>
                    <a:pt x="2098388" y="803453"/>
                  </a:lnTo>
                  <a:lnTo>
                    <a:pt x="2097673" y="814351"/>
                  </a:lnTo>
                  <a:close/>
                </a:path>
                <a:path w="7310755" h="7158355">
                  <a:moveTo>
                    <a:pt x="2182592" y="436313"/>
                  </a:moveTo>
                  <a:lnTo>
                    <a:pt x="2179545" y="447557"/>
                  </a:lnTo>
                  <a:lnTo>
                    <a:pt x="2173729" y="450919"/>
                  </a:lnTo>
                  <a:lnTo>
                    <a:pt x="2162454" y="447864"/>
                  </a:lnTo>
                  <a:lnTo>
                    <a:pt x="2159132" y="442025"/>
                  </a:lnTo>
                  <a:lnTo>
                    <a:pt x="2162179" y="430781"/>
                  </a:lnTo>
                  <a:lnTo>
                    <a:pt x="2167994" y="427420"/>
                  </a:lnTo>
                  <a:lnTo>
                    <a:pt x="2179269" y="430475"/>
                  </a:lnTo>
                  <a:lnTo>
                    <a:pt x="2182592" y="436313"/>
                  </a:lnTo>
                  <a:close/>
                </a:path>
                <a:path w="7310755" h="7158355">
                  <a:moveTo>
                    <a:pt x="2142323" y="2010284"/>
                  </a:moveTo>
                  <a:lnTo>
                    <a:pt x="2141712" y="2012538"/>
                  </a:lnTo>
                  <a:lnTo>
                    <a:pt x="2140549" y="2013205"/>
                  </a:lnTo>
                  <a:lnTo>
                    <a:pt x="2138300" y="2012595"/>
                  </a:lnTo>
                  <a:lnTo>
                    <a:pt x="2137633" y="2011432"/>
                  </a:lnTo>
                  <a:lnTo>
                    <a:pt x="2138243" y="2009184"/>
                  </a:lnTo>
                  <a:lnTo>
                    <a:pt x="2139405" y="2008517"/>
                  </a:lnTo>
                  <a:lnTo>
                    <a:pt x="2141654" y="2009126"/>
                  </a:lnTo>
                  <a:lnTo>
                    <a:pt x="2142323" y="2010284"/>
                  </a:lnTo>
                  <a:close/>
                </a:path>
                <a:path w="7310755" h="7158355">
                  <a:moveTo>
                    <a:pt x="2268268" y="1650610"/>
                  </a:moveTo>
                  <a:lnTo>
                    <a:pt x="2263009" y="1661122"/>
                  </a:lnTo>
                  <a:lnTo>
                    <a:pt x="2254425" y="1668545"/>
                  </a:lnTo>
                  <a:lnTo>
                    <a:pt x="2243684" y="1672207"/>
                  </a:lnTo>
                  <a:lnTo>
                    <a:pt x="2231956" y="1671439"/>
                  </a:lnTo>
                  <a:lnTo>
                    <a:pt x="2221444" y="1666180"/>
                  </a:lnTo>
                  <a:lnTo>
                    <a:pt x="2214021" y="1657596"/>
                  </a:lnTo>
                  <a:lnTo>
                    <a:pt x="2210359" y="1646855"/>
                  </a:lnTo>
                  <a:lnTo>
                    <a:pt x="2211127" y="1635126"/>
                  </a:lnTo>
                  <a:lnTo>
                    <a:pt x="2216386" y="1624614"/>
                  </a:lnTo>
                  <a:lnTo>
                    <a:pt x="2224970" y="1617192"/>
                  </a:lnTo>
                  <a:lnTo>
                    <a:pt x="2235711" y="1613530"/>
                  </a:lnTo>
                  <a:lnTo>
                    <a:pt x="2247440" y="1614298"/>
                  </a:lnTo>
                  <a:lnTo>
                    <a:pt x="2257952" y="1619557"/>
                  </a:lnTo>
                  <a:lnTo>
                    <a:pt x="2265374" y="1628141"/>
                  </a:lnTo>
                  <a:lnTo>
                    <a:pt x="2269036" y="1638882"/>
                  </a:lnTo>
                  <a:lnTo>
                    <a:pt x="2268268" y="1650610"/>
                  </a:lnTo>
                  <a:close/>
                </a:path>
                <a:path w="7310755" h="7158355">
                  <a:moveTo>
                    <a:pt x="2372072" y="1283725"/>
                  </a:moveTo>
                  <a:lnTo>
                    <a:pt x="2366062" y="1295741"/>
                  </a:lnTo>
                  <a:lnTo>
                    <a:pt x="2356252" y="1304224"/>
                  </a:lnTo>
                  <a:lnTo>
                    <a:pt x="2343976" y="1308409"/>
                  </a:lnTo>
                  <a:lnTo>
                    <a:pt x="2330569" y="1307530"/>
                  </a:lnTo>
                  <a:lnTo>
                    <a:pt x="2318553" y="1301520"/>
                  </a:lnTo>
                  <a:lnTo>
                    <a:pt x="2310070" y="1291710"/>
                  </a:lnTo>
                  <a:lnTo>
                    <a:pt x="2305885" y="1279434"/>
                  </a:lnTo>
                  <a:lnTo>
                    <a:pt x="2306764" y="1266027"/>
                  </a:lnTo>
                  <a:lnTo>
                    <a:pt x="2312774" y="1254011"/>
                  </a:lnTo>
                  <a:lnTo>
                    <a:pt x="2322585" y="1245528"/>
                  </a:lnTo>
                  <a:lnTo>
                    <a:pt x="2334860" y="1241343"/>
                  </a:lnTo>
                  <a:lnTo>
                    <a:pt x="2348267" y="1242222"/>
                  </a:lnTo>
                  <a:lnTo>
                    <a:pt x="2360283" y="1248232"/>
                  </a:lnTo>
                  <a:lnTo>
                    <a:pt x="2368766" y="1258042"/>
                  </a:lnTo>
                  <a:lnTo>
                    <a:pt x="2372951" y="1270318"/>
                  </a:lnTo>
                  <a:lnTo>
                    <a:pt x="2372072" y="1283725"/>
                  </a:lnTo>
                  <a:close/>
                </a:path>
                <a:path w="7310755" h="7158355">
                  <a:moveTo>
                    <a:pt x="2471793" y="915732"/>
                  </a:moveTo>
                  <a:lnTo>
                    <a:pt x="2465782" y="927751"/>
                  </a:lnTo>
                  <a:lnTo>
                    <a:pt x="2455971" y="936236"/>
                  </a:lnTo>
                  <a:lnTo>
                    <a:pt x="2443695" y="940422"/>
                  </a:lnTo>
                  <a:lnTo>
                    <a:pt x="2430289" y="939543"/>
                  </a:lnTo>
                  <a:lnTo>
                    <a:pt x="2418272" y="933532"/>
                  </a:lnTo>
                  <a:lnTo>
                    <a:pt x="2409789" y="923722"/>
                  </a:lnTo>
                  <a:lnTo>
                    <a:pt x="2405605" y="911444"/>
                  </a:lnTo>
                  <a:lnTo>
                    <a:pt x="2406485" y="898035"/>
                  </a:lnTo>
                  <a:lnTo>
                    <a:pt x="2412496" y="886016"/>
                  </a:lnTo>
                  <a:lnTo>
                    <a:pt x="2422306" y="877531"/>
                  </a:lnTo>
                  <a:lnTo>
                    <a:pt x="2434582" y="873346"/>
                  </a:lnTo>
                  <a:lnTo>
                    <a:pt x="2447989" y="874224"/>
                  </a:lnTo>
                  <a:lnTo>
                    <a:pt x="2460005" y="880235"/>
                  </a:lnTo>
                  <a:lnTo>
                    <a:pt x="2468488" y="890046"/>
                  </a:lnTo>
                  <a:lnTo>
                    <a:pt x="2472673" y="902323"/>
                  </a:lnTo>
                  <a:lnTo>
                    <a:pt x="2471793" y="915732"/>
                  </a:lnTo>
                  <a:close/>
                </a:path>
                <a:path w="7310755" h="7158355">
                  <a:moveTo>
                    <a:pt x="2569474" y="547187"/>
                  </a:moveTo>
                  <a:lnTo>
                    <a:pt x="2563838" y="558456"/>
                  </a:lnTo>
                  <a:lnTo>
                    <a:pt x="2554640" y="566409"/>
                  </a:lnTo>
                  <a:lnTo>
                    <a:pt x="2543131" y="570331"/>
                  </a:lnTo>
                  <a:lnTo>
                    <a:pt x="2530563" y="569506"/>
                  </a:lnTo>
                  <a:lnTo>
                    <a:pt x="2519298" y="563872"/>
                  </a:lnTo>
                  <a:lnTo>
                    <a:pt x="2511344" y="554676"/>
                  </a:lnTo>
                  <a:lnTo>
                    <a:pt x="2507420" y="543168"/>
                  </a:lnTo>
                  <a:lnTo>
                    <a:pt x="2508244" y="530595"/>
                  </a:lnTo>
                  <a:lnTo>
                    <a:pt x="2513881" y="519326"/>
                  </a:lnTo>
                  <a:lnTo>
                    <a:pt x="2523079" y="511374"/>
                  </a:lnTo>
                  <a:lnTo>
                    <a:pt x="2534588" y="507452"/>
                  </a:lnTo>
                  <a:lnTo>
                    <a:pt x="2547155" y="508276"/>
                  </a:lnTo>
                  <a:lnTo>
                    <a:pt x="2558420" y="513910"/>
                  </a:lnTo>
                  <a:lnTo>
                    <a:pt x="2566374" y="523106"/>
                  </a:lnTo>
                  <a:lnTo>
                    <a:pt x="2570298" y="534615"/>
                  </a:lnTo>
                  <a:lnTo>
                    <a:pt x="2569474" y="547187"/>
                  </a:lnTo>
                  <a:close/>
                </a:path>
                <a:path w="7310755" h="7158355">
                  <a:moveTo>
                    <a:pt x="2643273" y="169757"/>
                  </a:moveTo>
                  <a:lnTo>
                    <a:pt x="2642054" y="174255"/>
                  </a:lnTo>
                  <a:lnTo>
                    <a:pt x="2639726" y="175599"/>
                  </a:lnTo>
                  <a:lnTo>
                    <a:pt x="2635218" y="174377"/>
                  </a:lnTo>
                  <a:lnTo>
                    <a:pt x="2633887" y="172041"/>
                  </a:lnTo>
                  <a:lnTo>
                    <a:pt x="2635105" y="167544"/>
                  </a:lnTo>
                  <a:lnTo>
                    <a:pt x="2637434" y="166199"/>
                  </a:lnTo>
                  <a:lnTo>
                    <a:pt x="2641942" y="167421"/>
                  </a:lnTo>
                  <a:lnTo>
                    <a:pt x="2643273" y="169757"/>
                  </a:lnTo>
                  <a:close/>
                </a:path>
                <a:path w="7310755" h="7158355">
                  <a:moveTo>
                    <a:pt x="2628098" y="1748119"/>
                  </a:moveTo>
                  <a:lnTo>
                    <a:pt x="2624342" y="1755628"/>
                  </a:lnTo>
                  <a:lnTo>
                    <a:pt x="2618210" y="1760929"/>
                  </a:lnTo>
                  <a:lnTo>
                    <a:pt x="2610538" y="1763546"/>
                  </a:lnTo>
                  <a:lnTo>
                    <a:pt x="2602160" y="1762997"/>
                  </a:lnTo>
                  <a:lnTo>
                    <a:pt x="2594651" y="1759241"/>
                  </a:lnTo>
                  <a:lnTo>
                    <a:pt x="2589349" y="1753109"/>
                  </a:lnTo>
                  <a:lnTo>
                    <a:pt x="2586733" y="1745436"/>
                  </a:lnTo>
                  <a:lnTo>
                    <a:pt x="2587282" y="1737058"/>
                  </a:lnTo>
                  <a:lnTo>
                    <a:pt x="2591038" y="1729550"/>
                  </a:lnTo>
                  <a:lnTo>
                    <a:pt x="2597170" y="1724248"/>
                  </a:lnTo>
                  <a:lnTo>
                    <a:pt x="2604843" y="1721632"/>
                  </a:lnTo>
                  <a:lnTo>
                    <a:pt x="2613220" y="1722180"/>
                  </a:lnTo>
                  <a:lnTo>
                    <a:pt x="2620729" y="1725937"/>
                  </a:lnTo>
                  <a:lnTo>
                    <a:pt x="2626031" y="1732069"/>
                  </a:lnTo>
                  <a:lnTo>
                    <a:pt x="2628647" y="1739741"/>
                  </a:lnTo>
                  <a:lnTo>
                    <a:pt x="2628098" y="1748119"/>
                  </a:lnTo>
                  <a:close/>
                </a:path>
                <a:path w="7310755" h="7158355">
                  <a:moveTo>
                    <a:pt x="2746188" y="1385104"/>
                  </a:moveTo>
                  <a:lnTo>
                    <a:pt x="2739050" y="1399372"/>
                  </a:lnTo>
                  <a:lnTo>
                    <a:pt x="2727400" y="1409446"/>
                  </a:lnTo>
                  <a:lnTo>
                    <a:pt x="2712822" y="1414416"/>
                  </a:lnTo>
                  <a:lnTo>
                    <a:pt x="2696903" y="1413374"/>
                  </a:lnTo>
                  <a:lnTo>
                    <a:pt x="2682635" y="1406236"/>
                  </a:lnTo>
                  <a:lnTo>
                    <a:pt x="2672561" y="1394585"/>
                  </a:lnTo>
                  <a:lnTo>
                    <a:pt x="2667591" y="1380007"/>
                  </a:lnTo>
                  <a:lnTo>
                    <a:pt x="2668633" y="1364088"/>
                  </a:lnTo>
                  <a:lnTo>
                    <a:pt x="2675771" y="1349821"/>
                  </a:lnTo>
                  <a:lnTo>
                    <a:pt x="2687422" y="1339747"/>
                  </a:lnTo>
                  <a:lnTo>
                    <a:pt x="2701999" y="1334776"/>
                  </a:lnTo>
                  <a:lnTo>
                    <a:pt x="2717919" y="1335819"/>
                  </a:lnTo>
                  <a:lnTo>
                    <a:pt x="2732186" y="1342957"/>
                  </a:lnTo>
                  <a:lnTo>
                    <a:pt x="2742260" y="1354607"/>
                  </a:lnTo>
                  <a:lnTo>
                    <a:pt x="2747230" y="1369185"/>
                  </a:lnTo>
                  <a:lnTo>
                    <a:pt x="2746188" y="1385104"/>
                  </a:lnTo>
                  <a:close/>
                </a:path>
                <a:path w="7310755" h="7158355">
                  <a:moveTo>
                    <a:pt x="2846931" y="1017389"/>
                  </a:moveTo>
                  <a:lnTo>
                    <a:pt x="2839605" y="1032034"/>
                  </a:lnTo>
                  <a:lnTo>
                    <a:pt x="2827647" y="1042379"/>
                  </a:lnTo>
                  <a:lnTo>
                    <a:pt x="2812685" y="1047487"/>
                  </a:lnTo>
                  <a:lnTo>
                    <a:pt x="2796347" y="1046420"/>
                  </a:lnTo>
                  <a:lnTo>
                    <a:pt x="2781706" y="1039092"/>
                  </a:lnTo>
                  <a:lnTo>
                    <a:pt x="2771370" y="1027129"/>
                  </a:lnTo>
                  <a:lnTo>
                    <a:pt x="2766271" y="1012162"/>
                  </a:lnTo>
                  <a:lnTo>
                    <a:pt x="2767342" y="995822"/>
                  </a:lnTo>
                  <a:lnTo>
                    <a:pt x="2774667" y="981176"/>
                  </a:lnTo>
                  <a:lnTo>
                    <a:pt x="2786626" y="970831"/>
                  </a:lnTo>
                  <a:lnTo>
                    <a:pt x="2801588" y="965724"/>
                  </a:lnTo>
                  <a:lnTo>
                    <a:pt x="2817925" y="966791"/>
                  </a:lnTo>
                  <a:lnTo>
                    <a:pt x="2832567" y="974119"/>
                  </a:lnTo>
                  <a:lnTo>
                    <a:pt x="2842903" y="986082"/>
                  </a:lnTo>
                  <a:lnTo>
                    <a:pt x="2848002" y="1001049"/>
                  </a:lnTo>
                  <a:lnTo>
                    <a:pt x="2846931" y="1017389"/>
                  </a:lnTo>
                  <a:close/>
                </a:path>
                <a:path w="7310755" h="7158355">
                  <a:moveTo>
                    <a:pt x="2945629" y="649120"/>
                  </a:moveTo>
                  <a:lnTo>
                    <a:pt x="2938491" y="663390"/>
                  </a:lnTo>
                  <a:lnTo>
                    <a:pt x="2926839" y="673469"/>
                  </a:lnTo>
                  <a:lnTo>
                    <a:pt x="2912259" y="678444"/>
                  </a:lnTo>
                  <a:lnTo>
                    <a:pt x="2896339" y="677404"/>
                  </a:lnTo>
                  <a:lnTo>
                    <a:pt x="2882072" y="670264"/>
                  </a:lnTo>
                  <a:lnTo>
                    <a:pt x="2872000" y="658608"/>
                  </a:lnTo>
                  <a:lnTo>
                    <a:pt x="2867031" y="644025"/>
                  </a:lnTo>
                  <a:lnTo>
                    <a:pt x="2868074" y="628104"/>
                  </a:lnTo>
                  <a:lnTo>
                    <a:pt x="2875213" y="613834"/>
                  </a:lnTo>
                  <a:lnTo>
                    <a:pt x="2886865" y="603755"/>
                  </a:lnTo>
                  <a:lnTo>
                    <a:pt x="2901444" y="598779"/>
                  </a:lnTo>
                  <a:lnTo>
                    <a:pt x="2917364" y="599819"/>
                  </a:lnTo>
                  <a:lnTo>
                    <a:pt x="2931631" y="606959"/>
                  </a:lnTo>
                  <a:lnTo>
                    <a:pt x="2941703" y="618615"/>
                  </a:lnTo>
                  <a:lnTo>
                    <a:pt x="2946672" y="633198"/>
                  </a:lnTo>
                  <a:lnTo>
                    <a:pt x="2945629" y="649120"/>
                  </a:lnTo>
                  <a:close/>
                </a:path>
                <a:path w="7310755" h="7158355">
                  <a:moveTo>
                    <a:pt x="3029025" y="276704"/>
                  </a:moveTo>
                  <a:lnTo>
                    <a:pt x="3024896" y="284949"/>
                  </a:lnTo>
                  <a:lnTo>
                    <a:pt x="3018152" y="290779"/>
                  </a:lnTo>
                  <a:lnTo>
                    <a:pt x="3009712" y="293659"/>
                  </a:lnTo>
                  <a:lnTo>
                    <a:pt x="3000497" y="293058"/>
                  </a:lnTo>
                  <a:lnTo>
                    <a:pt x="2992240" y="288924"/>
                  </a:lnTo>
                  <a:lnTo>
                    <a:pt x="2986409" y="282177"/>
                  </a:lnTo>
                  <a:lnTo>
                    <a:pt x="2983530" y="273740"/>
                  </a:lnTo>
                  <a:lnTo>
                    <a:pt x="2984130" y="264538"/>
                  </a:lnTo>
                  <a:lnTo>
                    <a:pt x="2988264" y="256271"/>
                  </a:lnTo>
                  <a:lnTo>
                    <a:pt x="2995008" y="250444"/>
                  </a:lnTo>
                  <a:lnTo>
                    <a:pt x="3003444" y="247575"/>
                  </a:lnTo>
                  <a:lnTo>
                    <a:pt x="3012657" y="248183"/>
                  </a:lnTo>
                  <a:lnTo>
                    <a:pt x="3020917" y="252310"/>
                  </a:lnTo>
                  <a:lnTo>
                    <a:pt x="3026751" y="259046"/>
                  </a:lnTo>
                  <a:lnTo>
                    <a:pt x="3029630" y="267480"/>
                  </a:lnTo>
                  <a:lnTo>
                    <a:pt x="3029025" y="276704"/>
                  </a:lnTo>
                  <a:close/>
                </a:path>
                <a:path w="7310755" h="7158355">
                  <a:moveTo>
                    <a:pt x="2987417" y="1839438"/>
                  </a:moveTo>
                  <a:lnTo>
                    <a:pt x="2984362" y="1850713"/>
                  </a:lnTo>
                  <a:lnTo>
                    <a:pt x="2978554" y="1854043"/>
                  </a:lnTo>
                  <a:lnTo>
                    <a:pt x="2967279" y="1850988"/>
                  </a:lnTo>
                  <a:lnTo>
                    <a:pt x="2963948" y="1845181"/>
                  </a:lnTo>
                  <a:lnTo>
                    <a:pt x="2967003" y="1833906"/>
                  </a:lnTo>
                  <a:lnTo>
                    <a:pt x="2972811" y="1830575"/>
                  </a:lnTo>
                  <a:lnTo>
                    <a:pt x="2984086" y="1833630"/>
                  </a:lnTo>
                  <a:lnTo>
                    <a:pt x="2987417" y="1839438"/>
                  </a:lnTo>
                  <a:close/>
                </a:path>
                <a:path w="7310755" h="7158355">
                  <a:moveTo>
                    <a:pt x="3121325" y="1486761"/>
                  </a:moveTo>
                  <a:lnTo>
                    <a:pt x="3112874" y="1503657"/>
                  </a:lnTo>
                  <a:lnTo>
                    <a:pt x="3099078" y="1515586"/>
                  </a:lnTo>
                  <a:lnTo>
                    <a:pt x="3081817" y="1521471"/>
                  </a:lnTo>
                  <a:lnTo>
                    <a:pt x="3062965" y="1520235"/>
                  </a:lnTo>
                  <a:lnTo>
                    <a:pt x="3046069" y="1511784"/>
                  </a:lnTo>
                  <a:lnTo>
                    <a:pt x="3034140" y="1497989"/>
                  </a:lnTo>
                  <a:lnTo>
                    <a:pt x="3028255" y="1480727"/>
                  </a:lnTo>
                  <a:lnTo>
                    <a:pt x="3029491" y="1461875"/>
                  </a:lnTo>
                  <a:lnTo>
                    <a:pt x="3037942" y="1444979"/>
                  </a:lnTo>
                  <a:lnTo>
                    <a:pt x="3051738" y="1433051"/>
                  </a:lnTo>
                  <a:lnTo>
                    <a:pt x="3068999" y="1427166"/>
                  </a:lnTo>
                  <a:lnTo>
                    <a:pt x="3087851" y="1428401"/>
                  </a:lnTo>
                  <a:lnTo>
                    <a:pt x="3104747" y="1436853"/>
                  </a:lnTo>
                  <a:lnTo>
                    <a:pt x="3116676" y="1450648"/>
                  </a:lnTo>
                  <a:lnTo>
                    <a:pt x="3122561" y="1467910"/>
                  </a:lnTo>
                  <a:lnTo>
                    <a:pt x="3121325" y="1486761"/>
                  </a:lnTo>
                  <a:close/>
                </a:path>
                <a:path w="7310755" h="7158355">
                  <a:moveTo>
                    <a:pt x="3222068" y="1119046"/>
                  </a:moveTo>
                  <a:lnTo>
                    <a:pt x="3213429" y="1136312"/>
                  </a:lnTo>
                  <a:lnTo>
                    <a:pt x="3199326" y="1148507"/>
                  </a:lnTo>
                  <a:lnTo>
                    <a:pt x="3181679" y="1154526"/>
                  </a:lnTo>
                  <a:lnTo>
                    <a:pt x="3162409" y="1153265"/>
                  </a:lnTo>
                  <a:lnTo>
                    <a:pt x="3145138" y="1144624"/>
                  </a:lnTo>
                  <a:lnTo>
                    <a:pt x="3132945" y="1130519"/>
                  </a:lnTo>
                  <a:lnTo>
                    <a:pt x="3126928" y="1112872"/>
                  </a:lnTo>
                  <a:lnTo>
                    <a:pt x="3128189" y="1093606"/>
                  </a:lnTo>
                  <a:lnTo>
                    <a:pt x="3136827" y="1076343"/>
                  </a:lnTo>
                  <a:lnTo>
                    <a:pt x="3150928" y="1064155"/>
                  </a:lnTo>
                  <a:lnTo>
                    <a:pt x="3168573" y="1058143"/>
                  </a:lnTo>
                  <a:lnTo>
                    <a:pt x="3187843" y="1059407"/>
                  </a:lnTo>
                  <a:lnTo>
                    <a:pt x="3205114" y="1068045"/>
                  </a:lnTo>
                  <a:lnTo>
                    <a:pt x="3217310" y="1082143"/>
                  </a:lnTo>
                  <a:lnTo>
                    <a:pt x="3223328" y="1099783"/>
                  </a:lnTo>
                  <a:lnTo>
                    <a:pt x="3222068" y="1119046"/>
                  </a:lnTo>
                  <a:close/>
                </a:path>
                <a:path w="7310755" h="7158355">
                  <a:moveTo>
                    <a:pt x="3320766" y="750776"/>
                  </a:moveTo>
                  <a:lnTo>
                    <a:pt x="3312317" y="767665"/>
                  </a:lnTo>
                  <a:lnTo>
                    <a:pt x="3298523" y="779587"/>
                  </a:lnTo>
                  <a:lnTo>
                    <a:pt x="3281263" y="785467"/>
                  </a:lnTo>
                  <a:lnTo>
                    <a:pt x="3262412" y="784230"/>
                  </a:lnTo>
                  <a:lnTo>
                    <a:pt x="3245515" y="775780"/>
                  </a:lnTo>
                  <a:lnTo>
                    <a:pt x="3233585" y="761990"/>
                  </a:lnTo>
                  <a:lnTo>
                    <a:pt x="3227698" y="744735"/>
                  </a:lnTo>
                  <a:lnTo>
                    <a:pt x="3228932" y="725891"/>
                  </a:lnTo>
                  <a:lnTo>
                    <a:pt x="3237381" y="709002"/>
                  </a:lnTo>
                  <a:lnTo>
                    <a:pt x="3251175" y="697080"/>
                  </a:lnTo>
                  <a:lnTo>
                    <a:pt x="3268435" y="691200"/>
                  </a:lnTo>
                  <a:lnTo>
                    <a:pt x="3287286" y="692437"/>
                  </a:lnTo>
                  <a:lnTo>
                    <a:pt x="3304183" y="700887"/>
                  </a:lnTo>
                  <a:lnTo>
                    <a:pt x="3316113" y="714677"/>
                  </a:lnTo>
                  <a:lnTo>
                    <a:pt x="3322000" y="731933"/>
                  </a:lnTo>
                  <a:lnTo>
                    <a:pt x="3320766" y="750776"/>
                  </a:lnTo>
                  <a:close/>
                </a:path>
                <a:path w="7310755" h="7158355">
                  <a:moveTo>
                    <a:pt x="3416403" y="381677"/>
                  </a:moveTo>
                  <a:lnTo>
                    <a:pt x="3408702" y="397073"/>
                  </a:lnTo>
                  <a:lnTo>
                    <a:pt x="3396130" y="407950"/>
                  </a:lnTo>
                  <a:lnTo>
                    <a:pt x="3380399" y="413320"/>
                  </a:lnTo>
                  <a:lnTo>
                    <a:pt x="3363221" y="412199"/>
                  </a:lnTo>
                  <a:lnTo>
                    <a:pt x="3347828" y="404494"/>
                  </a:lnTo>
                  <a:lnTo>
                    <a:pt x="3336961" y="391916"/>
                  </a:lnTo>
                  <a:lnTo>
                    <a:pt x="3331600" y="376180"/>
                  </a:lnTo>
                  <a:lnTo>
                    <a:pt x="3332726" y="359002"/>
                  </a:lnTo>
                  <a:lnTo>
                    <a:pt x="3340427" y="343606"/>
                  </a:lnTo>
                  <a:lnTo>
                    <a:pt x="3352999" y="332730"/>
                  </a:lnTo>
                  <a:lnTo>
                    <a:pt x="3368730" y="327359"/>
                  </a:lnTo>
                  <a:lnTo>
                    <a:pt x="3385908" y="328481"/>
                  </a:lnTo>
                  <a:lnTo>
                    <a:pt x="3401301" y="336186"/>
                  </a:lnTo>
                  <a:lnTo>
                    <a:pt x="3412168" y="348764"/>
                  </a:lnTo>
                  <a:lnTo>
                    <a:pt x="3417529" y="364500"/>
                  </a:lnTo>
                  <a:lnTo>
                    <a:pt x="3416403" y="381677"/>
                  </a:lnTo>
                  <a:close/>
                </a:path>
                <a:path w="7310755" h="7158355">
                  <a:moveTo>
                    <a:pt x="3476634" y="1777"/>
                  </a:moveTo>
                  <a:lnTo>
                    <a:pt x="3476025" y="4026"/>
                  </a:lnTo>
                  <a:lnTo>
                    <a:pt x="3474860" y="4698"/>
                  </a:lnTo>
                  <a:lnTo>
                    <a:pt x="3472612" y="4089"/>
                  </a:lnTo>
                  <a:lnTo>
                    <a:pt x="3471946" y="2920"/>
                  </a:lnTo>
                  <a:lnTo>
                    <a:pt x="3472555" y="672"/>
                  </a:lnTo>
                  <a:lnTo>
                    <a:pt x="3473720" y="0"/>
                  </a:lnTo>
                  <a:lnTo>
                    <a:pt x="3475969" y="609"/>
                  </a:lnTo>
                  <a:lnTo>
                    <a:pt x="3476634" y="1777"/>
                  </a:lnTo>
                  <a:close/>
                </a:path>
                <a:path w="7310755" h="7158355">
                  <a:moveTo>
                    <a:pt x="3349544" y="1940597"/>
                  </a:moveTo>
                  <a:lnTo>
                    <a:pt x="3348017" y="1946229"/>
                  </a:lnTo>
                  <a:lnTo>
                    <a:pt x="3345114" y="1947895"/>
                  </a:lnTo>
                  <a:lnTo>
                    <a:pt x="3339481" y="1946369"/>
                  </a:lnTo>
                  <a:lnTo>
                    <a:pt x="3337816" y="1943465"/>
                  </a:lnTo>
                  <a:lnTo>
                    <a:pt x="3339342" y="1937833"/>
                  </a:lnTo>
                  <a:lnTo>
                    <a:pt x="3342246" y="1936167"/>
                  </a:lnTo>
                  <a:lnTo>
                    <a:pt x="3347878" y="1937693"/>
                  </a:lnTo>
                  <a:lnTo>
                    <a:pt x="3349544" y="1940597"/>
                  </a:lnTo>
                  <a:close/>
                </a:path>
                <a:path w="7310755" h="7158355">
                  <a:moveTo>
                    <a:pt x="3495441" y="1588141"/>
                  </a:moveTo>
                  <a:lnTo>
                    <a:pt x="3485862" y="1607288"/>
                  </a:lnTo>
                  <a:lnTo>
                    <a:pt x="3470226" y="1620808"/>
                  </a:lnTo>
                  <a:lnTo>
                    <a:pt x="3450662" y="1627478"/>
                  </a:lnTo>
                  <a:lnTo>
                    <a:pt x="3429298" y="1626079"/>
                  </a:lnTo>
                  <a:lnTo>
                    <a:pt x="3410151" y="1616500"/>
                  </a:lnTo>
                  <a:lnTo>
                    <a:pt x="3396632" y="1600865"/>
                  </a:lnTo>
                  <a:lnTo>
                    <a:pt x="3389961" y="1581301"/>
                  </a:lnTo>
                  <a:lnTo>
                    <a:pt x="3391360" y="1559937"/>
                  </a:lnTo>
                  <a:lnTo>
                    <a:pt x="3400939" y="1540789"/>
                  </a:lnTo>
                  <a:lnTo>
                    <a:pt x="3416575" y="1527270"/>
                  </a:lnTo>
                  <a:lnTo>
                    <a:pt x="3436139" y="1520599"/>
                  </a:lnTo>
                  <a:lnTo>
                    <a:pt x="3457502" y="1521999"/>
                  </a:lnTo>
                  <a:lnTo>
                    <a:pt x="3476650" y="1531577"/>
                  </a:lnTo>
                  <a:lnTo>
                    <a:pt x="3490170" y="1547211"/>
                  </a:lnTo>
                  <a:lnTo>
                    <a:pt x="3496840" y="1566775"/>
                  </a:lnTo>
                  <a:lnTo>
                    <a:pt x="3495441" y="1588141"/>
                  </a:lnTo>
                  <a:close/>
                </a:path>
                <a:path w="7310755" h="7158355">
                  <a:moveTo>
                    <a:pt x="3598223" y="1220978"/>
                  </a:moveTo>
                  <a:lnTo>
                    <a:pt x="3588083" y="1241244"/>
                  </a:lnTo>
                  <a:lnTo>
                    <a:pt x="3571527" y="1255559"/>
                  </a:lnTo>
                  <a:lnTo>
                    <a:pt x="3550811" y="1262627"/>
                  </a:lnTo>
                  <a:lnTo>
                    <a:pt x="3528189" y="1261148"/>
                  </a:lnTo>
                  <a:lnTo>
                    <a:pt x="3507916" y="1251003"/>
                  </a:lnTo>
                  <a:lnTo>
                    <a:pt x="3493602" y="1234443"/>
                  </a:lnTo>
                  <a:lnTo>
                    <a:pt x="3486540" y="1213727"/>
                  </a:lnTo>
                  <a:lnTo>
                    <a:pt x="3488019" y="1191115"/>
                  </a:lnTo>
                  <a:lnTo>
                    <a:pt x="3498159" y="1170850"/>
                  </a:lnTo>
                  <a:lnTo>
                    <a:pt x="3514714" y="1156536"/>
                  </a:lnTo>
                  <a:lnTo>
                    <a:pt x="3535430" y="1149470"/>
                  </a:lnTo>
                  <a:lnTo>
                    <a:pt x="3558051" y="1150950"/>
                  </a:lnTo>
                  <a:lnTo>
                    <a:pt x="3578325" y="1161094"/>
                  </a:lnTo>
                  <a:lnTo>
                    <a:pt x="3592639" y="1177652"/>
                  </a:lnTo>
                  <a:lnTo>
                    <a:pt x="3599702" y="1198366"/>
                  </a:lnTo>
                  <a:lnTo>
                    <a:pt x="3598223" y="1220978"/>
                  </a:lnTo>
                  <a:close/>
                </a:path>
                <a:path w="7310755" h="7158355">
                  <a:moveTo>
                    <a:pt x="3696921" y="852709"/>
                  </a:moveTo>
                  <a:lnTo>
                    <a:pt x="3686969" y="872598"/>
                  </a:lnTo>
                  <a:lnTo>
                    <a:pt x="3670720" y="886646"/>
                  </a:lnTo>
                  <a:lnTo>
                    <a:pt x="3650387" y="893580"/>
                  </a:lnTo>
                  <a:lnTo>
                    <a:pt x="3628183" y="892127"/>
                  </a:lnTo>
                  <a:lnTo>
                    <a:pt x="3608283" y="882171"/>
                  </a:lnTo>
                  <a:lnTo>
                    <a:pt x="3594233" y="865920"/>
                  </a:lnTo>
                  <a:lnTo>
                    <a:pt x="3587300" y="845590"/>
                  </a:lnTo>
                  <a:lnTo>
                    <a:pt x="3588752" y="823396"/>
                  </a:lnTo>
                  <a:lnTo>
                    <a:pt x="3598704" y="803507"/>
                  </a:lnTo>
                  <a:lnTo>
                    <a:pt x="3614953" y="789459"/>
                  </a:lnTo>
                  <a:lnTo>
                    <a:pt x="3635286" y="782525"/>
                  </a:lnTo>
                  <a:lnTo>
                    <a:pt x="3657490" y="783978"/>
                  </a:lnTo>
                  <a:lnTo>
                    <a:pt x="3677389" y="793935"/>
                  </a:lnTo>
                  <a:lnTo>
                    <a:pt x="3691439" y="810186"/>
                  </a:lnTo>
                  <a:lnTo>
                    <a:pt x="3698372" y="830516"/>
                  </a:lnTo>
                  <a:lnTo>
                    <a:pt x="3696921" y="852709"/>
                  </a:lnTo>
                  <a:close/>
                </a:path>
                <a:path w="7310755" h="7158355">
                  <a:moveTo>
                    <a:pt x="3794602" y="484164"/>
                  </a:moveTo>
                  <a:lnTo>
                    <a:pt x="3785026" y="503303"/>
                  </a:lnTo>
                  <a:lnTo>
                    <a:pt x="3769391" y="516820"/>
                  </a:lnTo>
                  <a:lnTo>
                    <a:pt x="3749827" y="523490"/>
                  </a:lnTo>
                  <a:lnTo>
                    <a:pt x="3728462" y="522092"/>
                  </a:lnTo>
                  <a:lnTo>
                    <a:pt x="3709315" y="512512"/>
                  </a:lnTo>
                  <a:lnTo>
                    <a:pt x="3695796" y="496877"/>
                  </a:lnTo>
                  <a:lnTo>
                    <a:pt x="3689125" y="477315"/>
                  </a:lnTo>
                  <a:lnTo>
                    <a:pt x="3690522" y="455959"/>
                  </a:lnTo>
                  <a:lnTo>
                    <a:pt x="3700098" y="436820"/>
                  </a:lnTo>
                  <a:lnTo>
                    <a:pt x="3715733" y="423304"/>
                  </a:lnTo>
                  <a:lnTo>
                    <a:pt x="3735297" y="416633"/>
                  </a:lnTo>
                  <a:lnTo>
                    <a:pt x="3756661" y="418032"/>
                  </a:lnTo>
                  <a:lnTo>
                    <a:pt x="3775808" y="427611"/>
                  </a:lnTo>
                  <a:lnTo>
                    <a:pt x="3789328" y="443247"/>
                  </a:lnTo>
                  <a:lnTo>
                    <a:pt x="3795999" y="462808"/>
                  </a:lnTo>
                  <a:lnTo>
                    <a:pt x="3794602" y="484164"/>
                  </a:lnTo>
                  <a:close/>
                </a:path>
                <a:path w="7310755" h="7158355">
                  <a:moveTo>
                    <a:pt x="3856357" y="98641"/>
                  </a:moveTo>
                  <a:lnTo>
                    <a:pt x="3852700" y="112135"/>
                  </a:lnTo>
                  <a:lnTo>
                    <a:pt x="3845720" y="116168"/>
                  </a:lnTo>
                  <a:lnTo>
                    <a:pt x="3832196" y="112503"/>
                  </a:lnTo>
                  <a:lnTo>
                    <a:pt x="3828208" y="105498"/>
                  </a:lnTo>
                  <a:lnTo>
                    <a:pt x="3831865" y="92005"/>
                  </a:lnTo>
                  <a:lnTo>
                    <a:pt x="3838845" y="87970"/>
                  </a:lnTo>
                  <a:lnTo>
                    <a:pt x="3852368" y="91635"/>
                  </a:lnTo>
                  <a:lnTo>
                    <a:pt x="3856357" y="98641"/>
                  </a:lnTo>
                  <a:close/>
                </a:path>
                <a:path w="7310755" h="7158355">
                  <a:moveTo>
                    <a:pt x="3716367" y="2040604"/>
                  </a:moveTo>
                  <a:lnTo>
                    <a:pt x="3715145" y="2045112"/>
                  </a:lnTo>
                  <a:lnTo>
                    <a:pt x="3712819" y="2046446"/>
                  </a:lnTo>
                  <a:lnTo>
                    <a:pt x="3708312" y="2045224"/>
                  </a:lnTo>
                  <a:lnTo>
                    <a:pt x="3706978" y="2042899"/>
                  </a:lnTo>
                  <a:lnTo>
                    <a:pt x="3708199" y="2038391"/>
                  </a:lnTo>
                  <a:lnTo>
                    <a:pt x="3710525" y="2037057"/>
                  </a:lnTo>
                  <a:lnTo>
                    <a:pt x="3715033" y="2038279"/>
                  </a:lnTo>
                  <a:lnTo>
                    <a:pt x="3716367" y="2040604"/>
                  </a:lnTo>
                  <a:close/>
                </a:path>
                <a:path w="7310755" h="7158355">
                  <a:moveTo>
                    <a:pt x="3871600" y="1690074"/>
                  </a:moveTo>
                  <a:lnTo>
                    <a:pt x="3860518" y="1712228"/>
                  </a:lnTo>
                  <a:lnTo>
                    <a:pt x="3842429" y="1727869"/>
                  </a:lnTo>
                  <a:lnTo>
                    <a:pt x="3819795" y="1735586"/>
                  </a:lnTo>
                  <a:lnTo>
                    <a:pt x="3795077" y="1733967"/>
                  </a:lnTo>
                  <a:lnTo>
                    <a:pt x="3772924" y="1722885"/>
                  </a:lnTo>
                  <a:lnTo>
                    <a:pt x="3757283" y="1704796"/>
                  </a:lnTo>
                  <a:lnTo>
                    <a:pt x="3749566" y="1682162"/>
                  </a:lnTo>
                  <a:lnTo>
                    <a:pt x="3751185" y="1657444"/>
                  </a:lnTo>
                  <a:lnTo>
                    <a:pt x="3762267" y="1635290"/>
                  </a:lnTo>
                  <a:lnTo>
                    <a:pt x="3780356" y="1619649"/>
                  </a:lnTo>
                  <a:lnTo>
                    <a:pt x="3802990" y="1611932"/>
                  </a:lnTo>
                  <a:lnTo>
                    <a:pt x="3827708" y="1613552"/>
                  </a:lnTo>
                  <a:lnTo>
                    <a:pt x="3849862" y="1624634"/>
                  </a:lnTo>
                  <a:lnTo>
                    <a:pt x="3865503" y="1642723"/>
                  </a:lnTo>
                  <a:lnTo>
                    <a:pt x="3873220" y="1665357"/>
                  </a:lnTo>
                  <a:lnTo>
                    <a:pt x="3871600" y="1690074"/>
                  </a:lnTo>
                  <a:close/>
                </a:path>
                <a:path w="7310755" h="7158355">
                  <a:moveTo>
                    <a:pt x="3975404" y="1323189"/>
                  </a:moveTo>
                  <a:lnTo>
                    <a:pt x="3963570" y="1346850"/>
                  </a:lnTo>
                  <a:lnTo>
                    <a:pt x="3944256" y="1363550"/>
                  </a:lnTo>
                  <a:lnTo>
                    <a:pt x="3920090" y="1371786"/>
                  </a:lnTo>
                  <a:lnTo>
                    <a:pt x="3893698" y="1370054"/>
                  </a:lnTo>
                  <a:lnTo>
                    <a:pt x="3870042" y="1358224"/>
                  </a:lnTo>
                  <a:lnTo>
                    <a:pt x="3853340" y="1338913"/>
                  </a:lnTo>
                  <a:lnTo>
                    <a:pt x="3845101" y="1314747"/>
                  </a:lnTo>
                  <a:lnTo>
                    <a:pt x="3846832" y="1288348"/>
                  </a:lnTo>
                  <a:lnTo>
                    <a:pt x="3858667" y="1264685"/>
                  </a:lnTo>
                  <a:lnTo>
                    <a:pt x="3877982" y="1247981"/>
                  </a:lnTo>
                  <a:lnTo>
                    <a:pt x="3902149" y="1239742"/>
                  </a:lnTo>
                  <a:lnTo>
                    <a:pt x="3928542" y="1241472"/>
                  </a:lnTo>
                  <a:lnTo>
                    <a:pt x="3952197" y="1253304"/>
                  </a:lnTo>
                  <a:lnTo>
                    <a:pt x="3968898" y="1272618"/>
                  </a:lnTo>
                  <a:lnTo>
                    <a:pt x="3977136" y="1296788"/>
                  </a:lnTo>
                  <a:lnTo>
                    <a:pt x="3975404" y="1323189"/>
                  </a:lnTo>
                  <a:close/>
                </a:path>
                <a:path w="7310755" h="7158355">
                  <a:moveTo>
                    <a:pt x="4074103" y="954919"/>
                  </a:moveTo>
                  <a:lnTo>
                    <a:pt x="4062455" y="978207"/>
                  </a:lnTo>
                  <a:lnTo>
                    <a:pt x="4043446" y="994645"/>
                  </a:lnTo>
                  <a:lnTo>
                    <a:pt x="4019662" y="1002752"/>
                  </a:lnTo>
                  <a:lnTo>
                    <a:pt x="3993687" y="1001049"/>
                  </a:lnTo>
                  <a:lnTo>
                    <a:pt x="3970407" y="989404"/>
                  </a:lnTo>
                  <a:lnTo>
                    <a:pt x="3953969" y="970398"/>
                  </a:lnTo>
                  <a:lnTo>
                    <a:pt x="3945861" y="946612"/>
                  </a:lnTo>
                  <a:lnTo>
                    <a:pt x="3947564" y="920629"/>
                  </a:lnTo>
                  <a:lnTo>
                    <a:pt x="3959212" y="897342"/>
                  </a:lnTo>
                  <a:lnTo>
                    <a:pt x="3978221" y="880904"/>
                  </a:lnTo>
                  <a:lnTo>
                    <a:pt x="4002005" y="872797"/>
                  </a:lnTo>
                  <a:lnTo>
                    <a:pt x="4027980" y="874500"/>
                  </a:lnTo>
                  <a:lnTo>
                    <a:pt x="4051261" y="886144"/>
                  </a:lnTo>
                  <a:lnTo>
                    <a:pt x="4067698" y="905151"/>
                  </a:lnTo>
                  <a:lnTo>
                    <a:pt x="4075807" y="928937"/>
                  </a:lnTo>
                  <a:lnTo>
                    <a:pt x="4074103" y="954919"/>
                  </a:lnTo>
                  <a:close/>
                </a:path>
                <a:path w="7310755" h="7158355">
                  <a:moveTo>
                    <a:pt x="4169740" y="585821"/>
                  </a:moveTo>
                  <a:lnTo>
                    <a:pt x="4158849" y="607586"/>
                  </a:lnTo>
                  <a:lnTo>
                    <a:pt x="4141066" y="622963"/>
                  </a:lnTo>
                  <a:lnTo>
                    <a:pt x="4118814" y="630555"/>
                  </a:lnTo>
                  <a:lnTo>
                    <a:pt x="4094516" y="628968"/>
                  </a:lnTo>
                  <a:lnTo>
                    <a:pt x="4072741" y="618070"/>
                  </a:lnTo>
                  <a:lnTo>
                    <a:pt x="4057367" y="600282"/>
                  </a:lnTo>
                  <a:lnTo>
                    <a:pt x="4049780" y="578030"/>
                  </a:lnTo>
                  <a:lnTo>
                    <a:pt x="4051369" y="553744"/>
                  </a:lnTo>
                  <a:lnTo>
                    <a:pt x="4062266" y="531957"/>
                  </a:lnTo>
                  <a:lnTo>
                    <a:pt x="4080048" y="516582"/>
                  </a:lnTo>
                  <a:lnTo>
                    <a:pt x="4102296" y="509002"/>
                  </a:lnTo>
                  <a:lnTo>
                    <a:pt x="4126593" y="510597"/>
                  </a:lnTo>
                  <a:lnTo>
                    <a:pt x="4148370" y="521487"/>
                  </a:lnTo>
                  <a:lnTo>
                    <a:pt x="4163747" y="539264"/>
                  </a:lnTo>
                  <a:lnTo>
                    <a:pt x="4171334" y="561513"/>
                  </a:lnTo>
                  <a:lnTo>
                    <a:pt x="4169740" y="585821"/>
                  </a:lnTo>
                  <a:close/>
                </a:path>
                <a:path w="7310755" h="7158355">
                  <a:moveTo>
                    <a:pt x="4232722" y="207873"/>
                  </a:moveTo>
                  <a:lnTo>
                    <a:pt x="4228594" y="216118"/>
                  </a:lnTo>
                  <a:lnTo>
                    <a:pt x="4221849" y="221948"/>
                  </a:lnTo>
                  <a:lnTo>
                    <a:pt x="4213409" y="224828"/>
                  </a:lnTo>
                  <a:lnTo>
                    <a:pt x="4204195" y="224227"/>
                  </a:lnTo>
                  <a:lnTo>
                    <a:pt x="4195937" y="220093"/>
                  </a:lnTo>
                  <a:lnTo>
                    <a:pt x="4190106" y="213346"/>
                  </a:lnTo>
                  <a:lnTo>
                    <a:pt x="4187228" y="204909"/>
                  </a:lnTo>
                  <a:lnTo>
                    <a:pt x="4187827" y="195707"/>
                  </a:lnTo>
                  <a:lnTo>
                    <a:pt x="4191961" y="187440"/>
                  </a:lnTo>
                  <a:lnTo>
                    <a:pt x="4198705" y="181613"/>
                  </a:lnTo>
                  <a:lnTo>
                    <a:pt x="4207142" y="178744"/>
                  </a:lnTo>
                  <a:lnTo>
                    <a:pt x="4216355" y="179352"/>
                  </a:lnTo>
                  <a:lnTo>
                    <a:pt x="4224614" y="183479"/>
                  </a:lnTo>
                  <a:lnTo>
                    <a:pt x="4230448" y="190215"/>
                  </a:lnTo>
                  <a:lnTo>
                    <a:pt x="4233327" y="198649"/>
                  </a:lnTo>
                  <a:lnTo>
                    <a:pt x="4232722" y="207873"/>
                  </a:lnTo>
                  <a:close/>
                </a:path>
                <a:path w="7310755" h="7158355">
                  <a:moveTo>
                    <a:pt x="4089048" y="2139176"/>
                  </a:moveTo>
                  <a:lnTo>
                    <a:pt x="4086605" y="2148192"/>
                  </a:lnTo>
                  <a:lnTo>
                    <a:pt x="4081961" y="2150856"/>
                  </a:lnTo>
                  <a:lnTo>
                    <a:pt x="4072945" y="2148413"/>
                  </a:lnTo>
                  <a:lnTo>
                    <a:pt x="4070281" y="2143768"/>
                  </a:lnTo>
                  <a:lnTo>
                    <a:pt x="4072724" y="2134752"/>
                  </a:lnTo>
                  <a:lnTo>
                    <a:pt x="4077368" y="2132088"/>
                  </a:lnTo>
                  <a:lnTo>
                    <a:pt x="4086384" y="2134531"/>
                  </a:lnTo>
                  <a:lnTo>
                    <a:pt x="4089048" y="2139176"/>
                  </a:lnTo>
                  <a:close/>
                </a:path>
                <a:path w="7310755" h="7158355">
                  <a:moveTo>
                    <a:pt x="4249794" y="1792559"/>
                  </a:moveTo>
                  <a:lnTo>
                    <a:pt x="4236834" y="1818466"/>
                  </a:lnTo>
                  <a:lnTo>
                    <a:pt x="4215680" y="1836757"/>
                  </a:lnTo>
                  <a:lnTo>
                    <a:pt x="4189210" y="1845782"/>
                  </a:lnTo>
                  <a:lnTo>
                    <a:pt x="4160305" y="1843889"/>
                  </a:lnTo>
                  <a:lnTo>
                    <a:pt x="4134399" y="1830929"/>
                  </a:lnTo>
                  <a:lnTo>
                    <a:pt x="4116107" y="1809775"/>
                  </a:lnTo>
                  <a:lnTo>
                    <a:pt x="4107083" y="1783305"/>
                  </a:lnTo>
                  <a:lnTo>
                    <a:pt x="4108976" y="1754400"/>
                  </a:lnTo>
                  <a:lnTo>
                    <a:pt x="4121936" y="1728493"/>
                  </a:lnTo>
                  <a:lnTo>
                    <a:pt x="4143090" y="1710202"/>
                  </a:lnTo>
                  <a:lnTo>
                    <a:pt x="4169560" y="1701177"/>
                  </a:lnTo>
                  <a:lnTo>
                    <a:pt x="4198465" y="1703070"/>
                  </a:lnTo>
                  <a:lnTo>
                    <a:pt x="4224371" y="1716030"/>
                  </a:lnTo>
                  <a:lnTo>
                    <a:pt x="4242663" y="1737185"/>
                  </a:lnTo>
                  <a:lnTo>
                    <a:pt x="4251688" y="1763654"/>
                  </a:lnTo>
                  <a:lnTo>
                    <a:pt x="4249794" y="1792559"/>
                  </a:lnTo>
                  <a:close/>
                </a:path>
                <a:path w="7310755" h="7158355">
                  <a:moveTo>
                    <a:pt x="4352576" y="1425397"/>
                  </a:moveTo>
                  <a:lnTo>
                    <a:pt x="4339052" y="1452432"/>
                  </a:lnTo>
                  <a:lnTo>
                    <a:pt x="4316979" y="1471519"/>
                  </a:lnTo>
                  <a:lnTo>
                    <a:pt x="4289359" y="1480935"/>
                  </a:lnTo>
                  <a:lnTo>
                    <a:pt x="4259196" y="1478958"/>
                  </a:lnTo>
                  <a:lnTo>
                    <a:pt x="4232163" y="1465435"/>
                  </a:lnTo>
                  <a:lnTo>
                    <a:pt x="4213076" y="1443363"/>
                  </a:lnTo>
                  <a:lnTo>
                    <a:pt x="4203658" y="1415742"/>
                  </a:lnTo>
                  <a:lnTo>
                    <a:pt x="4205635" y="1385578"/>
                  </a:lnTo>
                  <a:lnTo>
                    <a:pt x="4219160" y="1358538"/>
                  </a:lnTo>
                  <a:lnTo>
                    <a:pt x="4241236" y="1339443"/>
                  </a:lnTo>
                  <a:lnTo>
                    <a:pt x="4268859" y="1330018"/>
                  </a:lnTo>
                  <a:lnTo>
                    <a:pt x="4299022" y="1331991"/>
                  </a:lnTo>
                  <a:lnTo>
                    <a:pt x="4326055" y="1345518"/>
                  </a:lnTo>
                  <a:lnTo>
                    <a:pt x="4345139" y="1367599"/>
                  </a:lnTo>
                  <a:lnTo>
                    <a:pt x="4354554" y="1395228"/>
                  </a:lnTo>
                  <a:lnTo>
                    <a:pt x="4352576" y="1425397"/>
                  </a:lnTo>
                  <a:close/>
                </a:path>
                <a:path w="7310755" h="7158355">
                  <a:moveTo>
                    <a:pt x="4450258" y="1056852"/>
                  </a:moveTo>
                  <a:lnTo>
                    <a:pt x="4437108" y="1083141"/>
                  </a:lnTo>
                  <a:lnTo>
                    <a:pt x="4415646" y="1101705"/>
                  </a:lnTo>
                  <a:lnTo>
                    <a:pt x="4388790" y="1110866"/>
                  </a:lnTo>
                  <a:lnTo>
                    <a:pt x="4359464" y="1108947"/>
                  </a:lnTo>
                  <a:lnTo>
                    <a:pt x="4333181" y="1095796"/>
                  </a:lnTo>
                  <a:lnTo>
                    <a:pt x="4314625" y="1074330"/>
                  </a:lnTo>
                  <a:lnTo>
                    <a:pt x="4305472" y="1047469"/>
                  </a:lnTo>
                  <a:lnTo>
                    <a:pt x="4307395" y="1018138"/>
                  </a:lnTo>
                  <a:lnTo>
                    <a:pt x="4320544" y="991849"/>
                  </a:lnTo>
                  <a:lnTo>
                    <a:pt x="4342007" y="973285"/>
                  </a:lnTo>
                  <a:lnTo>
                    <a:pt x="4368862" y="964124"/>
                  </a:lnTo>
                  <a:lnTo>
                    <a:pt x="4398188" y="966043"/>
                  </a:lnTo>
                  <a:lnTo>
                    <a:pt x="4424472" y="979194"/>
                  </a:lnTo>
                  <a:lnTo>
                    <a:pt x="4443027" y="1000660"/>
                  </a:lnTo>
                  <a:lnTo>
                    <a:pt x="4452181" y="1027521"/>
                  </a:lnTo>
                  <a:lnTo>
                    <a:pt x="4450258" y="1056852"/>
                  </a:lnTo>
                  <a:close/>
                </a:path>
                <a:path w="7310755" h="7158355">
                  <a:moveTo>
                    <a:pt x="4545894" y="687753"/>
                  </a:moveTo>
                  <a:lnTo>
                    <a:pt x="4533495" y="712541"/>
                  </a:lnTo>
                  <a:lnTo>
                    <a:pt x="4513259" y="730042"/>
                  </a:lnTo>
                  <a:lnTo>
                    <a:pt x="4487940" y="738676"/>
                  </a:lnTo>
                  <a:lnTo>
                    <a:pt x="4460292" y="736866"/>
                  </a:lnTo>
                  <a:lnTo>
                    <a:pt x="4435513" y="724469"/>
                  </a:lnTo>
                  <a:lnTo>
                    <a:pt x="4418017" y="704233"/>
                  </a:lnTo>
                  <a:lnTo>
                    <a:pt x="4409386" y="678909"/>
                  </a:lnTo>
                  <a:lnTo>
                    <a:pt x="4411199" y="651252"/>
                  </a:lnTo>
                  <a:lnTo>
                    <a:pt x="4423598" y="626464"/>
                  </a:lnTo>
                  <a:lnTo>
                    <a:pt x="4443834" y="608964"/>
                  </a:lnTo>
                  <a:lnTo>
                    <a:pt x="4469153" y="600329"/>
                  </a:lnTo>
                  <a:lnTo>
                    <a:pt x="4496801" y="602140"/>
                  </a:lnTo>
                  <a:lnTo>
                    <a:pt x="4521580" y="614536"/>
                  </a:lnTo>
                  <a:lnTo>
                    <a:pt x="4539076" y="634773"/>
                  </a:lnTo>
                  <a:lnTo>
                    <a:pt x="4547707" y="660096"/>
                  </a:lnTo>
                  <a:lnTo>
                    <a:pt x="4545894" y="687753"/>
                  </a:lnTo>
                  <a:close/>
                </a:path>
                <a:path w="7310755" h="7158355">
                  <a:moveTo>
                    <a:pt x="4603776" y="308423"/>
                  </a:moveTo>
                  <a:lnTo>
                    <a:pt x="4599078" y="317816"/>
                  </a:lnTo>
                  <a:lnTo>
                    <a:pt x="4591415" y="324440"/>
                  </a:lnTo>
                  <a:lnTo>
                    <a:pt x="4581826" y="327703"/>
                  </a:lnTo>
                  <a:lnTo>
                    <a:pt x="4571356" y="327014"/>
                  </a:lnTo>
                  <a:lnTo>
                    <a:pt x="4561970" y="322322"/>
                  </a:lnTo>
                  <a:lnTo>
                    <a:pt x="4555341" y="314664"/>
                  </a:lnTo>
                  <a:lnTo>
                    <a:pt x="4552070" y="305077"/>
                  </a:lnTo>
                  <a:lnTo>
                    <a:pt x="4552758" y="294598"/>
                  </a:lnTo>
                  <a:lnTo>
                    <a:pt x="4557455" y="285205"/>
                  </a:lnTo>
                  <a:lnTo>
                    <a:pt x="4565119" y="278581"/>
                  </a:lnTo>
                  <a:lnTo>
                    <a:pt x="4574708" y="275317"/>
                  </a:lnTo>
                  <a:lnTo>
                    <a:pt x="4585178" y="276006"/>
                  </a:lnTo>
                  <a:lnTo>
                    <a:pt x="4594564" y="280698"/>
                  </a:lnTo>
                  <a:lnTo>
                    <a:pt x="4601193" y="288356"/>
                  </a:lnTo>
                  <a:lnTo>
                    <a:pt x="4604464" y="297943"/>
                  </a:lnTo>
                  <a:lnTo>
                    <a:pt x="4603776" y="308423"/>
                  </a:lnTo>
                  <a:close/>
                </a:path>
                <a:path w="7310755" h="7158355">
                  <a:moveTo>
                    <a:pt x="4471127" y="2247552"/>
                  </a:moveTo>
                  <a:lnTo>
                    <a:pt x="4466807" y="2256188"/>
                  </a:lnTo>
                  <a:lnTo>
                    <a:pt x="4459755" y="2262285"/>
                  </a:lnTo>
                  <a:lnTo>
                    <a:pt x="4450932" y="2265293"/>
                  </a:lnTo>
                  <a:lnTo>
                    <a:pt x="4441297" y="2264662"/>
                  </a:lnTo>
                  <a:lnTo>
                    <a:pt x="4432661" y="2260342"/>
                  </a:lnTo>
                  <a:lnTo>
                    <a:pt x="4426564" y="2253291"/>
                  </a:lnTo>
                  <a:lnTo>
                    <a:pt x="4423556" y="2244468"/>
                  </a:lnTo>
                  <a:lnTo>
                    <a:pt x="4424187" y="2234833"/>
                  </a:lnTo>
                  <a:lnTo>
                    <a:pt x="4428507" y="2226197"/>
                  </a:lnTo>
                  <a:lnTo>
                    <a:pt x="4435559" y="2220100"/>
                  </a:lnTo>
                  <a:lnTo>
                    <a:pt x="4444382" y="2217092"/>
                  </a:lnTo>
                  <a:lnTo>
                    <a:pt x="4454017" y="2217723"/>
                  </a:lnTo>
                  <a:lnTo>
                    <a:pt x="4462652" y="2222043"/>
                  </a:lnTo>
                  <a:lnTo>
                    <a:pt x="4468749" y="2229094"/>
                  </a:lnTo>
                  <a:lnTo>
                    <a:pt x="4471758" y="2237917"/>
                  </a:lnTo>
                  <a:lnTo>
                    <a:pt x="4471127" y="2247552"/>
                  </a:lnTo>
                  <a:close/>
                </a:path>
                <a:path w="7310755" h="7158355">
                  <a:moveTo>
                    <a:pt x="4627993" y="1895046"/>
                  </a:moveTo>
                  <a:lnTo>
                    <a:pt x="4613155" y="1924708"/>
                  </a:lnTo>
                  <a:lnTo>
                    <a:pt x="4588934" y="1945651"/>
                  </a:lnTo>
                  <a:lnTo>
                    <a:pt x="4558627" y="1955984"/>
                  </a:lnTo>
                  <a:lnTo>
                    <a:pt x="4525532" y="1953816"/>
                  </a:lnTo>
                  <a:lnTo>
                    <a:pt x="4495870" y="1938977"/>
                  </a:lnTo>
                  <a:lnTo>
                    <a:pt x="4474927" y="1914757"/>
                  </a:lnTo>
                  <a:lnTo>
                    <a:pt x="4464594" y="1884450"/>
                  </a:lnTo>
                  <a:lnTo>
                    <a:pt x="4466762" y="1851354"/>
                  </a:lnTo>
                  <a:lnTo>
                    <a:pt x="4481600" y="1821692"/>
                  </a:lnTo>
                  <a:lnTo>
                    <a:pt x="4505821" y="1800749"/>
                  </a:lnTo>
                  <a:lnTo>
                    <a:pt x="4536127" y="1790417"/>
                  </a:lnTo>
                  <a:lnTo>
                    <a:pt x="4569223" y="1792585"/>
                  </a:lnTo>
                  <a:lnTo>
                    <a:pt x="4598885" y="1807423"/>
                  </a:lnTo>
                  <a:lnTo>
                    <a:pt x="4619828" y="1831644"/>
                  </a:lnTo>
                  <a:lnTo>
                    <a:pt x="4630161" y="1861950"/>
                  </a:lnTo>
                  <a:lnTo>
                    <a:pt x="4627993" y="1895046"/>
                  </a:lnTo>
                  <a:close/>
                </a:path>
                <a:path w="7310755" h="7158355">
                  <a:moveTo>
                    <a:pt x="4730775" y="1527883"/>
                  </a:moveTo>
                  <a:lnTo>
                    <a:pt x="4715373" y="1558672"/>
                  </a:lnTo>
                  <a:lnTo>
                    <a:pt x="4690233" y="1580411"/>
                  </a:lnTo>
                  <a:lnTo>
                    <a:pt x="4658776" y="1591136"/>
                  </a:lnTo>
                  <a:lnTo>
                    <a:pt x="4624423" y="1588885"/>
                  </a:lnTo>
                  <a:lnTo>
                    <a:pt x="4593634" y="1573483"/>
                  </a:lnTo>
                  <a:lnTo>
                    <a:pt x="4571895" y="1548343"/>
                  </a:lnTo>
                  <a:lnTo>
                    <a:pt x="4561170" y="1516885"/>
                  </a:lnTo>
                  <a:lnTo>
                    <a:pt x="4563421" y="1482532"/>
                  </a:lnTo>
                  <a:lnTo>
                    <a:pt x="4578821" y="1451749"/>
                  </a:lnTo>
                  <a:lnTo>
                    <a:pt x="4603961" y="1430014"/>
                  </a:lnTo>
                  <a:lnTo>
                    <a:pt x="4635418" y="1419290"/>
                  </a:lnTo>
                  <a:lnTo>
                    <a:pt x="4669771" y="1421541"/>
                  </a:lnTo>
                  <a:lnTo>
                    <a:pt x="4700560" y="1436943"/>
                  </a:lnTo>
                  <a:lnTo>
                    <a:pt x="4722298" y="1462082"/>
                  </a:lnTo>
                  <a:lnTo>
                    <a:pt x="4733024" y="1493536"/>
                  </a:lnTo>
                  <a:lnTo>
                    <a:pt x="4730775" y="1527883"/>
                  </a:lnTo>
                  <a:close/>
                </a:path>
                <a:path w="7310755" h="7158355">
                  <a:moveTo>
                    <a:pt x="4827434" y="1159061"/>
                  </a:moveTo>
                  <a:lnTo>
                    <a:pt x="4812597" y="1188719"/>
                  </a:lnTo>
                  <a:lnTo>
                    <a:pt x="4788378" y="1209657"/>
                  </a:lnTo>
                  <a:lnTo>
                    <a:pt x="4758072" y="1219986"/>
                  </a:lnTo>
                  <a:lnTo>
                    <a:pt x="4724977" y="1217816"/>
                  </a:lnTo>
                  <a:lnTo>
                    <a:pt x="4695314" y="1202979"/>
                  </a:lnTo>
                  <a:lnTo>
                    <a:pt x="4674370" y="1178763"/>
                  </a:lnTo>
                  <a:lnTo>
                    <a:pt x="4664036" y="1148461"/>
                  </a:lnTo>
                  <a:lnTo>
                    <a:pt x="4666203" y="1115370"/>
                  </a:lnTo>
                  <a:lnTo>
                    <a:pt x="4681040" y="1085712"/>
                  </a:lnTo>
                  <a:lnTo>
                    <a:pt x="4705259" y="1064774"/>
                  </a:lnTo>
                  <a:lnTo>
                    <a:pt x="4735565" y="1054445"/>
                  </a:lnTo>
                  <a:lnTo>
                    <a:pt x="4768660" y="1056615"/>
                  </a:lnTo>
                  <a:lnTo>
                    <a:pt x="4798323" y="1071452"/>
                  </a:lnTo>
                  <a:lnTo>
                    <a:pt x="4819267" y="1095669"/>
                  </a:lnTo>
                  <a:lnTo>
                    <a:pt x="4829601" y="1125970"/>
                  </a:lnTo>
                  <a:lnTo>
                    <a:pt x="4827434" y="1159061"/>
                  </a:lnTo>
                  <a:close/>
                </a:path>
                <a:path w="7310755" h="7158355">
                  <a:moveTo>
                    <a:pt x="4921032" y="789410"/>
                  </a:moveTo>
                  <a:lnTo>
                    <a:pt x="4907319" y="816824"/>
                  </a:lnTo>
                  <a:lnTo>
                    <a:pt x="4884937" y="836186"/>
                  </a:lnTo>
                  <a:lnTo>
                    <a:pt x="4856930" y="845742"/>
                  </a:lnTo>
                  <a:lnTo>
                    <a:pt x="4826345" y="843742"/>
                  </a:lnTo>
                  <a:lnTo>
                    <a:pt x="4798936" y="830026"/>
                  </a:lnTo>
                  <a:lnTo>
                    <a:pt x="4779586" y="807637"/>
                  </a:lnTo>
                  <a:lnTo>
                    <a:pt x="4770041" y="779624"/>
                  </a:lnTo>
                  <a:lnTo>
                    <a:pt x="4772046" y="749037"/>
                  </a:lnTo>
                  <a:lnTo>
                    <a:pt x="4785756" y="721630"/>
                  </a:lnTo>
                  <a:lnTo>
                    <a:pt x="4808134" y="702287"/>
                  </a:lnTo>
                  <a:lnTo>
                    <a:pt x="4836136" y="692748"/>
                  </a:lnTo>
                  <a:lnTo>
                    <a:pt x="4866718" y="694756"/>
                  </a:lnTo>
                  <a:lnTo>
                    <a:pt x="4894130" y="708463"/>
                  </a:lnTo>
                  <a:lnTo>
                    <a:pt x="4913485" y="730835"/>
                  </a:lnTo>
                  <a:lnTo>
                    <a:pt x="4923035" y="758831"/>
                  </a:lnTo>
                  <a:lnTo>
                    <a:pt x="4921032" y="789410"/>
                  </a:lnTo>
                  <a:close/>
                </a:path>
                <a:path w="7310755" h="7158355">
                  <a:moveTo>
                    <a:pt x="4972791" y="408420"/>
                  </a:moveTo>
                  <a:lnTo>
                    <a:pt x="4967906" y="418188"/>
                  </a:lnTo>
                  <a:lnTo>
                    <a:pt x="4959935" y="425078"/>
                  </a:lnTo>
                  <a:lnTo>
                    <a:pt x="4949963" y="428474"/>
                  </a:lnTo>
                  <a:lnTo>
                    <a:pt x="4939071" y="427757"/>
                  </a:lnTo>
                  <a:lnTo>
                    <a:pt x="4929308" y="422877"/>
                  </a:lnTo>
                  <a:lnTo>
                    <a:pt x="4922414" y="414911"/>
                  </a:lnTo>
                  <a:lnTo>
                    <a:pt x="4919013" y="404939"/>
                  </a:lnTo>
                  <a:lnTo>
                    <a:pt x="4919728" y="394041"/>
                  </a:lnTo>
                  <a:lnTo>
                    <a:pt x="4924613" y="384273"/>
                  </a:lnTo>
                  <a:lnTo>
                    <a:pt x="4932584" y="377383"/>
                  </a:lnTo>
                  <a:lnTo>
                    <a:pt x="4942556" y="373988"/>
                  </a:lnTo>
                  <a:lnTo>
                    <a:pt x="4953447" y="374705"/>
                  </a:lnTo>
                  <a:lnTo>
                    <a:pt x="4963211" y="379585"/>
                  </a:lnTo>
                  <a:lnTo>
                    <a:pt x="4970105" y="387551"/>
                  </a:lnTo>
                  <a:lnTo>
                    <a:pt x="4973506" y="397522"/>
                  </a:lnTo>
                  <a:lnTo>
                    <a:pt x="4972791" y="408420"/>
                  </a:lnTo>
                  <a:close/>
                </a:path>
                <a:path w="7310755" h="7158355">
                  <a:moveTo>
                    <a:pt x="4867690" y="2355015"/>
                  </a:moveTo>
                  <a:lnTo>
                    <a:pt x="4858111" y="2374163"/>
                  </a:lnTo>
                  <a:lnTo>
                    <a:pt x="4842475" y="2387682"/>
                  </a:lnTo>
                  <a:lnTo>
                    <a:pt x="4822911" y="2394352"/>
                  </a:lnTo>
                  <a:lnTo>
                    <a:pt x="4801547" y="2392953"/>
                  </a:lnTo>
                  <a:lnTo>
                    <a:pt x="4782400" y="2383374"/>
                  </a:lnTo>
                  <a:lnTo>
                    <a:pt x="4768880" y="2367739"/>
                  </a:lnTo>
                  <a:lnTo>
                    <a:pt x="4762210" y="2348175"/>
                  </a:lnTo>
                  <a:lnTo>
                    <a:pt x="4763609" y="2326811"/>
                  </a:lnTo>
                  <a:lnTo>
                    <a:pt x="4773188" y="2307664"/>
                  </a:lnTo>
                  <a:lnTo>
                    <a:pt x="4788824" y="2294144"/>
                  </a:lnTo>
                  <a:lnTo>
                    <a:pt x="4808388" y="2287474"/>
                  </a:lnTo>
                  <a:lnTo>
                    <a:pt x="4829751" y="2288873"/>
                  </a:lnTo>
                  <a:lnTo>
                    <a:pt x="4848899" y="2298451"/>
                  </a:lnTo>
                  <a:lnTo>
                    <a:pt x="4862419" y="2314085"/>
                  </a:lnTo>
                  <a:lnTo>
                    <a:pt x="4869089" y="2333649"/>
                  </a:lnTo>
                  <a:lnTo>
                    <a:pt x="4867690" y="2355015"/>
                  </a:lnTo>
                  <a:close/>
                </a:path>
                <a:path w="7310755" h="7158355">
                  <a:moveTo>
                    <a:pt x="5004148" y="1996978"/>
                  </a:moveTo>
                  <a:lnTo>
                    <a:pt x="4987807" y="2029644"/>
                  </a:lnTo>
                  <a:lnTo>
                    <a:pt x="4961134" y="2052707"/>
                  </a:lnTo>
                  <a:lnTo>
                    <a:pt x="4927759" y="2064086"/>
                  </a:lnTo>
                  <a:lnTo>
                    <a:pt x="4891312" y="2061699"/>
                  </a:lnTo>
                  <a:lnTo>
                    <a:pt x="4858647" y="2045358"/>
                  </a:lnTo>
                  <a:lnTo>
                    <a:pt x="4835583" y="2018685"/>
                  </a:lnTo>
                  <a:lnTo>
                    <a:pt x="4824204" y="1985310"/>
                  </a:lnTo>
                  <a:lnTo>
                    <a:pt x="4826592" y="1948863"/>
                  </a:lnTo>
                  <a:lnTo>
                    <a:pt x="4842933" y="1916198"/>
                  </a:lnTo>
                  <a:lnTo>
                    <a:pt x="4869606" y="1893134"/>
                  </a:lnTo>
                  <a:lnTo>
                    <a:pt x="4902981" y="1881755"/>
                  </a:lnTo>
                  <a:lnTo>
                    <a:pt x="4939427" y="1884142"/>
                  </a:lnTo>
                  <a:lnTo>
                    <a:pt x="4972093" y="1900483"/>
                  </a:lnTo>
                  <a:lnTo>
                    <a:pt x="4995156" y="1927157"/>
                  </a:lnTo>
                  <a:lnTo>
                    <a:pt x="5006535" y="1960532"/>
                  </a:lnTo>
                  <a:lnTo>
                    <a:pt x="5004148" y="1996978"/>
                  </a:lnTo>
                  <a:close/>
                </a:path>
                <a:path w="7310755" h="7158355">
                  <a:moveTo>
                    <a:pt x="5109991" y="1630645"/>
                  </a:moveTo>
                  <a:lnTo>
                    <a:pt x="5092524" y="1665564"/>
                  </a:lnTo>
                  <a:lnTo>
                    <a:pt x="5064011" y="1690219"/>
                  </a:lnTo>
                  <a:lnTo>
                    <a:pt x="5028335" y="1702382"/>
                  </a:lnTo>
                  <a:lnTo>
                    <a:pt x="4989373" y="1699830"/>
                  </a:lnTo>
                  <a:lnTo>
                    <a:pt x="4954454" y="1682362"/>
                  </a:lnTo>
                  <a:lnTo>
                    <a:pt x="4929800" y="1653849"/>
                  </a:lnTo>
                  <a:lnTo>
                    <a:pt x="4917637" y="1618173"/>
                  </a:lnTo>
                  <a:lnTo>
                    <a:pt x="4920189" y="1579211"/>
                  </a:lnTo>
                  <a:lnTo>
                    <a:pt x="4937660" y="1544280"/>
                  </a:lnTo>
                  <a:lnTo>
                    <a:pt x="4966173" y="1519624"/>
                  </a:lnTo>
                  <a:lnTo>
                    <a:pt x="5001849" y="1507463"/>
                  </a:lnTo>
                  <a:lnTo>
                    <a:pt x="5040810" y="1510017"/>
                  </a:lnTo>
                  <a:lnTo>
                    <a:pt x="5075730" y="1527483"/>
                  </a:lnTo>
                  <a:lnTo>
                    <a:pt x="5100384" y="1555993"/>
                  </a:lnTo>
                  <a:lnTo>
                    <a:pt x="5112547" y="1591672"/>
                  </a:lnTo>
                  <a:lnTo>
                    <a:pt x="5109991" y="1630645"/>
                  </a:lnTo>
                  <a:close/>
                </a:path>
                <a:path w="7310755" h="7158355">
                  <a:moveTo>
                    <a:pt x="5203589" y="1260993"/>
                  </a:moveTo>
                  <a:lnTo>
                    <a:pt x="5187250" y="1293652"/>
                  </a:lnTo>
                  <a:lnTo>
                    <a:pt x="5160577" y="1316717"/>
                  </a:lnTo>
                  <a:lnTo>
                    <a:pt x="5127201" y="1328099"/>
                  </a:lnTo>
                  <a:lnTo>
                    <a:pt x="5090753" y="1325714"/>
                  </a:lnTo>
                  <a:lnTo>
                    <a:pt x="5058088" y="1309371"/>
                  </a:lnTo>
                  <a:lnTo>
                    <a:pt x="5035026" y="1282694"/>
                  </a:lnTo>
                  <a:lnTo>
                    <a:pt x="5023647" y="1249318"/>
                  </a:lnTo>
                  <a:lnTo>
                    <a:pt x="5026033" y="1212878"/>
                  </a:lnTo>
                  <a:lnTo>
                    <a:pt x="5042372" y="1180219"/>
                  </a:lnTo>
                  <a:lnTo>
                    <a:pt x="5069045" y="1157155"/>
                  </a:lnTo>
                  <a:lnTo>
                    <a:pt x="5102421" y="1145773"/>
                  </a:lnTo>
                  <a:lnTo>
                    <a:pt x="5138868" y="1148158"/>
                  </a:lnTo>
                  <a:lnTo>
                    <a:pt x="5171533" y="1164501"/>
                  </a:lnTo>
                  <a:lnTo>
                    <a:pt x="5194596" y="1191178"/>
                  </a:lnTo>
                  <a:lnTo>
                    <a:pt x="5205975" y="1224553"/>
                  </a:lnTo>
                  <a:lnTo>
                    <a:pt x="5203589" y="1260993"/>
                  </a:lnTo>
                  <a:close/>
                </a:path>
                <a:path w="7310755" h="7158355">
                  <a:moveTo>
                    <a:pt x="5294125" y="890512"/>
                  </a:moveTo>
                  <a:lnTo>
                    <a:pt x="5279476" y="919795"/>
                  </a:lnTo>
                  <a:lnTo>
                    <a:pt x="5255564" y="940467"/>
                  </a:lnTo>
                  <a:lnTo>
                    <a:pt x="5225643" y="950665"/>
                  </a:lnTo>
                  <a:lnTo>
                    <a:pt x="5192967" y="948522"/>
                  </a:lnTo>
                  <a:lnTo>
                    <a:pt x="5163679" y="933873"/>
                  </a:lnTo>
                  <a:lnTo>
                    <a:pt x="5143001" y="909964"/>
                  </a:lnTo>
                  <a:lnTo>
                    <a:pt x="5132798" y="880047"/>
                  </a:lnTo>
                  <a:lnTo>
                    <a:pt x="5134938" y="847375"/>
                  </a:lnTo>
                  <a:lnTo>
                    <a:pt x="5149587" y="818092"/>
                  </a:lnTo>
                  <a:lnTo>
                    <a:pt x="5173498" y="797420"/>
                  </a:lnTo>
                  <a:lnTo>
                    <a:pt x="5203419" y="787223"/>
                  </a:lnTo>
                  <a:lnTo>
                    <a:pt x="5236096" y="789365"/>
                  </a:lnTo>
                  <a:lnTo>
                    <a:pt x="5265383" y="804014"/>
                  </a:lnTo>
                  <a:lnTo>
                    <a:pt x="5286062" y="827923"/>
                  </a:lnTo>
                  <a:lnTo>
                    <a:pt x="5296265" y="857840"/>
                  </a:lnTo>
                  <a:lnTo>
                    <a:pt x="5294125" y="890512"/>
                  </a:lnTo>
                  <a:close/>
                </a:path>
                <a:path w="7310755" h="7158355">
                  <a:moveTo>
                    <a:pt x="5331598" y="505652"/>
                  </a:moveTo>
                  <a:lnTo>
                    <a:pt x="5328409" y="512022"/>
                  </a:lnTo>
                  <a:lnTo>
                    <a:pt x="5323198" y="516522"/>
                  </a:lnTo>
                  <a:lnTo>
                    <a:pt x="5316677" y="518744"/>
                  </a:lnTo>
                  <a:lnTo>
                    <a:pt x="5309557" y="518278"/>
                  </a:lnTo>
                  <a:lnTo>
                    <a:pt x="5303175" y="515085"/>
                  </a:lnTo>
                  <a:lnTo>
                    <a:pt x="5298668" y="509875"/>
                  </a:lnTo>
                  <a:lnTo>
                    <a:pt x="5296442" y="503359"/>
                  </a:lnTo>
                  <a:lnTo>
                    <a:pt x="5296905" y="496251"/>
                  </a:lnTo>
                  <a:lnTo>
                    <a:pt x="5300095" y="489881"/>
                  </a:lnTo>
                  <a:lnTo>
                    <a:pt x="5305306" y="485380"/>
                  </a:lnTo>
                  <a:lnTo>
                    <a:pt x="5311826" y="483159"/>
                  </a:lnTo>
                  <a:lnTo>
                    <a:pt x="5318947" y="483625"/>
                  </a:lnTo>
                  <a:lnTo>
                    <a:pt x="5325331" y="486810"/>
                  </a:lnTo>
                  <a:lnTo>
                    <a:pt x="5329841" y="492008"/>
                  </a:lnTo>
                  <a:lnTo>
                    <a:pt x="5332067" y="498521"/>
                  </a:lnTo>
                  <a:lnTo>
                    <a:pt x="5331598" y="505652"/>
                  </a:lnTo>
                  <a:close/>
                </a:path>
                <a:path w="7310755" h="7158355">
                  <a:moveTo>
                    <a:pt x="5100345" y="2804606"/>
                  </a:moveTo>
                  <a:lnTo>
                    <a:pt x="5096068" y="2820388"/>
                  </a:lnTo>
                  <a:lnTo>
                    <a:pt x="5087941" y="2825050"/>
                  </a:lnTo>
                  <a:lnTo>
                    <a:pt x="5072159" y="2820773"/>
                  </a:lnTo>
                  <a:lnTo>
                    <a:pt x="5067498" y="2812646"/>
                  </a:lnTo>
                  <a:lnTo>
                    <a:pt x="5071774" y="2796864"/>
                  </a:lnTo>
                  <a:lnTo>
                    <a:pt x="5079901" y="2792202"/>
                  </a:lnTo>
                  <a:lnTo>
                    <a:pt x="5095684" y="2796479"/>
                  </a:lnTo>
                  <a:lnTo>
                    <a:pt x="5100345" y="2804606"/>
                  </a:lnTo>
                  <a:close/>
                </a:path>
                <a:path w="7310755" h="7158355">
                  <a:moveTo>
                    <a:pt x="5261196" y="2461650"/>
                  </a:moveTo>
                  <a:lnTo>
                    <a:pt x="5246921" y="2490187"/>
                  </a:lnTo>
                  <a:lnTo>
                    <a:pt x="5223621" y="2510335"/>
                  </a:lnTo>
                  <a:lnTo>
                    <a:pt x="5194466" y="2520275"/>
                  </a:lnTo>
                  <a:lnTo>
                    <a:pt x="5162626" y="2518188"/>
                  </a:lnTo>
                  <a:lnTo>
                    <a:pt x="5134088" y="2503913"/>
                  </a:lnTo>
                  <a:lnTo>
                    <a:pt x="5113940" y="2480613"/>
                  </a:lnTo>
                  <a:lnTo>
                    <a:pt x="5104001" y="2451458"/>
                  </a:lnTo>
                  <a:lnTo>
                    <a:pt x="5106087" y="2419617"/>
                  </a:lnTo>
                  <a:lnTo>
                    <a:pt x="5120362" y="2391080"/>
                  </a:lnTo>
                  <a:lnTo>
                    <a:pt x="5143662" y="2370932"/>
                  </a:lnTo>
                  <a:lnTo>
                    <a:pt x="5172817" y="2360993"/>
                  </a:lnTo>
                  <a:lnTo>
                    <a:pt x="5204658" y="2363079"/>
                  </a:lnTo>
                  <a:lnTo>
                    <a:pt x="5233195" y="2377355"/>
                  </a:lnTo>
                  <a:lnTo>
                    <a:pt x="5253342" y="2400656"/>
                  </a:lnTo>
                  <a:lnTo>
                    <a:pt x="5263282" y="2429811"/>
                  </a:lnTo>
                  <a:lnTo>
                    <a:pt x="5261196" y="2461650"/>
                  </a:lnTo>
                  <a:close/>
                </a:path>
                <a:path w="7310755" h="7158355">
                  <a:moveTo>
                    <a:pt x="5374180" y="2097251"/>
                  </a:moveTo>
                  <a:lnTo>
                    <a:pt x="5357463" y="2130666"/>
                  </a:lnTo>
                  <a:lnTo>
                    <a:pt x="5330177" y="2154260"/>
                  </a:lnTo>
                  <a:lnTo>
                    <a:pt x="5296035" y="2165901"/>
                  </a:lnTo>
                  <a:lnTo>
                    <a:pt x="5258752" y="2163459"/>
                  </a:lnTo>
                  <a:lnTo>
                    <a:pt x="5225337" y="2146742"/>
                  </a:lnTo>
                  <a:lnTo>
                    <a:pt x="5201744" y="2119456"/>
                  </a:lnTo>
                  <a:lnTo>
                    <a:pt x="5190103" y="2085314"/>
                  </a:lnTo>
                  <a:lnTo>
                    <a:pt x="5192545" y="2048031"/>
                  </a:lnTo>
                  <a:lnTo>
                    <a:pt x="5209261" y="2014616"/>
                  </a:lnTo>
                  <a:lnTo>
                    <a:pt x="5236547" y="1991023"/>
                  </a:lnTo>
                  <a:lnTo>
                    <a:pt x="5270689" y="1979382"/>
                  </a:lnTo>
                  <a:lnTo>
                    <a:pt x="5307972" y="1981824"/>
                  </a:lnTo>
                  <a:lnTo>
                    <a:pt x="5341387" y="1998539"/>
                  </a:lnTo>
                  <a:lnTo>
                    <a:pt x="5364981" y="2025824"/>
                  </a:lnTo>
                  <a:lnTo>
                    <a:pt x="5376622" y="2059966"/>
                  </a:lnTo>
                  <a:lnTo>
                    <a:pt x="5374180" y="2097251"/>
                  </a:lnTo>
                  <a:close/>
                </a:path>
                <a:path w="7310755" h="7158355">
                  <a:moveTo>
                    <a:pt x="5481045" y="1731195"/>
                  </a:moveTo>
                  <a:lnTo>
                    <a:pt x="5463014" y="1767241"/>
                  </a:lnTo>
                  <a:lnTo>
                    <a:pt x="5433582" y="1792691"/>
                  </a:lnTo>
                  <a:lnTo>
                    <a:pt x="5396755" y="1805247"/>
                  </a:lnTo>
                  <a:lnTo>
                    <a:pt x="5356536" y="1802612"/>
                  </a:lnTo>
                  <a:lnTo>
                    <a:pt x="5320490" y="1784580"/>
                  </a:lnTo>
                  <a:lnTo>
                    <a:pt x="5295041" y="1755148"/>
                  </a:lnTo>
                  <a:lnTo>
                    <a:pt x="5282485" y="1718321"/>
                  </a:lnTo>
                  <a:lnTo>
                    <a:pt x="5285120" y="1678102"/>
                  </a:lnTo>
                  <a:lnTo>
                    <a:pt x="5303154" y="1642045"/>
                  </a:lnTo>
                  <a:lnTo>
                    <a:pt x="5332587" y="1616592"/>
                  </a:lnTo>
                  <a:lnTo>
                    <a:pt x="5369415" y="1604036"/>
                  </a:lnTo>
                  <a:lnTo>
                    <a:pt x="5409633" y="1606671"/>
                  </a:lnTo>
                  <a:lnTo>
                    <a:pt x="5445679" y="1624702"/>
                  </a:lnTo>
                  <a:lnTo>
                    <a:pt x="5471129" y="1654134"/>
                  </a:lnTo>
                  <a:lnTo>
                    <a:pt x="5483683" y="1690966"/>
                  </a:lnTo>
                  <a:lnTo>
                    <a:pt x="5481045" y="1731195"/>
                  </a:lnTo>
                  <a:close/>
                </a:path>
                <a:path w="7310755" h="7158355">
                  <a:moveTo>
                    <a:pt x="5573620" y="1361267"/>
                  </a:moveTo>
                  <a:lnTo>
                    <a:pt x="5556906" y="1394676"/>
                  </a:lnTo>
                  <a:lnTo>
                    <a:pt x="5529619" y="1418272"/>
                  </a:lnTo>
                  <a:lnTo>
                    <a:pt x="5495475" y="1429918"/>
                  </a:lnTo>
                  <a:lnTo>
                    <a:pt x="5458192" y="1427479"/>
                  </a:lnTo>
                  <a:lnTo>
                    <a:pt x="5424777" y="1410760"/>
                  </a:lnTo>
                  <a:lnTo>
                    <a:pt x="5401186" y="1383468"/>
                  </a:lnTo>
                  <a:lnTo>
                    <a:pt x="5389546" y="1349324"/>
                  </a:lnTo>
                  <a:lnTo>
                    <a:pt x="5391986" y="1312046"/>
                  </a:lnTo>
                  <a:lnTo>
                    <a:pt x="5408701" y="1278637"/>
                  </a:lnTo>
                  <a:lnTo>
                    <a:pt x="5435988" y="1255041"/>
                  </a:lnTo>
                  <a:lnTo>
                    <a:pt x="5470131" y="1243395"/>
                  </a:lnTo>
                  <a:lnTo>
                    <a:pt x="5507415" y="1245834"/>
                  </a:lnTo>
                  <a:lnTo>
                    <a:pt x="5540829" y="1262553"/>
                  </a:lnTo>
                  <a:lnTo>
                    <a:pt x="5564421" y="1289845"/>
                  </a:lnTo>
                  <a:lnTo>
                    <a:pt x="5576061" y="1323989"/>
                  </a:lnTo>
                  <a:lnTo>
                    <a:pt x="5573620" y="1361267"/>
                  </a:lnTo>
                  <a:close/>
                </a:path>
                <a:path w="7310755" h="7158355">
                  <a:moveTo>
                    <a:pt x="5657017" y="988851"/>
                  </a:moveTo>
                  <a:lnTo>
                    <a:pt x="5643304" y="1016265"/>
                  </a:lnTo>
                  <a:lnTo>
                    <a:pt x="5620921" y="1035627"/>
                  </a:lnTo>
                  <a:lnTo>
                    <a:pt x="5592914" y="1045183"/>
                  </a:lnTo>
                  <a:lnTo>
                    <a:pt x="5562330" y="1043183"/>
                  </a:lnTo>
                  <a:lnTo>
                    <a:pt x="5534921" y="1029467"/>
                  </a:lnTo>
                  <a:lnTo>
                    <a:pt x="5515571" y="1007078"/>
                  </a:lnTo>
                  <a:lnTo>
                    <a:pt x="5506026" y="979065"/>
                  </a:lnTo>
                  <a:lnTo>
                    <a:pt x="5508031" y="948478"/>
                  </a:lnTo>
                  <a:lnTo>
                    <a:pt x="5521741" y="921071"/>
                  </a:lnTo>
                  <a:lnTo>
                    <a:pt x="5544119" y="901728"/>
                  </a:lnTo>
                  <a:lnTo>
                    <a:pt x="5572121" y="892189"/>
                  </a:lnTo>
                  <a:lnTo>
                    <a:pt x="5602703" y="894197"/>
                  </a:lnTo>
                  <a:lnTo>
                    <a:pt x="5630115" y="907904"/>
                  </a:lnTo>
                  <a:lnTo>
                    <a:pt x="5649470" y="930276"/>
                  </a:lnTo>
                  <a:lnTo>
                    <a:pt x="5659020" y="958272"/>
                  </a:lnTo>
                  <a:lnTo>
                    <a:pt x="5657017" y="988851"/>
                  </a:lnTo>
                  <a:close/>
                </a:path>
                <a:path w="7310755" h="7158355">
                  <a:moveTo>
                    <a:pt x="5686937" y="599530"/>
                  </a:moveTo>
                  <a:lnTo>
                    <a:pt x="5685718" y="604028"/>
                  </a:lnTo>
                  <a:lnTo>
                    <a:pt x="5683390" y="605371"/>
                  </a:lnTo>
                  <a:lnTo>
                    <a:pt x="5678882" y="604150"/>
                  </a:lnTo>
                  <a:lnTo>
                    <a:pt x="5677551" y="601814"/>
                  </a:lnTo>
                  <a:lnTo>
                    <a:pt x="5678770" y="597317"/>
                  </a:lnTo>
                  <a:lnTo>
                    <a:pt x="5681098" y="595973"/>
                  </a:lnTo>
                  <a:lnTo>
                    <a:pt x="5685606" y="597194"/>
                  </a:lnTo>
                  <a:lnTo>
                    <a:pt x="5686937" y="599530"/>
                  </a:lnTo>
                  <a:close/>
                </a:path>
                <a:path w="7310755" h="7158355">
                  <a:moveTo>
                    <a:pt x="5356877" y="3275189"/>
                  </a:moveTo>
                  <a:lnTo>
                    <a:pt x="5355656" y="3279697"/>
                  </a:lnTo>
                  <a:lnTo>
                    <a:pt x="5353320" y="3281028"/>
                  </a:lnTo>
                  <a:lnTo>
                    <a:pt x="5348822" y="3279809"/>
                  </a:lnTo>
                  <a:lnTo>
                    <a:pt x="5347478" y="3277481"/>
                  </a:lnTo>
                  <a:lnTo>
                    <a:pt x="5348700" y="3272973"/>
                  </a:lnTo>
                  <a:lnTo>
                    <a:pt x="5351035" y="3271642"/>
                  </a:lnTo>
                  <a:lnTo>
                    <a:pt x="5355533" y="3272860"/>
                  </a:lnTo>
                  <a:lnTo>
                    <a:pt x="5356877" y="3275189"/>
                  </a:lnTo>
                  <a:close/>
                </a:path>
                <a:path w="7310755" h="7158355">
                  <a:moveTo>
                    <a:pt x="5506995" y="2923272"/>
                  </a:moveTo>
                  <a:lnTo>
                    <a:pt x="5496857" y="2943548"/>
                  </a:lnTo>
                  <a:lnTo>
                    <a:pt x="5480311" y="2957865"/>
                  </a:lnTo>
                  <a:lnTo>
                    <a:pt x="5459600" y="2964929"/>
                  </a:lnTo>
                  <a:lnTo>
                    <a:pt x="5436966" y="2963444"/>
                  </a:lnTo>
                  <a:lnTo>
                    <a:pt x="5416704" y="2953305"/>
                  </a:lnTo>
                  <a:lnTo>
                    <a:pt x="5402395" y="2936751"/>
                  </a:lnTo>
                  <a:lnTo>
                    <a:pt x="5395335" y="2916037"/>
                  </a:lnTo>
                  <a:lnTo>
                    <a:pt x="5396817" y="2893416"/>
                  </a:lnTo>
                  <a:lnTo>
                    <a:pt x="5406959" y="2873142"/>
                  </a:lnTo>
                  <a:lnTo>
                    <a:pt x="5423512" y="2858826"/>
                  </a:lnTo>
                  <a:lnTo>
                    <a:pt x="5444221" y="2851762"/>
                  </a:lnTo>
                  <a:lnTo>
                    <a:pt x="5466830" y="2853240"/>
                  </a:lnTo>
                  <a:lnTo>
                    <a:pt x="5487116" y="2863386"/>
                  </a:lnTo>
                  <a:lnTo>
                    <a:pt x="5501428" y="2879940"/>
                  </a:lnTo>
                  <a:lnTo>
                    <a:pt x="5508482" y="2900653"/>
                  </a:lnTo>
                  <a:lnTo>
                    <a:pt x="5506995" y="2923272"/>
                  </a:lnTo>
                  <a:close/>
                </a:path>
                <a:path w="7310755" h="7158355">
                  <a:moveTo>
                    <a:pt x="5628181" y="2561097"/>
                  </a:moveTo>
                  <a:lnTo>
                    <a:pt x="5614090" y="2589256"/>
                  </a:lnTo>
                  <a:lnTo>
                    <a:pt x="5591086" y="2609135"/>
                  </a:lnTo>
                  <a:lnTo>
                    <a:pt x="5562304" y="2618942"/>
                  </a:lnTo>
                  <a:lnTo>
                    <a:pt x="5530880" y="2616882"/>
                  </a:lnTo>
                  <a:lnTo>
                    <a:pt x="5502731" y="2602798"/>
                  </a:lnTo>
                  <a:lnTo>
                    <a:pt x="5482855" y="2579806"/>
                  </a:lnTo>
                  <a:lnTo>
                    <a:pt x="5473048" y="2551036"/>
                  </a:lnTo>
                  <a:lnTo>
                    <a:pt x="5475107" y="2519616"/>
                  </a:lnTo>
                  <a:lnTo>
                    <a:pt x="5489193" y="2491456"/>
                  </a:lnTo>
                  <a:lnTo>
                    <a:pt x="5512185" y="2471573"/>
                  </a:lnTo>
                  <a:lnTo>
                    <a:pt x="5540950" y="2461762"/>
                  </a:lnTo>
                  <a:lnTo>
                    <a:pt x="5572358" y="2463818"/>
                  </a:lnTo>
                  <a:lnTo>
                    <a:pt x="5600523" y="2477906"/>
                  </a:lnTo>
                  <a:lnTo>
                    <a:pt x="5620415" y="2500902"/>
                  </a:lnTo>
                  <a:lnTo>
                    <a:pt x="5630235" y="2529676"/>
                  </a:lnTo>
                  <a:lnTo>
                    <a:pt x="5628181" y="2561097"/>
                  </a:lnTo>
                  <a:close/>
                </a:path>
                <a:path w="7310755" h="7158355">
                  <a:moveTo>
                    <a:pt x="5735057" y="2195044"/>
                  </a:moveTo>
                  <a:lnTo>
                    <a:pt x="5719655" y="2225833"/>
                  </a:lnTo>
                  <a:lnTo>
                    <a:pt x="5694510" y="2247570"/>
                  </a:lnTo>
                  <a:lnTo>
                    <a:pt x="5663040" y="2258292"/>
                  </a:lnTo>
                  <a:lnTo>
                    <a:pt x="5628664" y="2256035"/>
                  </a:lnTo>
                  <a:lnTo>
                    <a:pt x="5597887" y="2240636"/>
                  </a:lnTo>
                  <a:lnTo>
                    <a:pt x="5576154" y="2215497"/>
                  </a:lnTo>
                  <a:lnTo>
                    <a:pt x="5565431" y="2184041"/>
                  </a:lnTo>
                  <a:lnTo>
                    <a:pt x="5567682" y="2149688"/>
                  </a:lnTo>
                  <a:lnTo>
                    <a:pt x="5583084" y="2118899"/>
                  </a:lnTo>
                  <a:lnTo>
                    <a:pt x="5608222" y="2097160"/>
                  </a:lnTo>
                  <a:lnTo>
                    <a:pt x="5639673" y="2086433"/>
                  </a:lnTo>
                  <a:lnTo>
                    <a:pt x="5674014" y="2088680"/>
                  </a:lnTo>
                  <a:lnTo>
                    <a:pt x="5704827" y="2104089"/>
                  </a:lnTo>
                  <a:lnTo>
                    <a:pt x="5726578" y="2129232"/>
                  </a:lnTo>
                  <a:lnTo>
                    <a:pt x="5737307" y="2160691"/>
                  </a:lnTo>
                  <a:lnTo>
                    <a:pt x="5735057" y="2195044"/>
                  </a:lnTo>
                  <a:close/>
                </a:path>
                <a:path w="7310755" h="7158355">
                  <a:moveTo>
                    <a:pt x="5838867" y="1828160"/>
                  </a:moveTo>
                  <a:lnTo>
                    <a:pt x="5822712" y="1860449"/>
                  </a:lnTo>
                  <a:lnTo>
                    <a:pt x="5796343" y="1883246"/>
                  </a:lnTo>
                  <a:lnTo>
                    <a:pt x="5763352" y="1894494"/>
                  </a:lnTo>
                  <a:lnTo>
                    <a:pt x="5727330" y="1892135"/>
                  </a:lnTo>
                  <a:lnTo>
                    <a:pt x="5695025" y="1875978"/>
                  </a:lnTo>
                  <a:lnTo>
                    <a:pt x="5672219" y="1849611"/>
                  </a:lnTo>
                  <a:lnTo>
                    <a:pt x="5660969" y="1816620"/>
                  </a:lnTo>
                  <a:lnTo>
                    <a:pt x="5663329" y="1780591"/>
                  </a:lnTo>
                  <a:lnTo>
                    <a:pt x="5679480" y="1748308"/>
                  </a:lnTo>
                  <a:lnTo>
                    <a:pt x="5705849" y="1725510"/>
                  </a:lnTo>
                  <a:lnTo>
                    <a:pt x="5738848" y="1714261"/>
                  </a:lnTo>
                  <a:lnTo>
                    <a:pt x="5774891" y="1716623"/>
                  </a:lnTo>
                  <a:lnTo>
                    <a:pt x="5807175" y="1732776"/>
                  </a:lnTo>
                  <a:lnTo>
                    <a:pt x="5829972" y="1759146"/>
                  </a:lnTo>
                  <a:lnTo>
                    <a:pt x="5841223" y="1792138"/>
                  </a:lnTo>
                  <a:lnTo>
                    <a:pt x="5838867" y="1828160"/>
                  </a:lnTo>
                  <a:close/>
                </a:path>
                <a:path w="7310755" h="7158355">
                  <a:moveTo>
                    <a:pt x="5935521" y="1459336"/>
                  </a:moveTo>
                  <a:lnTo>
                    <a:pt x="5919932" y="1490495"/>
                  </a:lnTo>
                  <a:lnTo>
                    <a:pt x="5894486" y="1512496"/>
                  </a:lnTo>
                  <a:lnTo>
                    <a:pt x="5862647" y="1523352"/>
                  </a:lnTo>
                  <a:lnTo>
                    <a:pt x="5827882" y="1521076"/>
                  </a:lnTo>
                  <a:lnTo>
                    <a:pt x="5796703" y="1505482"/>
                  </a:lnTo>
                  <a:lnTo>
                    <a:pt x="5774693" y="1480034"/>
                  </a:lnTo>
                  <a:lnTo>
                    <a:pt x="5763835" y="1448194"/>
                  </a:lnTo>
                  <a:lnTo>
                    <a:pt x="5766111" y="1413429"/>
                  </a:lnTo>
                  <a:lnTo>
                    <a:pt x="5781699" y="1382270"/>
                  </a:lnTo>
                  <a:lnTo>
                    <a:pt x="5807148" y="1360270"/>
                  </a:lnTo>
                  <a:lnTo>
                    <a:pt x="5838995" y="1349416"/>
                  </a:lnTo>
                  <a:lnTo>
                    <a:pt x="5873781" y="1351698"/>
                  </a:lnTo>
                  <a:lnTo>
                    <a:pt x="5904939" y="1367286"/>
                  </a:lnTo>
                  <a:lnTo>
                    <a:pt x="5926940" y="1392732"/>
                  </a:lnTo>
                  <a:lnTo>
                    <a:pt x="5937797" y="1424570"/>
                  </a:lnTo>
                  <a:lnTo>
                    <a:pt x="5935521" y="1459336"/>
                  </a:lnTo>
                  <a:close/>
                </a:path>
                <a:path w="7310755" h="7158355">
                  <a:moveTo>
                    <a:pt x="5996449" y="1080832"/>
                  </a:moveTo>
                  <a:lnTo>
                    <a:pt x="5988001" y="1097721"/>
                  </a:lnTo>
                  <a:lnTo>
                    <a:pt x="5974212" y="1109644"/>
                  </a:lnTo>
                  <a:lnTo>
                    <a:pt x="5956958" y="1115526"/>
                  </a:lnTo>
                  <a:lnTo>
                    <a:pt x="5938115" y="1114291"/>
                  </a:lnTo>
                  <a:lnTo>
                    <a:pt x="5921197" y="1105835"/>
                  </a:lnTo>
                  <a:lnTo>
                    <a:pt x="5909260" y="1092043"/>
                  </a:lnTo>
                  <a:lnTo>
                    <a:pt x="5903374" y="1074788"/>
                  </a:lnTo>
                  <a:lnTo>
                    <a:pt x="5904609" y="1055944"/>
                  </a:lnTo>
                  <a:lnTo>
                    <a:pt x="5913057" y="1039056"/>
                  </a:lnTo>
                  <a:lnTo>
                    <a:pt x="5926850" y="1027133"/>
                  </a:lnTo>
                  <a:lnTo>
                    <a:pt x="5944117" y="1021255"/>
                  </a:lnTo>
                  <a:lnTo>
                    <a:pt x="5962989" y="1022498"/>
                  </a:lnTo>
                  <a:lnTo>
                    <a:pt x="5979878" y="1030945"/>
                  </a:lnTo>
                  <a:lnTo>
                    <a:pt x="5991801" y="1044734"/>
                  </a:lnTo>
                  <a:lnTo>
                    <a:pt x="5997684" y="1061988"/>
                  </a:lnTo>
                  <a:lnTo>
                    <a:pt x="5996449" y="1080832"/>
                  </a:lnTo>
                  <a:close/>
                </a:path>
                <a:path w="7310755" h="7158355">
                  <a:moveTo>
                    <a:pt x="5626323" y="3742616"/>
                  </a:moveTo>
                  <a:lnTo>
                    <a:pt x="5624797" y="3748249"/>
                  </a:lnTo>
                  <a:lnTo>
                    <a:pt x="5621929" y="3749924"/>
                  </a:lnTo>
                  <a:lnTo>
                    <a:pt x="5616256" y="3748387"/>
                  </a:lnTo>
                  <a:lnTo>
                    <a:pt x="5614626" y="3745492"/>
                  </a:lnTo>
                  <a:lnTo>
                    <a:pt x="5616153" y="3739860"/>
                  </a:lnTo>
                  <a:lnTo>
                    <a:pt x="5619021" y="3738185"/>
                  </a:lnTo>
                  <a:lnTo>
                    <a:pt x="5624694" y="3739722"/>
                  </a:lnTo>
                  <a:lnTo>
                    <a:pt x="5626323" y="3742616"/>
                  </a:lnTo>
                  <a:close/>
                </a:path>
                <a:path w="7310755" h="7158355">
                  <a:moveTo>
                    <a:pt x="5763051" y="3387675"/>
                  </a:moveTo>
                  <a:lnTo>
                    <a:pt x="5755165" y="3403445"/>
                  </a:lnTo>
                  <a:lnTo>
                    <a:pt x="5742292" y="3414579"/>
                  </a:lnTo>
                  <a:lnTo>
                    <a:pt x="5726174" y="3420070"/>
                  </a:lnTo>
                  <a:lnTo>
                    <a:pt x="5708556" y="3418911"/>
                  </a:lnTo>
                  <a:lnTo>
                    <a:pt x="5692794" y="3411024"/>
                  </a:lnTo>
                  <a:lnTo>
                    <a:pt x="5681669" y="3398151"/>
                  </a:lnTo>
                  <a:lnTo>
                    <a:pt x="5676184" y="3382042"/>
                  </a:lnTo>
                  <a:lnTo>
                    <a:pt x="5677340" y="3364449"/>
                  </a:lnTo>
                  <a:lnTo>
                    <a:pt x="5685224" y="3348679"/>
                  </a:lnTo>
                  <a:lnTo>
                    <a:pt x="5698093" y="3337543"/>
                  </a:lnTo>
                  <a:lnTo>
                    <a:pt x="5714195" y="3332048"/>
                  </a:lnTo>
                  <a:lnTo>
                    <a:pt x="5731783" y="3333199"/>
                  </a:lnTo>
                  <a:lnTo>
                    <a:pt x="5747575" y="3341094"/>
                  </a:lnTo>
                  <a:lnTo>
                    <a:pt x="5758716" y="3353971"/>
                  </a:lnTo>
                  <a:lnTo>
                    <a:pt x="5764206" y="3370082"/>
                  </a:lnTo>
                  <a:lnTo>
                    <a:pt x="5763051" y="3387675"/>
                  </a:lnTo>
                  <a:close/>
                </a:path>
                <a:path w="7310755" h="7158355">
                  <a:moveTo>
                    <a:pt x="5883165" y="3025209"/>
                  </a:moveTo>
                  <a:lnTo>
                    <a:pt x="5871520" y="3048490"/>
                  </a:lnTo>
                  <a:lnTo>
                    <a:pt x="5852514" y="3064927"/>
                  </a:lnTo>
                  <a:lnTo>
                    <a:pt x="5828728" y="3073036"/>
                  </a:lnTo>
                  <a:lnTo>
                    <a:pt x="5802745" y="3071332"/>
                  </a:lnTo>
                  <a:lnTo>
                    <a:pt x="5779479" y="3059690"/>
                  </a:lnTo>
                  <a:lnTo>
                    <a:pt x="5763039" y="3040681"/>
                  </a:lnTo>
                  <a:lnTo>
                    <a:pt x="5754920" y="3016893"/>
                  </a:lnTo>
                  <a:lnTo>
                    <a:pt x="5756616" y="2990916"/>
                  </a:lnTo>
                  <a:lnTo>
                    <a:pt x="5768267" y="2967637"/>
                  </a:lnTo>
                  <a:lnTo>
                    <a:pt x="5787286" y="2951204"/>
                  </a:lnTo>
                  <a:lnTo>
                    <a:pt x="5811075" y="2943096"/>
                  </a:lnTo>
                  <a:lnTo>
                    <a:pt x="5837035" y="2944794"/>
                  </a:lnTo>
                  <a:lnTo>
                    <a:pt x="5860323" y="2956442"/>
                  </a:lnTo>
                  <a:lnTo>
                    <a:pt x="5876760" y="2975452"/>
                  </a:lnTo>
                  <a:lnTo>
                    <a:pt x="5884867" y="2999236"/>
                  </a:lnTo>
                  <a:lnTo>
                    <a:pt x="5883165" y="3025209"/>
                  </a:lnTo>
                  <a:close/>
                </a:path>
                <a:path w="7310755" h="7158355">
                  <a:moveTo>
                    <a:pt x="5989019" y="2658879"/>
                  </a:moveTo>
                  <a:lnTo>
                    <a:pt x="5976245" y="2684410"/>
                  </a:lnTo>
                  <a:lnTo>
                    <a:pt x="5955394" y="2702434"/>
                  </a:lnTo>
                  <a:lnTo>
                    <a:pt x="5929302" y="2711326"/>
                  </a:lnTo>
                  <a:lnTo>
                    <a:pt x="5900808" y="2709457"/>
                  </a:lnTo>
                  <a:lnTo>
                    <a:pt x="5875299" y="2696692"/>
                  </a:lnTo>
                  <a:lnTo>
                    <a:pt x="5857281" y="2675847"/>
                  </a:lnTo>
                  <a:lnTo>
                    <a:pt x="5848389" y="2649763"/>
                  </a:lnTo>
                  <a:lnTo>
                    <a:pt x="5850255" y="2621276"/>
                  </a:lnTo>
                  <a:lnTo>
                    <a:pt x="5863027" y="2595745"/>
                  </a:lnTo>
                  <a:lnTo>
                    <a:pt x="5883873" y="2577719"/>
                  </a:lnTo>
                  <a:lnTo>
                    <a:pt x="5909949" y="2568823"/>
                  </a:lnTo>
                  <a:lnTo>
                    <a:pt x="5938414" y="2570683"/>
                  </a:lnTo>
                  <a:lnTo>
                    <a:pt x="5963953" y="2583457"/>
                  </a:lnTo>
                  <a:lnTo>
                    <a:pt x="5981985" y="2604305"/>
                  </a:lnTo>
                  <a:lnTo>
                    <a:pt x="5990883" y="2630392"/>
                  </a:lnTo>
                  <a:lnTo>
                    <a:pt x="5989019" y="2658879"/>
                  </a:lnTo>
                  <a:close/>
                </a:path>
                <a:path w="7310755" h="7158355">
                  <a:moveTo>
                    <a:pt x="6094872" y="2292548"/>
                  </a:moveTo>
                  <a:lnTo>
                    <a:pt x="6080969" y="2320330"/>
                  </a:lnTo>
                  <a:lnTo>
                    <a:pt x="6058273" y="2339944"/>
                  </a:lnTo>
                  <a:lnTo>
                    <a:pt x="6029875" y="2349620"/>
                  </a:lnTo>
                  <a:lnTo>
                    <a:pt x="5998869" y="2347588"/>
                  </a:lnTo>
                  <a:lnTo>
                    <a:pt x="5971109" y="2333695"/>
                  </a:lnTo>
                  <a:lnTo>
                    <a:pt x="5951498" y="2311010"/>
                  </a:lnTo>
                  <a:lnTo>
                    <a:pt x="5941815" y="2282621"/>
                  </a:lnTo>
                  <a:lnTo>
                    <a:pt x="5943842" y="2251621"/>
                  </a:lnTo>
                  <a:lnTo>
                    <a:pt x="5957744" y="2223840"/>
                  </a:lnTo>
                  <a:lnTo>
                    <a:pt x="5980435" y="2204224"/>
                  </a:lnTo>
                  <a:lnTo>
                    <a:pt x="6008817" y="2194544"/>
                  </a:lnTo>
                  <a:lnTo>
                    <a:pt x="6039793" y="2196568"/>
                  </a:lnTo>
                  <a:lnTo>
                    <a:pt x="6067583" y="2210468"/>
                  </a:lnTo>
                  <a:lnTo>
                    <a:pt x="6087211" y="2233157"/>
                  </a:lnTo>
                  <a:lnTo>
                    <a:pt x="6096899" y="2261546"/>
                  </a:lnTo>
                  <a:lnTo>
                    <a:pt x="6094872" y="2292548"/>
                  </a:lnTo>
                  <a:close/>
                </a:path>
                <a:path w="7310755" h="7158355">
                  <a:moveTo>
                    <a:pt x="6196637" y="1925110"/>
                  </a:moveTo>
                  <a:lnTo>
                    <a:pt x="6182357" y="1953644"/>
                  </a:lnTo>
                  <a:lnTo>
                    <a:pt x="6159045" y="1973789"/>
                  </a:lnTo>
                  <a:lnTo>
                    <a:pt x="6129879" y="1983727"/>
                  </a:lnTo>
                  <a:lnTo>
                    <a:pt x="6098036" y="1981640"/>
                  </a:lnTo>
                  <a:lnTo>
                    <a:pt x="6069504" y="1967366"/>
                  </a:lnTo>
                  <a:lnTo>
                    <a:pt x="6049363" y="1944066"/>
                  </a:lnTo>
                  <a:lnTo>
                    <a:pt x="6039430" y="1914913"/>
                  </a:lnTo>
                  <a:lnTo>
                    <a:pt x="6041518" y="1883075"/>
                  </a:lnTo>
                  <a:lnTo>
                    <a:pt x="6055789" y="1854542"/>
                  </a:lnTo>
                  <a:lnTo>
                    <a:pt x="6079081" y="1834400"/>
                  </a:lnTo>
                  <a:lnTo>
                    <a:pt x="6108228" y="1824464"/>
                  </a:lnTo>
                  <a:lnTo>
                    <a:pt x="6140062" y="1826552"/>
                  </a:lnTo>
                  <a:lnTo>
                    <a:pt x="6168603" y="1840825"/>
                  </a:lnTo>
                  <a:lnTo>
                    <a:pt x="6188763" y="1864122"/>
                  </a:lnTo>
                  <a:lnTo>
                    <a:pt x="6198717" y="1893273"/>
                  </a:lnTo>
                  <a:lnTo>
                    <a:pt x="6196637" y="1925110"/>
                  </a:lnTo>
                  <a:close/>
                </a:path>
                <a:path w="7310755" h="7158355">
                  <a:moveTo>
                    <a:pt x="6289202" y="1555179"/>
                  </a:moveTo>
                  <a:lnTo>
                    <a:pt x="6276238" y="1581092"/>
                  </a:lnTo>
                  <a:lnTo>
                    <a:pt x="6255078" y="1599389"/>
                  </a:lnTo>
                  <a:lnTo>
                    <a:pt x="6228600" y="1608417"/>
                  </a:lnTo>
                  <a:lnTo>
                    <a:pt x="6199687" y="1606523"/>
                  </a:lnTo>
                  <a:lnTo>
                    <a:pt x="6173803" y="1593567"/>
                  </a:lnTo>
                  <a:lnTo>
                    <a:pt x="6155522" y="1572411"/>
                  </a:lnTo>
                  <a:lnTo>
                    <a:pt x="6146500" y="1545935"/>
                  </a:lnTo>
                  <a:lnTo>
                    <a:pt x="6148394" y="1517022"/>
                  </a:lnTo>
                  <a:lnTo>
                    <a:pt x="6161357" y="1491108"/>
                  </a:lnTo>
                  <a:lnTo>
                    <a:pt x="6182512" y="1472810"/>
                  </a:lnTo>
                  <a:lnTo>
                    <a:pt x="6208974" y="1463778"/>
                  </a:lnTo>
                  <a:lnTo>
                    <a:pt x="6237858" y="1465663"/>
                  </a:lnTo>
                  <a:lnTo>
                    <a:pt x="6263771" y="1478627"/>
                  </a:lnTo>
                  <a:lnTo>
                    <a:pt x="6282068" y="1499788"/>
                  </a:lnTo>
                  <a:lnTo>
                    <a:pt x="6291096" y="1526265"/>
                  </a:lnTo>
                  <a:lnTo>
                    <a:pt x="6289202" y="1555179"/>
                  </a:lnTo>
                  <a:close/>
                </a:path>
                <a:path w="7310755" h="7158355">
                  <a:moveTo>
                    <a:pt x="6329064" y="1165534"/>
                  </a:moveTo>
                  <a:lnTo>
                    <a:pt x="6326322" y="1175654"/>
                  </a:lnTo>
                  <a:lnTo>
                    <a:pt x="6321111" y="1178686"/>
                  </a:lnTo>
                  <a:lnTo>
                    <a:pt x="6310940" y="1175930"/>
                  </a:lnTo>
                  <a:lnTo>
                    <a:pt x="6307973" y="1170682"/>
                  </a:lnTo>
                  <a:lnTo>
                    <a:pt x="6310716" y="1160562"/>
                  </a:lnTo>
                  <a:lnTo>
                    <a:pt x="6315926" y="1157530"/>
                  </a:lnTo>
                  <a:lnTo>
                    <a:pt x="6326097" y="1160286"/>
                  </a:lnTo>
                  <a:lnTo>
                    <a:pt x="6329064" y="1165534"/>
                  </a:lnTo>
                  <a:close/>
                </a:path>
                <a:path w="7310755" h="7158355">
                  <a:moveTo>
                    <a:pt x="5093306" y="7155129"/>
                  </a:moveTo>
                  <a:lnTo>
                    <a:pt x="5092696" y="7157383"/>
                  </a:lnTo>
                  <a:lnTo>
                    <a:pt x="5091528" y="7158049"/>
                  </a:lnTo>
                  <a:lnTo>
                    <a:pt x="5089279" y="7157439"/>
                  </a:lnTo>
                  <a:lnTo>
                    <a:pt x="5088607" y="7156275"/>
                  </a:lnTo>
                  <a:lnTo>
                    <a:pt x="5089217" y="7154026"/>
                  </a:lnTo>
                  <a:lnTo>
                    <a:pt x="5090384" y="7153360"/>
                  </a:lnTo>
                  <a:lnTo>
                    <a:pt x="5092633" y="7153970"/>
                  </a:lnTo>
                  <a:lnTo>
                    <a:pt x="5093306" y="7155129"/>
                  </a:lnTo>
                  <a:close/>
                </a:path>
                <a:path w="7310755" h="7158355">
                  <a:moveTo>
                    <a:pt x="5193027" y="6787136"/>
                  </a:moveTo>
                  <a:lnTo>
                    <a:pt x="5192416" y="6789390"/>
                  </a:lnTo>
                  <a:lnTo>
                    <a:pt x="5191249" y="6790056"/>
                  </a:lnTo>
                  <a:lnTo>
                    <a:pt x="5188999" y="6789446"/>
                  </a:lnTo>
                  <a:lnTo>
                    <a:pt x="5188328" y="6788282"/>
                  </a:lnTo>
                  <a:lnTo>
                    <a:pt x="5188937" y="6786033"/>
                  </a:lnTo>
                  <a:lnTo>
                    <a:pt x="5190105" y="6785368"/>
                  </a:lnTo>
                  <a:lnTo>
                    <a:pt x="5192354" y="6785977"/>
                  </a:lnTo>
                  <a:lnTo>
                    <a:pt x="5193027" y="6787136"/>
                  </a:lnTo>
                  <a:close/>
                </a:path>
                <a:path w="7310755" h="7158355">
                  <a:moveTo>
                    <a:pt x="5791350" y="4579182"/>
                  </a:moveTo>
                  <a:lnTo>
                    <a:pt x="5790739" y="4581436"/>
                  </a:lnTo>
                  <a:lnTo>
                    <a:pt x="5789572" y="4582102"/>
                  </a:lnTo>
                  <a:lnTo>
                    <a:pt x="5787322" y="4581492"/>
                  </a:lnTo>
                  <a:lnTo>
                    <a:pt x="5786651" y="4580328"/>
                  </a:lnTo>
                  <a:lnTo>
                    <a:pt x="5787260" y="4578079"/>
                  </a:lnTo>
                  <a:lnTo>
                    <a:pt x="5788428" y="4577414"/>
                  </a:lnTo>
                  <a:lnTo>
                    <a:pt x="5790677" y="4578023"/>
                  </a:lnTo>
                  <a:lnTo>
                    <a:pt x="5791350" y="4579182"/>
                  </a:lnTo>
                  <a:close/>
                </a:path>
                <a:path w="7310755" h="7158355">
                  <a:moveTo>
                    <a:pt x="5907467" y="4207168"/>
                  </a:moveTo>
                  <a:lnTo>
                    <a:pt x="5902581" y="4225199"/>
                  </a:lnTo>
                  <a:lnTo>
                    <a:pt x="5893291" y="4230527"/>
                  </a:lnTo>
                  <a:lnTo>
                    <a:pt x="5875301" y="4225652"/>
                  </a:lnTo>
                  <a:lnTo>
                    <a:pt x="5869973" y="4216363"/>
                  </a:lnTo>
                  <a:lnTo>
                    <a:pt x="5874859" y="4198331"/>
                  </a:lnTo>
                  <a:lnTo>
                    <a:pt x="5884148" y="4193003"/>
                  </a:lnTo>
                  <a:lnTo>
                    <a:pt x="5902139" y="4197878"/>
                  </a:lnTo>
                  <a:lnTo>
                    <a:pt x="5907467" y="4207168"/>
                  </a:lnTo>
                  <a:close/>
                </a:path>
                <a:path w="7310755" h="7158355">
                  <a:moveTo>
                    <a:pt x="6028255" y="3854562"/>
                  </a:moveTo>
                  <a:lnTo>
                    <a:pt x="6020927" y="3869203"/>
                  </a:lnTo>
                  <a:lnTo>
                    <a:pt x="6008964" y="3879540"/>
                  </a:lnTo>
                  <a:lnTo>
                    <a:pt x="5993997" y="3884638"/>
                  </a:lnTo>
                  <a:lnTo>
                    <a:pt x="5977657" y="3883567"/>
                  </a:lnTo>
                  <a:lnTo>
                    <a:pt x="5963011" y="3876242"/>
                  </a:lnTo>
                  <a:lnTo>
                    <a:pt x="5952667" y="3864284"/>
                  </a:lnTo>
                  <a:lnTo>
                    <a:pt x="5947559" y="3849322"/>
                  </a:lnTo>
                  <a:lnTo>
                    <a:pt x="5948626" y="3832984"/>
                  </a:lnTo>
                  <a:lnTo>
                    <a:pt x="5955954" y="3818343"/>
                  </a:lnTo>
                  <a:lnTo>
                    <a:pt x="5967917" y="3808007"/>
                  </a:lnTo>
                  <a:lnTo>
                    <a:pt x="5982884" y="3802908"/>
                  </a:lnTo>
                  <a:lnTo>
                    <a:pt x="5999224" y="3803979"/>
                  </a:lnTo>
                  <a:lnTo>
                    <a:pt x="6013869" y="3811304"/>
                  </a:lnTo>
                  <a:lnTo>
                    <a:pt x="6024214" y="3823262"/>
                  </a:lnTo>
                  <a:lnTo>
                    <a:pt x="6029322" y="3838224"/>
                  </a:lnTo>
                  <a:lnTo>
                    <a:pt x="6028255" y="3854562"/>
                  </a:lnTo>
                  <a:close/>
                </a:path>
                <a:path w="7310755" h="7158355">
                  <a:moveTo>
                    <a:pt x="6139169" y="3489603"/>
                  </a:moveTo>
                  <a:lnTo>
                    <a:pt x="6129777" y="3508378"/>
                  </a:lnTo>
                  <a:lnTo>
                    <a:pt x="6114448" y="3521633"/>
                  </a:lnTo>
                  <a:lnTo>
                    <a:pt x="6095271" y="3528174"/>
                  </a:lnTo>
                  <a:lnTo>
                    <a:pt x="6074334" y="3526804"/>
                  </a:lnTo>
                  <a:lnTo>
                    <a:pt x="6055549" y="3517409"/>
                  </a:lnTo>
                  <a:lnTo>
                    <a:pt x="6042300" y="3502082"/>
                  </a:lnTo>
                  <a:lnTo>
                    <a:pt x="6035773" y="3482905"/>
                  </a:lnTo>
                  <a:lnTo>
                    <a:pt x="6037153" y="3461958"/>
                  </a:lnTo>
                  <a:lnTo>
                    <a:pt x="6046538" y="3443181"/>
                  </a:lnTo>
                  <a:lnTo>
                    <a:pt x="6061854" y="3429923"/>
                  </a:lnTo>
                  <a:lnTo>
                    <a:pt x="6081029" y="3423382"/>
                  </a:lnTo>
                  <a:lnTo>
                    <a:pt x="6101987" y="3424757"/>
                  </a:lnTo>
                  <a:lnTo>
                    <a:pt x="6120751" y="3434147"/>
                  </a:lnTo>
                  <a:lnTo>
                    <a:pt x="6134002" y="3449476"/>
                  </a:lnTo>
                  <a:lnTo>
                    <a:pt x="6140541" y="3468657"/>
                  </a:lnTo>
                  <a:lnTo>
                    <a:pt x="6139169" y="3489603"/>
                  </a:lnTo>
                  <a:close/>
                </a:path>
                <a:path w="7310755" h="7158355">
                  <a:moveTo>
                    <a:pt x="6245022" y="3123273"/>
                  </a:moveTo>
                  <a:lnTo>
                    <a:pt x="6234501" y="3144299"/>
                  </a:lnTo>
                  <a:lnTo>
                    <a:pt x="6217328" y="3159143"/>
                  </a:lnTo>
                  <a:lnTo>
                    <a:pt x="6195845" y="3166468"/>
                  </a:lnTo>
                  <a:lnTo>
                    <a:pt x="6172395" y="3164934"/>
                  </a:lnTo>
                  <a:lnTo>
                    <a:pt x="6151359" y="3154413"/>
                  </a:lnTo>
                  <a:lnTo>
                    <a:pt x="6136516" y="3137245"/>
                  </a:lnTo>
                  <a:lnTo>
                    <a:pt x="6129199" y="3115763"/>
                  </a:lnTo>
                  <a:lnTo>
                    <a:pt x="6130741" y="3092304"/>
                  </a:lnTo>
                  <a:lnTo>
                    <a:pt x="6141255" y="3071276"/>
                  </a:lnTo>
                  <a:lnTo>
                    <a:pt x="6158416" y="3056428"/>
                  </a:lnTo>
                  <a:lnTo>
                    <a:pt x="6179897" y="3049103"/>
                  </a:lnTo>
                  <a:lnTo>
                    <a:pt x="6203367" y="3050642"/>
                  </a:lnTo>
                  <a:lnTo>
                    <a:pt x="6224382" y="3061158"/>
                  </a:lnTo>
                  <a:lnTo>
                    <a:pt x="6239228" y="3078327"/>
                  </a:lnTo>
                  <a:lnTo>
                    <a:pt x="6246556" y="3099811"/>
                  </a:lnTo>
                  <a:lnTo>
                    <a:pt x="6245022" y="3123273"/>
                  </a:lnTo>
                  <a:close/>
                </a:path>
                <a:path w="7310755" h="7158355">
                  <a:moveTo>
                    <a:pt x="6349854" y="2756665"/>
                  </a:moveTo>
                  <a:lnTo>
                    <a:pt x="6338391" y="2779567"/>
                  </a:lnTo>
                  <a:lnTo>
                    <a:pt x="6319680" y="2795736"/>
                  </a:lnTo>
                  <a:lnTo>
                    <a:pt x="6296276" y="2803714"/>
                  </a:lnTo>
                  <a:lnTo>
                    <a:pt x="6270734" y="2802043"/>
                  </a:lnTo>
                  <a:lnTo>
                    <a:pt x="6247821" y="2790583"/>
                  </a:lnTo>
                  <a:lnTo>
                    <a:pt x="6231650" y="2771881"/>
                  </a:lnTo>
                  <a:lnTo>
                    <a:pt x="6223674" y="2748481"/>
                  </a:lnTo>
                  <a:lnTo>
                    <a:pt x="6225350" y="2722927"/>
                  </a:lnTo>
                  <a:lnTo>
                    <a:pt x="6236805" y="2700023"/>
                  </a:lnTo>
                  <a:lnTo>
                    <a:pt x="6255504" y="2683851"/>
                  </a:lnTo>
                  <a:lnTo>
                    <a:pt x="6278906" y="2675873"/>
                  </a:lnTo>
                  <a:lnTo>
                    <a:pt x="6304470" y="2677549"/>
                  </a:lnTo>
                  <a:lnTo>
                    <a:pt x="6327361" y="2689003"/>
                  </a:lnTo>
                  <a:lnTo>
                    <a:pt x="6343535" y="2707706"/>
                  </a:lnTo>
                  <a:lnTo>
                    <a:pt x="6351523" y="2731110"/>
                  </a:lnTo>
                  <a:lnTo>
                    <a:pt x="6349854" y="2756665"/>
                  </a:lnTo>
                  <a:close/>
                </a:path>
                <a:path w="7310755" h="7158355">
                  <a:moveTo>
                    <a:pt x="6453664" y="2389781"/>
                  </a:moveTo>
                  <a:lnTo>
                    <a:pt x="6441455" y="2414186"/>
                  </a:lnTo>
                  <a:lnTo>
                    <a:pt x="6421526" y="2431416"/>
                  </a:lnTo>
                  <a:lnTo>
                    <a:pt x="6396587" y="2439915"/>
                  </a:lnTo>
                  <a:lnTo>
                    <a:pt x="6369349" y="2438129"/>
                  </a:lnTo>
                  <a:lnTo>
                    <a:pt x="6344936" y="2425919"/>
                  </a:lnTo>
                  <a:lnTo>
                    <a:pt x="6327701" y="2405990"/>
                  </a:lnTo>
                  <a:lnTo>
                    <a:pt x="6319198" y="2381056"/>
                  </a:lnTo>
                  <a:lnTo>
                    <a:pt x="6320981" y="2353826"/>
                  </a:lnTo>
                  <a:lnTo>
                    <a:pt x="6333190" y="2329422"/>
                  </a:lnTo>
                  <a:lnTo>
                    <a:pt x="6353119" y="2312192"/>
                  </a:lnTo>
                  <a:lnTo>
                    <a:pt x="6378057" y="2303692"/>
                  </a:lnTo>
                  <a:lnTo>
                    <a:pt x="6405295" y="2305478"/>
                  </a:lnTo>
                  <a:lnTo>
                    <a:pt x="6429709" y="2317689"/>
                  </a:lnTo>
                  <a:lnTo>
                    <a:pt x="6446944" y="2337617"/>
                  </a:lnTo>
                  <a:lnTo>
                    <a:pt x="6455447" y="2362552"/>
                  </a:lnTo>
                  <a:lnTo>
                    <a:pt x="6453664" y="2389781"/>
                  </a:lnTo>
                  <a:close/>
                </a:path>
                <a:path w="7310755" h="7158355">
                  <a:moveTo>
                    <a:pt x="6553385" y="2021784"/>
                  </a:moveTo>
                  <a:lnTo>
                    <a:pt x="6541175" y="2046195"/>
                  </a:lnTo>
                  <a:lnTo>
                    <a:pt x="6521246" y="2063426"/>
                  </a:lnTo>
                  <a:lnTo>
                    <a:pt x="6496307" y="2071924"/>
                  </a:lnTo>
                  <a:lnTo>
                    <a:pt x="6469069" y="2070137"/>
                  </a:lnTo>
                  <a:lnTo>
                    <a:pt x="6444656" y="2057928"/>
                  </a:lnTo>
                  <a:lnTo>
                    <a:pt x="6427420" y="2038001"/>
                  </a:lnTo>
                  <a:lnTo>
                    <a:pt x="6418918" y="2013065"/>
                  </a:lnTo>
                  <a:lnTo>
                    <a:pt x="6420703" y="1985829"/>
                  </a:lnTo>
                  <a:lnTo>
                    <a:pt x="6432914" y="1961415"/>
                  </a:lnTo>
                  <a:lnTo>
                    <a:pt x="6452844" y="1944181"/>
                  </a:lnTo>
                  <a:lnTo>
                    <a:pt x="6477783" y="1935679"/>
                  </a:lnTo>
                  <a:lnTo>
                    <a:pt x="6505021" y="1937465"/>
                  </a:lnTo>
                  <a:lnTo>
                    <a:pt x="6529435" y="1949676"/>
                  </a:lnTo>
                  <a:lnTo>
                    <a:pt x="6546670" y="1969606"/>
                  </a:lnTo>
                  <a:lnTo>
                    <a:pt x="6555171" y="1994545"/>
                  </a:lnTo>
                  <a:lnTo>
                    <a:pt x="6553385" y="2021784"/>
                  </a:lnTo>
                  <a:close/>
                </a:path>
                <a:path w="7310755" h="7158355">
                  <a:moveTo>
                    <a:pt x="6612268" y="1642725"/>
                  </a:moveTo>
                  <a:lnTo>
                    <a:pt x="6607575" y="1652119"/>
                  </a:lnTo>
                  <a:lnTo>
                    <a:pt x="6599917" y="1658745"/>
                  </a:lnTo>
                  <a:lnTo>
                    <a:pt x="6590332" y="1662009"/>
                  </a:lnTo>
                  <a:lnTo>
                    <a:pt x="6579853" y="1661318"/>
                  </a:lnTo>
                  <a:lnTo>
                    <a:pt x="6570460" y="1656624"/>
                  </a:lnTo>
                  <a:lnTo>
                    <a:pt x="6563834" y="1648966"/>
                  </a:lnTo>
                  <a:lnTo>
                    <a:pt x="6560569" y="1639381"/>
                  </a:lnTo>
                  <a:lnTo>
                    <a:pt x="6561261" y="1628903"/>
                  </a:lnTo>
                  <a:lnTo>
                    <a:pt x="6565955" y="1619509"/>
                  </a:lnTo>
                  <a:lnTo>
                    <a:pt x="6573612" y="1612883"/>
                  </a:lnTo>
                  <a:lnTo>
                    <a:pt x="6583197" y="1609619"/>
                  </a:lnTo>
                  <a:lnTo>
                    <a:pt x="6593676" y="1610310"/>
                  </a:lnTo>
                  <a:lnTo>
                    <a:pt x="6603070" y="1615004"/>
                  </a:lnTo>
                  <a:lnTo>
                    <a:pt x="6609696" y="1622661"/>
                  </a:lnTo>
                  <a:lnTo>
                    <a:pt x="6612960" y="1632246"/>
                  </a:lnTo>
                  <a:lnTo>
                    <a:pt x="6612268" y="1642725"/>
                  </a:lnTo>
                  <a:close/>
                </a:path>
                <a:path w="7310755" h="7158355">
                  <a:moveTo>
                    <a:pt x="5563368" y="6886286"/>
                  </a:moveTo>
                  <a:lnTo>
                    <a:pt x="5562147" y="6890794"/>
                  </a:lnTo>
                  <a:lnTo>
                    <a:pt x="5559811" y="6892125"/>
                  </a:lnTo>
                  <a:lnTo>
                    <a:pt x="5555313" y="6890907"/>
                  </a:lnTo>
                  <a:lnTo>
                    <a:pt x="5553969" y="6888578"/>
                  </a:lnTo>
                  <a:lnTo>
                    <a:pt x="5555191" y="6884070"/>
                  </a:lnTo>
                  <a:lnTo>
                    <a:pt x="5557527" y="6882739"/>
                  </a:lnTo>
                  <a:lnTo>
                    <a:pt x="5562024" y="6883958"/>
                  </a:lnTo>
                  <a:lnTo>
                    <a:pt x="5563368" y="6886286"/>
                  </a:lnTo>
                  <a:close/>
                </a:path>
                <a:path w="7310755" h="7158355">
                  <a:moveTo>
                    <a:pt x="5666614" y="6517433"/>
                  </a:moveTo>
                  <a:lnTo>
                    <a:pt x="5664475" y="6525325"/>
                  </a:lnTo>
                  <a:lnTo>
                    <a:pt x="5660388" y="6527652"/>
                  </a:lnTo>
                  <a:lnTo>
                    <a:pt x="5652518" y="6525519"/>
                  </a:lnTo>
                  <a:lnTo>
                    <a:pt x="5650165" y="6521447"/>
                  </a:lnTo>
                  <a:lnTo>
                    <a:pt x="5652303" y="6513555"/>
                  </a:lnTo>
                  <a:lnTo>
                    <a:pt x="5656390" y="6511228"/>
                  </a:lnTo>
                  <a:lnTo>
                    <a:pt x="5664261" y="6513361"/>
                  </a:lnTo>
                  <a:lnTo>
                    <a:pt x="5666614" y="6517433"/>
                  </a:lnTo>
                  <a:close/>
                </a:path>
                <a:path w="7310755" h="7158355">
                  <a:moveTo>
                    <a:pt x="5766334" y="6149441"/>
                  </a:moveTo>
                  <a:lnTo>
                    <a:pt x="5764196" y="6157332"/>
                  </a:lnTo>
                  <a:lnTo>
                    <a:pt x="5760109" y="6159659"/>
                  </a:lnTo>
                  <a:lnTo>
                    <a:pt x="5752238" y="6157526"/>
                  </a:lnTo>
                  <a:lnTo>
                    <a:pt x="5749885" y="6153454"/>
                  </a:lnTo>
                  <a:lnTo>
                    <a:pt x="5752024" y="6145563"/>
                  </a:lnTo>
                  <a:lnTo>
                    <a:pt x="5756111" y="6143236"/>
                  </a:lnTo>
                  <a:lnTo>
                    <a:pt x="5763981" y="6145369"/>
                  </a:lnTo>
                  <a:lnTo>
                    <a:pt x="5766334" y="6149441"/>
                  </a:lnTo>
                  <a:close/>
                </a:path>
                <a:path w="7310755" h="7158355">
                  <a:moveTo>
                    <a:pt x="5867230" y="5781163"/>
                  </a:moveTo>
                  <a:lnTo>
                    <a:pt x="5864787" y="5790179"/>
                  </a:lnTo>
                  <a:lnTo>
                    <a:pt x="5860116" y="5792836"/>
                  </a:lnTo>
                  <a:lnTo>
                    <a:pt x="5851121" y="5790399"/>
                  </a:lnTo>
                  <a:lnTo>
                    <a:pt x="5848431" y="5785747"/>
                  </a:lnTo>
                  <a:lnTo>
                    <a:pt x="5850874" y="5776731"/>
                  </a:lnTo>
                  <a:lnTo>
                    <a:pt x="5855544" y="5774074"/>
                  </a:lnTo>
                  <a:lnTo>
                    <a:pt x="5864540" y="5776512"/>
                  </a:lnTo>
                  <a:lnTo>
                    <a:pt x="5867230" y="5781163"/>
                  </a:lnTo>
                  <a:close/>
                </a:path>
                <a:path w="7310755" h="7158355">
                  <a:moveTo>
                    <a:pt x="5970475" y="5412310"/>
                  </a:moveTo>
                  <a:lnTo>
                    <a:pt x="5967115" y="5424710"/>
                  </a:lnTo>
                  <a:lnTo>
                    <a:pt x="5960694" y="5428363"/>
                  </a:lnTo>
                  <a:lnTo>
                    <a:pt x="5948325" y="5425011"/>
                  </a:lnTo>
                  <a:lnTo>
                    <a:pt x="5944627" y="5418616"/>
                  </a:lnTo>
                  <a:lnTo>
                    <a:pt x="5947987" y="5406216"/>
                  </a:lnTo>
                  <a:lnTo>
                    <a:pt x="5954408" y="5402563"/>
                  </a:lnTo>
                  <a:lnTo>
                    <a:pt x="5966777" y="5405915"/>
                  </a:lnTo>
                  <a:lnTo>
                    <a:pt x="5970475" y="5412310"/>
                  </a:lnTo>
                  <a:close/>
                </a:path>
                <a:path w="7310755" h="7158355">
                  <a:moveTo>
                    <a:pt x="6074597" y="5052166"/>
                  </a:moveTo>
                  <a:lnTo>
                    <a:pt x="6071405" y="5058548"/>
                  </a:lnTo>
                  <a:lnTo>
                    <a:pt x="6066195" y="5063055"/>
                  </a:lnTo>
                  <a:lnTo>
                    <a:pt x="6059679" y="5065280"/>
                  </a:lnTo>
                  <a:lnTo>
                    <a:pt x="6052570" y="5064817"/>
                  </a:lnTo>
                  <a:lnTo>
                    <a:pt x="6046201" y="5061628"/>
                  </a:lnTo>
                  <a:lnTo>
                    <a:pt x="6041700" y="5056417"/>
                  </a:lnTo>
                  <a:lnTo>
                    <a:pt x="6039479" y="5049896"/>
                  </a:lnTo>
                  <a:lnTo>
                    <a:pt x="6039945" y="5042776"/>
                  </a:lnTo>
                  <a:lnTo>
                    <a:pt x="6043138" y="5036394"/>
                  </a:lnTo>
                  <a:lnTo>
                    <a:pt x="6048348" y="5031887"/>
                  </a:lnTo>
                  <a:lnTo>
                    <a:pt x="6054863" y="5029661"/>
                  </a:lnTo>
                  <a:lnTo>
                    <a:pt x="6061972" y="5030124"/>
                  </a:lnTo>
                  <a:lnTo>
                    <a:pt x="6068342" y="5033313"/>
                  </a:lnTo>
                  <a:lnTo>
                    <a:pt x="6072843" y="5038522"/>
                  </a:lnTo>
                  <a:lnTo>
                    <a:pt x="6075064" y="5045043"/>
                  </a:lnTo>
                  <a:lnTo>
                    <a:pt x="6074597" y="5052166"/>
                  </a:lnTo>
                  <a:close/>
                </a:path>
                <a:path w="7310755" h="7158355">
                  <a:moveTo>
                    <a:pt x="6183518" y="4686666"/>
                  </a:moveTo>
                  <a:lnTo>
                    <a:pt x="6178637" y="4696430"/>
                  </a:lnTo>
                  <a:lnTo>
                    <a:pt x="6170672" y="4703323"/>
                  </a:lnTo>
                  <a:lnTo>
                    <a:pt x="6160700" y="4706725"/>
                  </a:lnTo>
                  <a:lnTo>
                    <a:pt x="6149802" y="4706009"/>
                  </a:lnTo>
                  <a:lnTo>
                    <a:pt x="6140034" y="4701124"/>
                  </a:lnTo>
                  <a:lnTo>
                    <a:pt x="6133144" y="4693154"/>
                  </a:lnTo>
                  <a:lnTo>
                    <a:pt x="6129749" y="4683182"/>
                  </a:lnTo>
                  <a:lnTo>
                    <a:pt x="6130466" y="4672290"/>
                  </a:lnTo>
                  <a:lnTo>
                    <a:pt x="6135346" y="4662527"/>
                  </a:lnTo>
                  <a:lnTo>
                    <a:pt x="6143312" y="4655633"/>
                  </a:lnTo>
                  <a:lnTo>
                    <a:pt x="6153283" y="4652232"/>
                  </a:lnTo>
                  <a:lnTo>
                    <a:pt x="6164181" y="4652947"/>
                  </a:lnTo>
                  <a:lnTo>
                    <a:pt x="6173949" y="4657832"/>
                  </a:lnTo>
                  <a:lnTo>
                    <a:pt x="6180839" y="4665802"/>
                  </a:lnTo>
                  <a:lnTo>
                    <a:pt x="6184235" y="4675775"/>
                  </a:lnTo>
                  <a:lnTo>
                    <a:pt x="6183518" y="4686666"/>
                  </a:lnTo>
                  <a:close/>
                </a:path>
                <a:path w="7310755" h="7158355">
                  <a:moveTo>
                    <a:pt x="6291416" y="4320890"/>
                  </a:moveTo>
                  <a:lnTo>
                    <a:pt x="6285029" y="4333655"/>
                  </a:lnTo>
                  <a:lnTo>
                    <a:pt x="6274604" y="4342668"/>
                  </a:lnTo>
                  <a:lnTo>
                    <a:pt x="6261558" y="4347113"/>
                  </a:lnTo>
                  <a:lnTo>
                    <a:pt x="6247311" y="4346179"/>
                  </a:lnTo>
                  <a:lnTo>
                    <a:pt x="6234541" y="4339792"/>
                  </a:lnTo>
                  <a:lnTo>
                    <a:pt x="6225525" y="4329368"/>
                  </a:lnTo>
                  <a:lnTo>
                    <a:pt x="6221076" y="4316325"/>
                  </a:lnTo>
                  <a:lnTo>
                    <a:pt x="6222009" y="4302082"/>
                  </a:lnTo>
                  <a:lnTo>
                    <a:pt x="6228395" y="4289316"/>
                  </a:lnTo>
                  <a:lnTo>
                    <a:pt x="6238821" y="4280304"/>
                  </a:lnTo>
                  <a:lnTo>
                    <a:pt x="6251867" y="4275858"/>
                  </a:lnTo>
                  <a:lnTo>
                    <a:pt x="6266114" y="4276792"/>
                  </a:lnTo>
                  <a:lnTo>
                    <a:pt x="6278883" y="4283179"/>
                  </a:lnTo>
                  <a:lnTo>
                    <a:pt x="6287899" y="4293603"/>
                  </a:lnTo>
                  <a:lnTo>
                    <a:pt x="6292348" y="4306647"/>
                  </a:lnTo>
                  <a:lnTo>
                    <a:pt x="6291416" y="4320890"/>
                  </a:lnTo>
                  <a:close/>
                </a:path>
                <a:path w="7310755" h="7158355">
                  <a:moveTo>
                    <a:pt x="6396247" y="3954283"/>
                  </a:moveTo>
                  <a:lnTo>
                    <a:pt x="6388920" y="3968924"/>
                  </a:lnTo>
                  <a:lnTo>
                    <a:pt x="6376956" y="3979260"/>
                  </a:lnTo>
                  <a:lnTo>
                    <a:pt x="6361989" y="3984359"/>
                  </a:lnTo>
                  <a:lnTo>
                    <a:pt x="6345649" y="3983288"/>
                  </a:lnTo>
                  <a:lnTo>
                    <a:pt x="6331004" y="3975962"/>
                  </a:lnTo>
                  <a:lnTo>
                    <a:pt x="6320659" y="3964004"/>
                  </a:lnTo>
                  <a:lnTo>
                    <a:pt x="6315551" y="3949042"/>
                  </a:lnTo>
                  <a:lnTo>
                    <a:pt x="6316618" y="3932704"/>
                  </a:lnTo>
                  <a:lnTo>
                    <a:pt x="6323946" y="3918063"/>
                  </a:lnTo>
                  <a:lnTo>
                    <a:pt x="6335909" y="3907727"/>
                  </a:lnTo>
                  <a:lnTo>
                    <a:pt x="6350876" y="3902628"/>
                  </a:lnTo>
                  <a:lnTo>
                    <a:pt x="6367216" y="3903699"/>
                  </a:lnTo>
                  <a:lnTo>
                    <a:pt x="6381862" y="3911025"/>
                  </a:lnTo>
                  <a:lnTo>
                    <a:pt x="6392207" y="3922983"/>
                  </a:lnTo>
                  <a:lnTo>
                    <a:pt x="6397314" y="3937945"/>
                  </a:lnTo>
                  <a:lnTo>
                    <a:pt x="6396247" y="3954283"/>
                  </a:lnTo>
                  <a:close/>
                </a:path>
                <a:path w="7310755" h="7158355">
                  <a:moveTo>
                    <a:pt x="6501028" y="3587662"/>
                  </a:moveTo>
                  <a:lnTo>
                    <a:pt x="6492766" y="3604184"/>
                  </a:lnTo>
                  <a:lnTo>
                    <a:pt x="6479283" y="3615850"/>
                  </a:lnTo>
                  <a:lnTo>
                    <a:pt x="6462411" y="3621607"/>
                  </a:lnTo>
                  <a:lnTo>
                    <a:pt x="6443986" y="3620401"/>
                  </a:lnTo>
                  <a:lnTo>
                    <a:pt x="6427465" y="3612137"/>
                  </a:lnTo>
                  <a:lnTo>
                    <a:pt x="6415791" y="3598645"/>
                  </a:lnTo>
                  <a:lnTo>
                    <a:pt x="6410025" y="3581762"/>
                  </a:lnTo>
                  <a:lnTo>
                    <a:pt x="6411228" y="3563327"/>
                  </a:lnTo>
                  <a:lnTo>
                    <a:pt x="6419498" y="3546807"/>
                  </a:lnTo>
                  <a:lnTo>
                    <a:pt x="6432998" y="3535146"/>
                  </a:lnTo>
                  <a:lnTo>
                    <a:pt x="6449887" y="3529393"/>
                  </a:lnTo>
                  <a:lnTo>
                    <a:pt x="6468320" y="3530601"/>
                  </a:lnTo>
                  <a:lnTo>
                    <a:pt x="6484834" y="3538863"/>
                  </a:lnTo>
                  <a:lnTo>
                    <a:pt x="6496490" y="3552351"/>
                  </a:lnTo>
                  <a:lnTo>
                    <a:pt x="6502238" y="3569229"/>
                  </a:lnTo>
                  <a:lnTo>
                    <a:pt x="6501028" y="3587662"/>
                  </a:lnTo>
                  <a:close/>
                </a:path>
                <a:path w="7310755" h="7158355">
                  <a:moveTo>
                    <a:pt x="6605859" y="3221054"/>
                  </a:moveTo>
                  <a:lnTo>
                    <a:pt x="6596656" y="3239452"/>
                  </a:lnTo>
                  <a:lnTo>
                    <a:pt x="6581635" y="3252442"/>
                  </a:lnTo>
                  <a:lnTo>
                    <a:pt x="6562843" y="3258852"/>
                  </a:lnTo>
                  <a:lnTo>
                    <a:pt x="6542324" y="3257510"/>
                  </a:lnTo>
                  <a:lnTo>
                    <a:pt x="6523935" y="3248309"/>
                  </a:lnTo>
                  <a:lnTo>
                    <a:pt x="6510950" y="3233288"/>
                  </a:lnTo>
                  <a:lnTo>
                    <a:pt x="6504543" y="3214491"/>
                  </a:lnTo>
                  <a:lnTo>
                    <a:pt x="6505888" y="3193964"/>
                  </a:lnTo>
                  <a:lnTo>
                    <a:pt x="6515092" y="3175566"/>
                  </a:lnTo>
                  <a:lnTo>
                    <a:pt x="6530112" y="3162576"/>
                  </a:lnTo>
                  <a:lnTo>
                    <a:pt x="6548905" y="3156165"/>
                  </a:lnTo>
                  <a:lnTo>
                    <a:pt x="6569423" y="3157508"/>
                  </a:lnTo>
                  <a:lnTo>
                    <a:pt x="6587812" y="3166709"/>
                  </a:lnTo>
                  <a:lnTo>
                    <a:pt x="6600797" y="3181730"/>
                  </a:lnTo>
                  <a:lnTo>
                    <a:pt x="6607204" y="3200527"/>
                  </a:lnTo>
                  <a:lnTo>
                    <a:pt x="6605859" y="3221054"/>
                  </a:lnTo>
                  <a:close/>
                </a:path>
                <a:path w="7310755" h="7158355">
                  <a:moveTo>
                    <a:pt x="6709669" y="2854170"/>
                  </a:moveTo>
                  <a:lnTo>
                    <a:pt x="6699713" y="2874069"/>
                  </a:lnTo>
                  <a:lnTo>
                    <a:pt x="6683461" y="2888119"/>
                  </a:lnTo>
                  <a:lnTo>
                    <a:pt x="6663131" y="2895053"/>
                  </a:lnTo>
                  <a:lnTo>
                    <a:pt x="6640938" y="2893601"/>
                  </a:lnTo>
                  <a:lnTo>
                    <a:pt x="6621027" y="2883643"/>
                  </a:lnTo>
                  <a:lnTo>
                    <a:pt x="6606981" y="2867395"/>
                  </a:lnTo>
                  <a:lnTo>
                    <a:pt x="6600060" y="2847065"/>
                  </a:lnTo>
                  <a:lnTo>
                    <a:pt x="6601520" y="2824863"/>
                  </a:lnTo>
                  <a:lnTo>
                    <a:pt x="6611469" y="2804962"/>
                  </a:lnTo>
                  <a:lnTo>
                    <a:pt x="6627708" y="2790908"/>
                  </a:lnTo>
                  <a:lnTo>
                    <a:pt x="6648036" y="2783974"/>
                  </a:lnTo>
                  <a:lnTo>
                    <a:pt x="6670250" y="2785432"/>
                  </a:lnTo>
                  <a:lnTo>
                    <a:pt x="6690140" y="2795384"/>
                  </a:lnTo>
                  <a:lnTo>
                    <a:pt x="6704188" y="2811633"/>
                  </a:lnTo>
                  <a:lnTo>
                    <a:pt x="6711122" y="2831966"/>
                  </a:lnTo>
                  <a:lnTo>
                    <a:pt x="6709669" y="2854170"/>
                  </a:lnTo>
                  <a:close/>
                </a:path>
                <a:path w="7310755" h="7158355">
                  <a:moveTo>
                    <a:pt x="6811434" y="2486732"/>
                  </a:moveTo>
                  <a:lnTo>
                    <a:pt x="6801101" y="2507383"/>
                  </a:lnTo>
                  <a:lnTo>
                    <a:pt x="6784235" y="2521962"/>
                  </a:lnTo>
                  <a:lnTo>
                    <a:pt x="6763136" y="2529155"/>
                  </a:lnTo>
                  <a:lnTo>
                    <a:pt x="6740106" y="2527648"/>
                  </a:lnTo>
                  <a:lnTo>
                    <a:pt x="6719444" y="2517315"/>
                  </a:lnTo>
                  <a:lnTo>
                    <a:pt x="6704867" y="2500454"/>
                  </a:lnTo>
                  <a:lnTo>
                    <a:pt x="6697682" y="2479357"/>
                  </a:lnTo>
                  <a:lnTo>
                    <a:pt x="6699196" y="2456317"/>
                  </a:lnTo>
                  <a:lnTo>
                    <a:pt x="6709522" y="2435664"/>
                  </a:lnTo>
                  <a:lnTo>
                    <a:pt x="6726376" y="2421082"/>
                  </a:lnTo>
                  <a:lnTo>
                    <a:pt x="6747472" y="2413888"/>
                  </a:lnTo>
                  <a:lnTo>
                    <a:pt x="6770523" y="2415400"/>
                  </a:lnTo>
                  <a:lnTo>
                    <a:pt x="6791164" y="2425727"/>
                  </a:lnTo>
                  <a:lnTo>
                    <a:pt x="6805743" y="2442589"/>
                  </a:lnTo>
                  <a:lnTo>
                    <a:pt x="6812941" y="2463689"/>
                  </a:lnTo>
                  <a:lnTo>
                    <a:pt x="6811434" y="2486732"/>
                  </a:lnTo>
                  <a:close/>
                </a:path>
                <a:path w="7310755" h="7158355">
                  <a:moveTo>
                    <a:pt x="6882585" y="2110992"/>
                  </a:moveTo>
                  <a:lnTo>
                    <a:pt x="6877515" y="2121136"/>
                  </a:lnTo>
                  <a:lnTo>
                    <a:pt x="6869242" y="2128293"/>
                  </a:lnTo>
                  <a:lnTo>
                    <a:pt x="6858887" y="2131820"/>
                  </a:lnTo>
                  <a:lnTo>
                    <a:pt x="6847571" y="2131075"/>
                  </a:lnTo>
                  <a:lnTo>
                    <a:pt x="6837427" y="2126005"/>
                  </a:lnTo>
                  <a:lnTo>
                    <a:pt x="6830271" y="2117732"/>
                  </a:lnTo>
                  <a:lnTo>
                    <a:pt x="6826744" y="2107378"/>
                  </a:lnTo>
                  <a:lnTo>
                    <a:pt x="6827489" y="2096061"/>
                  </a:lnTo>
                  <a:lnTo>
                    <a:pt x="6832559" y="2085918"/>
                  </a:lnTo>
                  <a:lnTo>
                    <a:pt x="6840831" y="2078761"/>
                  </a:lnTo>
                  <a:lnTo>
                    <a:pt x="6851186" y="2075233"/>
                  </a:lnTo>
                  <a:lnTo>
                    <a:pt x="6862502" y="2075978"/>
                  </a:lnTo>
                  <a:lnTo>
                    <a:pt x="6872646" y="2081049"/>
                  </a:lnTo>
                  <a:lnTo>
                    <a:pt x="6879803" y="2089321"/>
                  </a:lnTo>
                  <a:lnTo>
                    <a:pt x="6883330" y="2099676"/>
                  </a:lnTo>
                  <a:lnTo>
                    <a:pt x="6882585" y="2110992"/>
                  </a:lnTo>
                  <a:close/>
                </a:path>
                <a:path w="7310755" h="7158355">
                  <a:moveTo>
                    <a:pt x="6031081" y="6618015"/>
                  </a:moveTo>
                  <a:lnTo>
                    <a:pt x="6029860" y="6622522"/>
                  </a:lnTo>
                  <a:lnTo>
                    <a:pt x="6027524" y="6623854"/>
                  </a:lnTo>
                  <a:lnTo>
                    <a:pt x="6023026" y="6622635"/>
                  </a:lnTo>
                  <a:lnTo>
                    <a:pt x="6021682" y="6620306"/>
                  </a:lnTo>
                  <a:lnTo>
                    <a:pt x="6022904" y="6615799"/>
                  </a:lnTo>
                  <a:lnTo>
                    <a:pt x="6025240" y="6614467"/>
                  </a:lnTo>
                  <a:lnTo>
                    <a:pt x="6029737" y="6615686"/>
                  </a:lnTo>
                  <a:lnTo>
                    <a:pt x="6031081" y="6618015"/>
                  </a:lnTo>
                  <a:close/>
                </a:path>
                <a:path w="7310755" h="7158355">
                  <a:moveTo>
                    <a:pt x="6136676" y="6248591"/>
                  </a:moveTo>
                  <a:lnTo>
                    <a:pt x="6133927" y="6258736"/>
                  </a:lnTo>
                  <a:lnTo>
                    <a:pt x="6128673" y="6261724"/>
                  </a:lnTo>
                  <a:lnTo>
                    <a:pt x="6118553" y="6258981"/>
                  </a:lnTo>
                  <a:lnTo>
                    <a:pt x="6115527" y="6253750"/>
                  </a:lnTo>
                  <a:lnTo>
                    <a:pt x="6118278" y="6243600"/>
                  </a:lnTo>
                  <a:lnTo>
                    <a:pt x="6123531" y="6240612"/>
                  </a:lnTo>
                  <a:lnTo>
                    <a:pt x="6133651" y="6243355"/>
                  </a:lnTo>
                  <a:lnTo>
                    <a:pt x="6136676" y="6248591"/>
                  </a:lnTo>
                  <a:close/>
                </a:path>
                <a:path w="7310755" h="7158355">
                  <a:moveTo>
                    <a:pt x="6241096" y="5879453"/>
                  </a:moveTo>
                  <a:lnTo>
                    <a:pt x="6237127" y="5894101"/>
                  </a:lnTo>
                  <a:lnTo>
                    <a:pt x="6229537" y="5898419"/>
                  </a:lnTo>
                  <a:lnTo>
                    <a:pt x="6214920" y="5894458"/>
                  </a:lnTo>
                  <a:lnTo>
                    <a:pt x="6210549" y="5886899"/>
                  </a:lnTo>
                  <a:lnTo>
                    <a:pt x="6214519" y="5872251"/>
                  </a:lnTo>
                  <a:lnTo>
                    <a:pt x="6222108" y="5867932"/>
                  </a:lnTo>
                  <a:lnTo>
                    <a:pt x="6236726" y="5871893"/>
                  </a:lnTo>
                  <a:lnTo>
                    <a:pt x="6241096" y="5879453"/>
                  </a:lnTo>
                  <a:close/>
                </a:path>
                <a:path w="7310755" h="7158355">
                  <a:moveTo>
                    <a:pt x="6342869" y="5519879"/>
                  </a:moveTo>
                  <a:lnTo>
                    <a:pt x="6339677" y="5526260"/>
                  </a:lnTo>
                  <a:lnTo>
                    <a:pt x="6334467" y="5530767"/>
                  </a:lnTo>
                  <a:lnTo>
                    <a:pt x="6327951" y="5532993"/>
                  </a:lnTo>
                  <a:lnTo>
                    <a:pt x="6320842" y="5532530"/>
                  </a:lnTo>
                  <a:lnTo>
                    <a:pt x="6314472" y="5529340"/>
                  </a:lnTo>
                  <a:lnTo>
                    <a:pt x="6309972" y="5524130"/>
                  </a:lnTo>
                  <a:lnTo>
                    <a:pt x="6307751" y="5517609"/>
                  </a:lnTo>
                  <a:lnTo>
                    <a:pt x="6308217" y="5510488"/>
                  </a:lnTo>
                  <a:lnTo>
                    <a:pt x="6311410" y="5504107"/>
                  </a:lnTo>
                  <a:lnTo>
                    <a:pt x="6316620" y="5499599"/>
                  </a:lnTo>
                  <a:lnTo>
                    <a:pt x="6323135" y="5497374"/>
                  </a:lnTo>
                  <a:lnTo>
                    <a:pt x="6330244" y="5497837"/>
                  </a:lnTo>
                  <a:lnTo>
                    <a:pt x="6336614" y="5501026"/>
                  </a:lnTo>
                  <a:lnTo>
                    <a:pt x="6341114" y="5506235"/>
                  </a:lnTo>
                  <a:lnTo>
                    <a:pt x="6343336" y="5512756"/>
                  </a:lnTo>
                  <a:lnTo>
                    <a:pt x="6342869" y="5519879"/>
                  </a:lnTo>
                  <a:close/>
                </a:path>
                <a:path w="7310755" h="7158355">
                  <a:moveTo>
                    <a:pt x="6446679" y="5152994"/>
                  </a:moveTo>
                  <a:lnTo>
                    <a:pt x="6442740" y="5160882"/>
                  </a:lnTo>
                  <a:lnTo>
                    <a:pt x="6436311" y="5166452"/>
                  </a:lnTo>
                  <a:lnTo>
                    <a:pt x="6428261" y="5169200"/>
                  </a:lnTo>
                  <a:lnTo>
                    <a:pt x="6419456" y="5168622"/>
                  </a:lnTo>
                  <a:lnTo>
                    <a:pt x="6411564" y="5164675"/>
                  </a:lnTo>
                  <a:lnTo>
                    <a:pt x="6406003" y="5158239"/>
                  </a:lnTo>
                  <a:lnTo>
                    <a:pt x="6403267" y="5150185"/>
                  </a:lnTo>
                  <a:lnTo>
                    <a:pt x="6403849" y="5141388"/>
                  </a:lnTo>
                  <a:lnTo>
                    <a:pt x="6407788" y="5133501"/>
                  </a:lnTo>
                  <a:lnTo>
                    <a:pt x="6414216" y="5127930"/>
                  </a:lnTo>
                  <a:lnTo>
                    <a:pt x="6422266" y="5125182"/>
                  </a:lnTo>
                  <a:lnTo>
                    <a:pt x="6431071" y="5125761"/>
                  </a:lnTo>
                  <a:lnTo>
                    <a:pt x="6438963" y="5129707"/>
                  </a:lnTo>
                  <a:lnTo>
                    <a:pt x="6444524" y="5136143"/>
                  </a:lnTo>
                  <a:lnTo>
                    <a:pt x="6447261" y="5144197"/>
                  </a:lnTo>
                  <a:lnTo>
                    <a:pt x="6446679" y="5152994"/>
                  </a:lnTo>
                  <a:close/>
                </a:path>
                <a:path w="7310755" h="7158355">
                  <a:moveTo>
                    <a:pt x="6550488" y="4786110"/>
                  </a:moveTo>
                  <a:lnTo>
                    <a:pt x="6545796" y="4795496"/>
                  </a:lnTo>
                  <a:lnTo>
                    <a:pt x="6538138" y="4802124"/>
                  </a:lnTo>
                  <a:lnTo>
                    <a:pt x="6528551" y="4805395"/>
                  </a:lnTo>
                  <a:lnTo>
                    <a:pt x="6518071" y="4804708"/>
                  </a:lnTo>
                  <a:lnTo>
                    <a:pt x="6508700" y="4800016"/>
                  </a:lnTo>
                  <a:lnTo>
                    <a:pt x="6502074" y="4792352"/>
                  </a:lnTo>
                  <a:lnTo>
                    <a:pt x="6498798" y="4782760"/>
                  </a:lnTo>
                  <a:lnTo>
                    <a:pt x="6499480" y="4772288"/>
                  </a:lnTo>
                  <a:lnTo>
                    <a:pt x="6504179" y="4762903"/>
                  </a:lnTo>
                  <a:lnTo>
                    <a:pt x="6511849" y="4756278"/>
                  </a:lnTo>
                  <a:lnTo>
                    <a:pt x="6521439" y="4753008"/>
                  </a:lnTo>
                  <a:lnTo>
                    <a:pt x="6531897" y="4753690"/>
                  </a:lnTo>
                  <a:lnTo>
                    <a:pt x="6541290" y="4758386"/>
                  </a:lnTo>
                  <a:lnTo>
                    <a:pt x="6547914" y="4766049"/>
                  </a:lnTo>
                  <a:lnTo>
                    <a:pt x="6551178" y="4775637"/>
                  </a:lnTo>
                  <a:lnTo>
                    <a:pt x="6550488" y="4786110"/>
                  </a:lnTo>
                  <a:close/>
                </a:path>
                <a:path w="7310755" h="7158355">
                  <a:moveTo>
                    <a:pt x="6655319" y="4419503"/>
                  </a:moveTo>
                  <a:lnTo>
                    <a:pt x="6649686" y="4430767"/>
                  </a:lnTo>
                  <a:lnTo>
                    <a:pt x="6640490" y="4438721"/>
                  </a:lnTo>
                  <a:lnTo>
                    <a:pt x="6628981" y="4442646"/>
                  </a:lnTo>
                  <a:lnTo>
                    <a:pt x="6616408" y="4441821"/>
                  </a:lnTo>
                  <a:lnTo>
                    <a:pt x="6605140" y="4436185"/>
                  </a:lnTo>
                  <a:lnTo>
                    <a:pt x="6597187" y="4426987"/>
                  </a:lnTo>
                  <a:lnTo>
                    <a:pt x="6593265" y="4415478"/>
                  </a:lnTo>
                  <a:lnTo>
                    <a:pt x="6594090" y="4402910"/>
                  </a:lnTo>
                  <a:lnTo>
                    <a:pt x="6599723" y="4391646"/>
                  </a:lnTo>
                  <a:lnTo>
                    <a:pt x="6608919" y="4383692"/>
                  </a:lnTo>
                  <a:lnTo>
                    <a:pt x="6620428" y="4379767"/>
                  </a:lnTo>
                  <a:lnTo>
                    <a:pt x="6633001" y="4380591"/>
                  </a:lnTo>
                  <a:lnTo>
                    <a:pt x="6644269" y="4386228"/>
                  </a:lnTo>
                  <a:lnTo>
                    <a:pt x="6652222" y="4395426"/>
                  </a:lnTo>
                  <a:lnTo>
                    <a:pt x="6656144" y="4406935"/>
                  </a:lnTo>
                  <a:lnTo>
                    <a:pt x="6655319" y="4419503"/>
                  </a:lnTo>
                  <a:close/>
                </a:path>
                <a:path w="7310755" h="7158355">
                  <a:moveTo>
                    <a:pt x="6760151" y="4052895"/>
                  </a:moveTo>
                  <a:lnTo>
                    <a:pt x="6753576" y="4066036"/>
                  </a:lnTo>
                  <a:lnTo>
                    <a:pt x="6742843" y="4075314"/>
                  </a:lnTo>
                  <a:lnTo>
                    <a:pt x="6729413" y="4079891"/>
                  </a:lnTo>
                  <a:lnTo>
                    <a:pt x="6714747" y="4078930"/>
                  </a:lnTo>
                  <a:lnTo>
                    <a:pt x="6701602" y="4072355"/>
                  </a:lnTo>
                  <a:lnTo>
                    <a:pt x="6692320" y="4061623"/>
                  </a:lnTo>
                  <a:lnTo>
                    <a:pt x="6687740" y="4048195"/>
                  </a:lnTo>
                  <a:lnTo>
                    <a:pt x="6688699" y="4033533"/>
                  </a:lnTo>
                  <a:lnTo>
                    <a:pt x="6695274" y="4020392"/>
                  </a:lnTo>
                  <a:lnTo>
                    <a:pt x="6706007" y="4011114"/>
                  </a:lnTo>
                  <a:lnTo>
                    <a:pt x="6719438" y="4006537"/>
                  </a:lnTo>
                  <a:lnTo>
                    <a:pt x="6734103" y="4007498"/>
                  </a:lnTo>
                  <a:lnTo>
                    <a:pt x="6747248" y="4014073"/>
                  </a:lnTo>
                  <a:lnTo>
                    <a:pt x="6756530" y="4024805"/>
                  </a:lnTo>
                  <a:lnTo>
                    <a:pt x="6761110" y="4038233"/>
                  </a:lnTo>
                  <a:lnTo>
                    <a:pt x="6760151" y="4052895"/>
                  </a:lnTo>
                  <a:close/>
                </a:path>
                <a:path w="7310755" h="7158355">
                  <a:moveTo>
                    <a:pt x="6863960" y="3686011"/>
                  </a:moveTo>
                  <a:lnTo>
                    <a:pt x="6856632" y="3700652"/>
                  </a:lnTo>
                  <a:lnTo>
                    <a:pt x="6844669" y="3710988"/>
                  </a:lnTo>
                  <a:lnTo>
                    <a:pt x="6829702" y="3716087"/>
                  </a:lnTo>
                  <a:lnTo>
                    <a:pt x="6813362" y="3715016"/>
                  </a:lnTo>
                  <a:lnTo>
                    <a:pt x="6798725" y="3707693"/>
                  </a:lnTo>
                  <a:lnTo>
                    <a:pt x="6788397" y="3695739"/>
                  </a:lnTo>
                  <a:lnTo>
                    <a:pt x="6783307" y="3680782"/>
                  </a:lnTo>
                  <a:lnTo>
                    <a:pt x="6784382" y="3664446"/>
                  </a:lnTo>
                  <a:lnTo>
                    <a:pt x="6791702" y="3649803"/>
                  </a:lnTo>
                  <a:lnTo>
                    <a:pt x="6803648" y="3639462"/>
                  </a:lnTo>
                  <a:lnTo>
                    <a:pt x="6818597" y="3634359"/>
                  </a:lnTo>
                  <a:lnTo>
                    <a:pt x="6834929" y="3635427"/>
                  </a:lnTo>
                  <a:lnTo>
                    <a:pt x="6849574" y="3642753"/>
                  </a:lnTo>
                  <a:lnTo>
                    <a:pt x="6859920" y="3654711"/>
                  </a:lnTo>
                  <a:lnTo>
                    <a:pt x="6865027" y="3669673"/>
                  </a:lnTo>
                  <a:lnTo>
                    <a:pt x="6863960" y="3686011"/>
                  </a:lnTo>
                  <a:close/>
                </a:path>
                <a:path w="7310755" h="7158355">
                  <a:moveTo>
                    <a:pt x="6967770" y="3319127"/>
                  </a:moveTo>
                  <a:lnTo>
                    <a:pt x="6959689" y="3335269"/>
                  </a:lnTo>
                  <a:lnTo>
                    <a:pt x="6946495" y="3346665"/>
                  </a:lnTo>
                  <a:lnTo>
                    <a:pt x="6929991" y="3352287"/>
                  </a:lnTo>
                  <a:lnTo>
                    <a:pt x="6911976" y="3351107"/>
                  </a:lnTo>
                  <a:lnTo>
                    <a:pt x="6895838" y="3343032"/>
                  </a:lnTo>
                  <a:lnTo>
                    <a:pt x="6884448" y="3329851"/>
                  </a:lnTo>
                  <a:lnTo>
                    <a:pt x="6878831" y="3313358"/>
                  </a:lnTo>
                  <a:lnTo>
                    <a:pt x="6880014" y="3295346"/>
                  </a:lnTo>
                  <a:lnTo>
                    <a:pt x="6888087" y="3279201"/>
                  </a:lnTo>
                  <a:lnTo>
                    <a:pt x="6901263" y="3267800"/>
                  </a:lnTo>
                  <a:lnTo>
                    <a:pt x="6917749" y="3262173"/>
                  </a:lnTo>
                  <a:lnTo>
                    <a:pt x="6935756" y="3263351"/>
                  </a:lnTo>
                  <a:lnTo>
                    <a:pt x="6951902" y="3271428"/>
                  </a:lnTo>
                  <a:lnTo>
                    <a:pt x="6963310" y="3284614"/>
                  </a:lnTo>
                  <a:lnTo>
                    <a:pt x="6968945" y="3301112"/>
                  </a:lnTo>
                  <a:lnTo>
                    <a:pt x="6967770" y="3319127"/>
                  </a:lnTo>
                  <a:close/>
                </a:path>
                <a:path w="7310755" h="7158355">
                  <a:moveTo>
                    <a:pt x="7065446" y="2950580"/>
                  </a:moveTo>
                  <a:lnTo>
                    <a:pt x="7057741" y="2965974"/>
                  </a:lnTo>
                  <a:lnTo>
                    <a:pt x="7045162" y="2976841"/>
                  </a:lnTo>
                  <a:lnTo>
                    <a:pt x="7029426" y="2982201"/>
                  </a:lnTo>
                  <a:lnTo>
                    <a:pt x="7012249" y="2981076"/>
                  </a:lnTo>
                  <a:lnTo>
                    <a:pt x="6996861" y="2973377"/>
                  </a:lnTo>
                  <a:lnTo>
                    <a:pt x="6986003" y="2960809"/>
                  </a:lnTo>
                  <a:lnTo>
                    <a:pt x="6980649" y="2945083"/>
                  </a:lnTo>
                  <a:lnTo>
                    <a:pt x="6981779" y="2927908"/>
                  </a:lnTo>
                  <a:lnTo>
                    <a:pt x="6989476" y="2912512"/>
                  </a:lnTo>
                  <a:lnTo>
                    <a:pt x="7002037" y="2901640"/>
                  </a:lnTo>
                  <a:lnTo>
                    <a:pt x="7017755" y="2896275"/>
                  </a:lnTo>
                  <a:lnTo>
                    <a:pt x="7034924" y="2897398"/>
                  </a:lnTo>
                  <a:lnTo>
                    <a:pt x="7050320" y="2905099"/>
                  </a:lnTo>
                  <a:lnTo>
                    <a:pt x="7061196" y="2917672"/>
                  </a:lnTo>
                  <a:lnTo>
                    <a:pt x="7066567" y="2933403"/>
                  </a:lnTo>
                  <a:lnTo>
                    <a:pt x="7065446" y="2950580"/>
                  </a:lnTo>
                  <a:close/>
                </a:path>
                <a:path w="7310755" h="7158355">
                  <a:moveTo>
                    <a:pt x="7140931" y="2566946"/>
                  </a:moveTo>
                  <a:lnTo>
                    <a:pt x="7136349" y="2583853"/>
                  </a:lnTo>
                  <a:lnTo>
                    <a:pt x="7127643" y="2588851"/>
                  </a:lnTo>
                  <a:lnTo>
                    <a:pt x="7110726" y="2584267"/>
                  </a:lnTo>
                  <a:lnTo>
                    <a:pt x="7105734" y="2575557"/>
                  </a:lnTo>
                  <a:lnTo>
                    <a:pt x="7110316" y="2558650"/>
                  </a:lnTo>
                  <a:lnTo>
                    <a:pt x="7119022" y="2553652"/>
                  </a:lnTo>
                  <a:lnTo>
                    <a:pt x="7135939" y="2558236"/>
                  </a:lnTo>
                  <a:lnTo>
                    <a:pt x="7140931" y="2566946"/>
                  </a:lnTo>
                  <a:close/>
                </a:path>
                <a:path w="7310755" h="7158355">
                  <a:moveTo>
                    <a:pt x="6496445" y="6350313"/>
                  </a:moveTo>
                  <a:lnTo>
                    <a:pt x="6495834" y="6352567"/>
                  </a:lnTo>
                  <a:lnTo>
                    <a:pt x="6494667" y="6353233"/>
                  </a:lnTo>
                  <a:lnTo>
                    <a:pt x="6492417" y="6352623"/>
                  </a:lnTo>
                  <a:lnTo>
                    <a:pt x="6491746" y="6351459"/>
                  </a:lnTo>
                  <a:lnTo>
                    <a:pt x="6492355" y="6349210"/>
                  </a:lnTo>
                  <a:lnTo>
                    <a:pt x="6493523" y="6348545"/>
                  </a:lnTo>
                  <a:lnTo>
                    <a:pt x="6495772" y="6349154"/>
                  </a:lnTo>
                  <a:lnTo>
                    <a:pt x="6496445" y="6350313"/>
                  </a:lnTo>
                  <a:close/>
                </a:path>
                <a:path w="7310755" h="7158355">
                  <a:moveTo>
                    <a:pt x="6602040" y="5980890"/>
                  </a:moveTo>
                  <a:lnTo>
                    <a:pt x="6599901" y="5988781"/>
                  </a:lnTo>
                  <a:lnTo>
                    <a:pt x="6595814" y="5991108"/>
                  </a:lnTo>
                  <a:lnTo>
                    <a:pt x="6587944" y="5988975"/>
                  </a:lnTo>
                  <a:lnTo>
                    <a:pt x="6585591" y="5984903"/>
                  </a:lnTo>
                  <a:lnTo>
                    <a:pt x="6587729" y="5977012"/>
                  </a:lnTo>
                  <a:lnTo>
                    <a:pt x="6591816" y="5974685"/>
                  </a:lnTo>
                  <a:lnTo>
                    <a:pt x="6599687" y="5976817"/>
                  </a:lnTo>
                  <a:lnTo>
                    <a:pt x="6602040" y="5980890"/>
                  </a:lnTo>
                  <a:close/>
                </a:path>
                <a:path w="7310755" h="7158355">
                  <a:moveTo>
                    <a:pt x="6708809" y="5611181"/>
                  </a:moveTo>
                  <a:lnTo>
                    <a:pt x="6704840" y="5625829"/>
                  </a:lnTo>
                  <a:lnTo>
                    <a:pt x="6697301" y="5630161"/>
                  </a:lnTo>
                  <a:lnTo>
                    <a:pt x="6682633" y="5626186"/>
                  </a:lnTo>
                  <a:lnTo>
                    <a:pt x="6678313" y="5618641"/>
                  </a:lnTo>
                  <a:lnTo>
                    <a:pt x="6682283" y="5603993"/>
                  </a:lnTo>
                  <a:lnTo>
                    <a:pt x="6689821" y="5599660"/>
                  </a:lnTo>
                  <a:lnTo>
                    <a:pt x="6704490" y="5603635"/>
                  </a:lnTo>
                  <a:lnTo>
                    <a:pt x="6708809" y="5611181"/>
                  </a:lnTo>
                  <a:close/>
                </a:path>
                <a:path w="7310755" h="7158355">
                  <a:moveTo>
                    <a:pt x="6811656" y="5251898"/>
                  </a:moveTo>
                  <a:lnTo>
                    <a:pt x="6808274" y="5258656"/>
                  </a:lnTo>
                  <a:lnTo>
                    <a:pt x="6802750" y="5263427"/>
                  </a:lnTo>
                  <a:lnTo>
                    <a:pt x="6795835" y="5265779"/>
                  </a:lnTo>
                  <a:lnTo>
                    <a:pt x="6788278" y="5265281"/>
                  </a:lnTo>
                  <a:lnTo>
                    <a:pt x="6781533" y="5261903"/>
                  </a:lnTo>
                  <a:lnTo>
                    <a:pt x="6776767" y="5256386"/>
                  </a:lnTo>
                  <a:lnTo>
                    <a:pt x="6774414" y="5249481"/>
                  </a:lnTo>
                  <a:lnTo>
                    <a:pt x="6774907" y="5241939"/>
                  </a:lnTo>
                  <a:lnTo>
                    <a:pt x="6778289" y="5235180"/>
                  </a:lnTo>
                  <a:lnTo>
                    <a:pt x="6783807" y="5230408"/>
                  </a:lnTo>
                  <a:lnTo>
                    <a:pt x="6790706" y="5228052"/>
                  </a:lnTo>
                  <a:lnTo>
                    <a:pt x="6798234" y="5228543"/>
                  </a:lnTo>
                  <a:lnTo>
                    <a:pt x="6805008" y="5231928"/>
                  </a:lnTo>
                  <a:lnTo>
                    <a:pt x="6809790" y="5237449"/>
                  </a:lnTo>
                  <a:lnTo>
                    <a:pt x="6812149" y="5244356"/>
                  </a:lnTo>
                  <a:lnTo>
                    <a:pt x="6811656" y="5251898"/>
                  </a:lnTo>
                  <a:close/>
                </a:path>
                <a:path w="7310755" h="7158355">
                  <a:moveTo>
                    <a:pt x="6915414" y="4884999"/>
                  </a:moveTo>
                  <a:lnTo>
                    <a:pt x="6911287" y="4893259"/>
                  </a:lnTo>
                  <a:lnTo>
                    <a:pt x="6904552" y="4899093"/>
                  </a:lnTo>
                  <a:lnTo>
                    <a:pt x="6896117" y="4901972"/>
                  </a:lnTo>
                  <a:lnTo>
                    <a:pt x="6886893" y="4901367"/>
                  </a:lnTo>
                  <a:lnTo>
                    <a:pt x="6878648" y="4897238"/>
                  </a:lnTo>
                  <a:lnTo>
                    <a:pt x="6872819" y="4890494"/>
                  </a:lnTo>
                  <a:lnTo>
                    <a:pt x="6869939" y="4882054"/>
                  </a:lnTo>
                  <a:lnTo>
                    <a:pt x="6870540" y="4872839"/>
                  </a:lnTo>
                  <a:lnTo>
                    <a:pt x="6874673" y="4864582"/>
                  </a:lnTo>
                  <a:lnTo>
                    <a:pt x="6881421" y="4858751"/>
                  </a:lnTo>
                  <a:lnTo>
                    <a:pt x="6889857" y="4855872"/>
                  </a:lnTo>
                  <a:lnTo>
                    <a:pt x="6899059" y="4856472"/>
                  </a:lnTo>
                  <a:lnTo>
                    <a:pt x="6907327" y="4860605"/>
                  </a:lnTo>
                  <a:lnTo>
                    <a:pt x="6913154" y="4867348"/>
                  </a:lnTo>
                  <a:lnTo>
                    <a:pt x="6916022" y="4875784"/>
                  </a:lnTo>
                  <a:lnTo>
                    <a:pt x="6915414" y="4884999"/>
                  </a:lnTo>
                  <a:close/>
                </a:path>
                <a:path w="7310755" h="7158355">
                  <a:moveTo>
                    <a:pt x="7019223" y="4518115"/>
                  </a:moveTo>
                  <a:lnTo>
                    <a:pt x="7014343" y="4527878"/>
                  </a:lnTo>
                  <a:lnTo>
                    <a:pt x="7006377" y="4534772"/>
                  </a:lnTo>
                  <a:lnTo>
                    <a:pt x="6996405" y="4538173"/>
                  </a:lnTo>
                  <a:lnTo>
                    <a:pt x="6985507" y="4537458"/>
                  </a:lnTo>
                  <a:lnTo>
                    <a:pt x="6975761" y="4532579"/>
                  </a:lnTo>
                  <a:lnTo>
                    <a:pt x="6968869" y="4524608"/>
                  </a:lnTo>
                  <a:lnTo>
                    <a:pt x="6965461" y="4514632"/>
                  </a:lnTo>
                  <a:lnTo>
                    <a:pt x="6966171" y="4503739"/>
                  </a:lnTo>
                  <a:lnTo>
                    <a:pt x="6971059" y="4493977"/>
                  </a:lnTo>
                  <a:lnTo>
                    <a:pt x="6979036" y="4487087"/>
                  </a:lnTo>
                  <a:lnTo>
                    <a:pt x="6989010" y="4483686"/>
                  </a:lnTo>
                  <a:lnTo>
                    <a:pt x="6999886" y="4484395"/>
                  </a:lnTo>
                  <a:lnTo>
                    <a:pt x="7009654" y="4489280"/>
                  </a:lnTo>
                  <a:lnTo>
                    <a:pt x="7016545" y="4497251"/>
                  </a:lnTo>
                  <a:lnTo>
                    <a:pt x="7019940" y="4507224"/>
                  </a:lnTo>
                  <a:lnTo>
                    <a:pt x="7019223" y="4518115"/>
                  </a:lnTo>
                  <a:close/>
                </a:path>
                <a:path w="7310755" h="7158355">
                  <a:moveTo>
                    <a:pt x="7120988" y="4150677"/>
                  </a:moveTo>
                  <a:lnTo>
                    <a:pt x="7115732" y="4161189"/>
                  </a:lnTo>
                  <a:lnTo>
                    <a:pt x="7107151" y="4168612"/>
                  </a:lnTo>
                  <a:lnTo>
                    <a:pt x="7096411" y="4172275"/>
                  </a:lnTo>
                  <a:lnTo>
                    <a:pt x="7084675" y="4171505"/>
                  </a:lnTo>
                  <a:lnTo>
                    <a:pt x="7074178" y="4166250"/>
                  </a:lnTo>
                  <a:lnTo>
                    <a:pt x="7066755" y="4157666"/>
                  </a:lnTo>
                  <a:lnTo>
                    <a:pt x="7063084" y="4146922"/>
                  </a:lnTo>
                  <a:lnTo>
                    <a:pt x="7063847" y="4135192"/>
                  </a:lnTo>
                  <a:lnTo>
                    <a:pt x="7069111" y="4124682"/>
                  </a:lnTo>
                  <a:lnTo>
                    <a:pt x="7077703" y="4117262"/>
                  </a:lnTo>
                  <a:lnTo>
                    <a:pt x="7088446" y="4113600"/>
                  </a:lnTo>
                  <a:lnTo>
                    <a:pt x="7100159" y="4114364"/>
                  </a:lnTo>
                  <a:lnTo>
                    <a:pt x="7110678" y="4119625"/>
                  </a:lnTo>
                  <a:lnTo>
                    <a:pt x="7118100" y="4128209"/>
                  </a:lnTo>
                  <a:lnTo>
                    <a:pt x="7121758" y="4138949"/>
                  </a:lnTo>
                  <a:lnTo>
                    <a:pt x="7120988" y="4150677"/>
                  </a:lnTo>
                  <a:close/>
                </a:path>
                <a:path w="7310755" h="7158355">
                  <a:moveTo>
                    <a:pt x="7218664" y="3782130"/>
                  </a:moveTo>
                  <a:lnTo>
                    <a:pt x="7213784" y="3791894"/>
                  </a:lnTo>
                  <a:lnTo>
                    <a:pt x="7205818" y="3798787"/>
                  </a:lnTo>
                  <a:lnTo>
                    <a:pt x="7195846" y="3802189"/>
                  </a:lnTo>
                  <a:lnTo>
                    <a:pt x="7184948" y="3801473"/>
                  </a:lnTo>
                  <a:lnTo>
                    <a:pt x="7175202" y="3796594"/>
                  </a:lnTo>
                  <a:lnTo>
                    <a:pt x="7168309" y="3788623"/>
                  </a:lnTo>
                  <a:lnTo>
                    <a:pt x="7164902" y="3778648"/>
                  </a:lnTo>
                  <a:lnTo>
                    <a:pt x="7165612" y="3767754"/>
                  </a:lnTo>
                  <a:lnTo>
                    <a:pt x="7170500" y="3757993"/>
                  </a:lnTo>
                  <a:lnTo>
                    <a:pt x="7178477" y="3751102"/>
                  </a:lnTo>
                  <a:lnTo>
                    <a:pt x="7188451" y="3747701"/>
                  </a:lnTo>
                  <a:lnTo>
                    <a:pt x="7199327" y="3748411"/>
                  </a:lnTo>
                  <a:lnTo>
                    <a:pt x="7209095" y="3753296"/>
                  </a:lnTo>
                  <a:lnTo>
                    <a:pt x="7215986" y="3761266"/>
                  </a:lnTo>
                  <a:lnTo>
                    <a:pt x="7219381" y="3771239"/>
                  </a:lnTo>
                  <a:lnTo>
                    <a:pt x="7218664" y="3782130"/>
                  </a:lnTo>
                  <a:close/>
                </a:path>
                <a:path w="7310755" h="7158355">
                  <a:moveTo>
                    <a:pt x="7310657" y="3402366"/>
                  </a:moveTo>
                  <a:lnTo>
                    <a:pt x="7305771" y="3420398"/>
                  </a:lnTo>
                  <a:lnTo>
                    <a:pt x="7296481" y="3425726"/>
                  </a:lnTo>
                  <a:lnTo>
                    <a:pt x="7278439" y="3420837"/>
                  </a:lnTo>
                  <a:lnTo>
                    <a:pt x="7273111" y="3411547"/>
                  </a:lnTo>
                  <a:lnTo>
                    <a:pt x="7277998" y="3393516"/>
                  </a:lnTo>
                  <a:lnTo>
                    <a:pt x="7287287" y="3388187"/>
                  </a:lnTo>
                  <a:lnTo>
                    <a:pt x="7305329" y="3393077"/>
                  </a:lnTo>
                  <a:lnTo>
                    <a:pt x="7310657" y="3402366"/>
                  </a:lnTo>
                  <a:close/>
                </a:path>
                <a:path w="7310755" h="7158355">
                  <a:moveTo>
                    <a:pt x="7163599" y="5346057"/>
                  </a:moveTo>
                  <a:lnTo>
                    <a:pt x="7162988" y="5348311"/>
                  </a:lnTo>
                  <a:lnTo>
                    <a:pt x="7161820" y="5348976"/>
                  </a:lnTo>
                  <a:lnTo>
                    <a:pt x="7159571" y="5348367"/>
                  </a:lnTo>
                  <a:lnTo>
                    <a:pt x="7158900" y="5347203"/>
                  </a:lnTo>
                  <a:lnTo>
                    <a:pt x="7159509" y="5344954"/>
                  </a:lnTo>
                  <a:lnTo>
                    <a:pt x="7160676" y="5344288"/>
                  </a:lnTo>
                  <a:lnTo>
                    <a:pt x="7162926" y="5344898"/>
                  </a:lnTo>
                  <a:lnTo>
                    <a:pt x="7163599" y="5346057"/>
                  </a:lnTo>
                  <a:close/>
                </a:path>
                <a:path w="7310755" h="7158355">
                  <a:moveTo>
                    <a:pt x="7264494" y="4977779"/>
                  </a:moveTo>
                  <a:lnTo>
                    <a:pt x="7263577" y="4981163"/>
                  </a:lnTo>
                  <a:lnTo>
                    <a:pt x="7261826" y="4982158"/>
                  </a:lnTo>
                  <a:lnTo>
                    <a:pt x="7258453" y="4981244"/>
                  </a:lnTo>
                  <a:lnTo>
                    <a:pt x="7257444" y="4979500"/>
                  </a:lnTo>
                  <a:lnTo>
                    <a:pt x="7258361" y="4976117"/>
                  </a:lnTo>
                  <a:lnTo>
                    <a:pt x="7260112" y="4975121"/>
                  </a:lnTo>
                  <a:lnTo>
                    <a:pt x="7263485" y="4976035"/>
                  </a:lnTo>
                  <a:lnTo>
                    <a:pt x="7264494" y="4977779"/>
                  </a:lnTo>
                  <a:close/>
                </a:path>
              </a:pathLst>
            </a:custGeom>
            <a:solidFill>
              <a:srgbClr val="CAF0F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287780" y="1036652"/>
              <a:ext cx="4972050" cy="4965700"/>
            </a:xfrm>
            <a:custGeom>
              <a:avLst/>
              <a:gdLst/>
              <a:ahLst/>
              <a:cxnLst/>
              <a:rect l="l" t="t" r="r" b="b"/>
              <a:pathLst>
                <a:path w="4972050" h="4965700">
                  <a:moveTo>
                    <a:pt x="4594748" y="4889499"/>
                  </a:moveTo>
                  <a:lnTo>
                    <a:pt x="4643995" y="4889499"/>
                  </a:lnTo>
                  <a:lnTo>
                    <a:pt x="4654662" y="4902199"/>
                  </a:lnTo>
                  <a:lnTo>
                    <a:pt x="4661710" y="4914899"/>
                  </a:lnTo>
                  <a:lnTo>
                    <a:pt x="4664256" y="4927599"/>
                  </a:lnTo>
                  <a:lnTo>
                    <a:pt x="4660714" y="4940299"/>
                  </a:lnTo>
                  <a:lnTo>
                    <a:pt x="4651071" y="4952999"/>
                  </a:lnTo>
                  <a:lnTo>
                    <a:pt x="4636799" y="4965699"/>
                  </a:lnTo>
                  <a:lnTo>
                    <a:pt x="4601944" y="4965699"/>
                  </a:lnTo>
                  <a:lnTo>
                    <a:pt x="4587672" y="4952999"/>
                  </a:lnTo>
                  <a:lnTo>
                    <a:pt x="4578029" y="4940299"/>
                  </a:lnTo>
                  <a:lnTo>
                    <a:pt x="4574487" y="4927599"/>
                  </a:lnTo>
                  <a:lnTo>
                    <a:pt x="4577033" y="4914899"/>
                  </a:lnTo>
                  <a:lnTo>
                    <a:pt x="4584081" y="4902199"/>
                  </a:lnTo>
                  <a:lnTo>
                    <a:pt x="4594748" y="4889499"/>
                  </a:lnTo>
                  <a:close/>
                </a:path>
                <a:path w="4972050" h="4965700">
                  <a:moveTo>
                    <a:pt x="4608150" y="1727199"/>
                  </a:moveTo>
                  <a:lnTo>
                    <a:pt x="4630593" y="1727199"/>
                  </a:lnTo>
                  <a:lnTo>
                    <a:pt x="4630593" y="4889499"/>
                  </a:lnTo>
                  <a:lnTo>
                    <a:pt x="4608150" y="4889499"/>
                  </a:lnTo>
                  <a:lnTo>
                    <a:pt x="4608150" y="1727199"/>
                  </a:lnTo>
                  <a:close/>
                </a:path>
                <a:path w="4972050" h="4965700">
                  <a:moveTo>
                    <a:pt x="3917550" y="3949699"/>
                  </a:moveTo>
                  <a:lnTo>
                    <a:pt x="3988131" y="3949699"/>
                  </a:lnTo>
                  <a:lnTo>
                    <a:pt x="3995179" y="3962399"/>
                  </a:lnTo>
                  <a:lnTo>
                    <a:pt x="3997725" y="3975099"/>
                  </a:lnTo>
                  <a:lnTo>
                    <a:pt x="3994183" y="4000499"/>
                  </a:lnTo>
                  <a:lnTo>
                    <a:pt x="3984540" y="4013199"/>
                  </a:lnTo>
                  <a:lnTo>
                    <a:pt x="3970268" y="4025899"/>
                  </a:lnTo>
                  <a:lnTo>
                    <a:pt x="3935413" y="4025899"/>
                  </a:lnTo>
                  <a:lnTo>
                    <a:pt x="3921141" y="4013199"/>
                  </a:lnTo>
                  <a:lnTo>
                    <a:pt x="3911498" y="4000499"/>
                  </a:lnTo>
                  <a:lnTo>
                    <a:pt x="3907957" y="3975099"/>
                  </a:lnTo>
                  <a:lnTo>
                    <a:pt x="3910502" y="3962399"/>
                  </a:lnTo>
                  <a:lnTo>
                    <a:pt x="3917550" y="3949699"/>
                  </a:lnTo>
                  <a:close/>
                </a:path>
                <a:path w="4972050" h="4965700">
                  <a:moveTo>
                    <a:pt x="4265865" y="3035299"/>
                  </a:moveTo>
                  <a:lnTo>
                    <a:pt x="4294746" y="3035299"/>
                  </a:lnTo>
                  <a:lnTo>
                    <a:pt x="3964062" y="3365499"/>
                  </a:lnTo>
                  <a:lnTo>
                    <a:pt x="3964062" y="3936999"/>
                  </a:lnTo>
                  <a:lnTo>
                    <a:pt x="3977464" y="3949699"/>
                  </a:lnTo>
                  <a:lnTo>
                    <a:pt x="3928218" y="3949699"/>
                  </a:lnTo>
                  <a:lnTo>
                    <a:pt x="3941620" y="3936999"/>
                  </a:lnTo>
                  <a:lnTo>
                    <a:pt x="3941620" y="3365499"/>
                  </a:lnTo>
                  <a:lnTo>
                    <a:pt x="3941283" y="3365499"/>
                  </a:lnTo>
                  <a:lnTo>
                    <a:pt x="3942181" y="3352799"/>
                  </a:lnTo>
                  <a:lnTo>
                    <a:pt x="4265865" y="3035299"/>
                  </a:lnTo>
                  <a:close/>
                </a:path>
                <a:path w="4972050" h="4965700">
                  <a:moveTo>
                    <a:pt x="4285994" y="2933699"/>
                  </a:moveTo>
                  <a:lnTo>
                    <a:pt x="4379690" y="2933699"/>
                  </a:lnTo>
                  <a:lnTo>
                    <a:pt x="4394207" y="2959099"/>
                  </a:lnTo>
                  <a:lnTo>
                    <a:pt x="4399046" y="2984499"/>
                  </a:lnTo>
                  <a:lnTo>
                    <a:pt x="4394207" y="3009899"/>
                  </a:lnTo>
                  <a:lnTo>
                    <a:pt x="4379690" y="3022599"/>
                  </a:lnTo>
                  <a:lnTo>
                    <a:pt x="4360137" y="3047999"/>
                  </a:lnTo>
                  <a:lnTo>
                    <a:pt x="4315688" y="3047999"/>
                  </a:lnTo>
                  <a:lnTo>
                    <a:pt x="4294746" y="3035299"/>
                  </a:lnTo>
                  <a:lnTo>
                    <a:pt x="4265865" y="3035299"/>
                  </a:lnTo>
                  <a:lnTo>
                    <a:pt x="4278812" y="3022599"/>
                  </a:lnTo>
                  <a:lnTo>
                    <a:pt x="4268905" y="2997199"/>
                  </a:lnTo>
                  <a:lnTo>
                    <a:pt x="4266792" y="2971799"/>
                  </a:lnTo>
                  <a:lnTo>
                    <a:pt x="4272485" y="2959099"/>
                  </a:lnTo>
                  <a:lnTo>
                    <a:pt x="4285994" y="2933699"/>
                  </a:lnTo>
                  <a:close/>
                </a:path>
                <a:path w="4972050" h="4965700">
                  <a:moveTo>
                    <a:pt x="4302769" y="2920999"/>
                  </a:moveTo>
                  <a:lnTo>
                    <a:pt x="4362914" y="2920999"/>
                  </a:lnTo>
                  <a:lnTo>
                    <a:pt x="4371639" y="2933699"/>
                  </a:lnTo>
                  <a:lnTo>
                    <a:pt x="4294045" y="2933699"/>
                  </a:lnTo>
                  <a:lnTo>
                    <a:pt x="4302769" y="2920999"/>
                  </a:lnTo>
                  <a:close/>
                </a:path>
                <a:path w="4972050" h="4965700">
                  <a:moveTo>
                    <a:pt x="4894624" y="126999"/>
                  </a:moveTo>
                  <a:lnTo>
                    <a:pt x="4917178" y="126999"/>
                  </a:lnTo>
                  <a:lnTo>
                    <a:pt x="4917178" y="1079499"/>
                  </a:lnTo>
                  <a:lnTo>
                    <a:pt x="4916954" y="1079499"/>
                  </a:lnTo>
                  <a:lnTo>
                    <a:pt x="4916617" y="1092199"/>
                  </a:lnTo>
                  <a:lnTo>
                    <a:pt x="4912578" y="1092199"/>
                  </a:lnTo>
                  <a:lnTo>
                    <a:pt x="4344119" y="1574799"/>
                  </a:lnTo>
                  <a:lnTo>
                    <a:pt x="4344119" y="2920999"/>
                  </a:lnTo>
                  <a:lnTo>
                    <a:pt x="4321565" y="2920999"/>
                  </a:lnTo>
                  <a:lnTo>
                    <a:pt x="4321452" y="1574799"/>
                  </a:lnTo>
                  <a:lnTo>
                    <a:pt x="4322687" y="1574799"/>
                  </a:lnTo>
                  <a:lnTo>
                    <a:pt x="4325492" y="1562099"/>
                  </a:lnTo>
                  <a:lnTo>
                    <a:pt x="4894624" y="1079499"/>
                  </a:lnTo>
                  <a:lnTo>
                    <a:pt x="4894624" y="126999"/>
                  </a:lnTo>
                  <a:close/>
                </a:path>
                <a:path w="4972050" h="4965700">
                  <a:moveTo>
                    <a:pt x="4000930" y="2730499"/>
                  </a:moveTo>
                  <a:lnTo>
                    <a:pt x="4050177" y="2730499"/>
                  </a:lnTo>
                  <a:lnTo>
                    <a:pt x="4060844" y="2743199"/>
                  </a:lnTo>
                  <a:lnTo>
                    <a:pt x="4067892" y="2755899"/>
                  </a:lnTo>
                  <a:lnTo>
                    <a:pt x="4070438" y="2768599"/>
                  </a:lnTo>
                  <a:lnTo>
                    <a:pt x="4066896" y="2781299"/>
                  </a:lnTo>
                  <a:lnTo>
                    <a:pt x="4057253" y="2793999"/>
                  </a:lnTo>
                  <a:lnTo>
                    <a:pt x="4042981" y="2806699"/>
                  </a:lnTo>
                  <a:lnTo>
                    <a:pt x="4025553" y="2819399"/>
                  </a:lnTo>
                  <a:lnTo>
                    <a:pt x="4008126" y="2806699"/>
                  </a:lnTo>
                  <a:lnTo>
                    <a:pt x="3993854" y="2793999"/>
                  </a:lnTo>
                  <a:lnTo>
                    <a:pt x="3984211" y="2781299"/>
                  </a:lnTo>
                  <a:lnTo>
                    <a:pt x="3980669" y="2768599"/>
                  </a:lnTo>
                  <a:lnTo>
                    <a:pt x="3983215" y="2755899"/>
                  </a:lnTo>
                  <a:lnTo>
                    <a:pt x="3990263" y="2743199"/>
                  </a:lnTo>
                  <a:lnTo>
                    <a:pt x="4000930" y="2730499"/>
                  </a:lnTo>
                  <a:close/>
                </a:path>
                <a:path w="4972050" h="4965700">
                  <a:moveTo>
                    <a:pt x="3979098" y="2247899"/>
                  </a:moveTo>
                  <a:lnTo>
                    <a:pt x="4035989" y="2247899"/>
                  </a:lnTo>
                  <a:lnTo>
                    <a:pt x="4037111" y="2260599"/>
                  </a:lnTo>
                  <a:lnTo>
                    <a:pt x="4036774" y="2260599"/>
                  </a:lnTo>
                  <a:lnTo>
                    <a:pt x="4036774" y="2730499"/>
                  </a:lnTo>
                  <a:lnTo>
                    <a:pt x="4014332" y="2730499"/>
                  </a:lnTo>
                  <a:lnTo>
                    <a:pt x="4014332" y="2260599"/>
                  </a:lnTo>
                  <a:lnTo>
                    <a:pt x="3979098" y="2247899"/>
                  </a:lnTo>
                  <a:close/>
                </a:path>
                <a:path w="4972050" h="4965700">
                  <a:moveTo>
                    <a:pt x="3783143" y="2641599"/>
                  </a:moveTo>
                  <a:lnTo>
                    <a:pt x="3817999" y="2641599"/>
                  </a:lnTo>
                  <a:lnTo>
                    <a:pt x="3800571" y="2654299"/>
                  </a:lnTo>
                  <a:lnTo>
                    <a:pt x="3783143" y="2641599"/>
                  </a:lnTo>
                  <a:close/>
                </a:path>
                <a:path w="4972050" h="4965700">
                  <a:moveTo>
                    <a:pt x="3775948" y="2565399"/>
                  </a:moveTo>
                  <a:lnTo>
                    <a:pt x="3825194" y="2565399"/>
                  </a:lnTo>
                  <a:lnTo>
                    <a:pt x="3835861" y="2578099"/>
                  </a:lnTo>
                  <a:lnTo>
                    <a:pt x="3842910" y="2590799"/>
                  </a:lnTo>
                  <a:lnTo>
                    <a:pt x="3845455" y="2603499"/>
                  </a:lnTo>
                  <a:lnTo>
                    <a:pt x="3841914" y="2616199"/>
                  </a:lnTo>
                  <a:lnTo>
                    <a:pt x="3832271" y="2641599"/>
                  </a:lnTo>
                  <a:lnTo>
                    <a:pt x="3768872" y="2641599"/>
                  </a:lnTo>
                  <a:lnTo>
                    <a:pt x="3759229" y="2616199"/>
                  </a:lnTo>
                  <a:lnTo>
                    <a:pt x="3755687" y="2603499"/>
                  </a:lnTo>
                  <a:lnTo>
                    <a:pt x="3758233" y="2590799"/>
                  </a:lnTo>
                  <a:lnTo>
                    <a:pt x="3765281" y="2578099"/>
                  </a:lnTo>
                  <a:lnTo>
                    <a:pt x="3775948" y="2565399"/>
                  </a:lnTo>
                  <a:close/>
                </a:path>
                <a:path w="4972050" h="4965700">
                  <a:moveTo>
                    <a:pt x="3588942" y="241299"/>
                  </a:moveTo>
                  <a:lnTo>
                    <a:pt x="4332786" y="241299"/>
                  </a:lnTo>
                  <a:lnTo>
                    <a:pt x="4528930" y="431799"/>
                  </a:lnTo>
                  <a:lnTo>
                    <a:pt x="4529379" y="431799"/>
                  </a:lnTo>
                  <a:lnTo>
                    <a:pt x="4529827" y="444499"/>
                  </a:lnTo>
                  <a:lnTo>
                    <a:pt x="4531623" y="444499"/>
                  </a:lnTo>
                  <a:lnTo>
                    <a:pt x="4531623" y="990599"/>
                  </a:lnTo>
                  <a:lnTo>
                    <a:pt x="4531398" y="1003299"/>
                  </a:lnTo>
                  <a:lnTo>
                    <a:pt x="4527247" y="1003299"/>
                  </a:lnTo>
                  <a:lnTo>
                    <a:pt x="3811792" y="1663699"/>
                  </a:lnTo>
                  <a:lnTo>
                    <a:pt x="3811792" y="2565399"/>
                  </a:lnTo>
                  <a:lnTo>
                    <a:pt x="3789350" y="2565399"/>
                  </a:lnTo>
                  <a:lnTo>
                    <a:pt x="3789350" y="1650999"/>
                  </a:lnTo>
                  <a:lnTo>
                    <a:pt x="3793053" y="1650999"/>
                  </a:lnTo>
                  <a:lnTo>
                    <a:pt x="4509181" y="990599"/>
                  </a:lnTo>
                  <a:lnTo>
                    <a:pt x="4509181" y="444499"/>
                  </a:lnTo>
                  <a:lnTo>
                    <a:pt x="4322238" y="266699"/>
                  </a:lnTo>
                  <a:lnTo>
                    <a:pt x="3563271" y="266699"/>
                  </a:lnTo>
                  <a:lnTo>
                    <a:pt x="3588942" y="241299"/>
                  </a:lnTo>
                  <a:close/>
                </a:path>
                <a:path w="4972050" h="4965700">
                  <a:moveTo>
                    <a:pt x="3911183" y="2133599"/>
                  </a:moveTo>
                  <a:lnTo>
                    <a:pt x="3936444" y="2133599"/>
                  </a:lnTo>
                  <a:lnTo>
                    <a:pt x="3961369" y="2146299"/>
                  </a:lnTo>
                  <a:lnTo>
                    <a:pt x="3979400" y="2158999"/>
                  </a:lnTo>
                  <a:lnTo>
                    <a:pt x="3990572" y="2184399"/>
                  </a:lnTo>
                  <a:lnTo>
                    <a:pt x="3994380" y="2197099"/>
                  </a:lnTo>
                  <a:lnTo>
                    <a:pt x="3990319" y="2222499"/>
                  </a:lnTo>
                  <a:lnTo>
                    <a:pt x="4031949" y="2247899"/>
                  </a:lnTo>
                  <a:lnTo>
                    <a:pt x="3979098" y="2247899"/>
                  </a:lnTo>
                  <a:lnTo>
                    <a:pt x="3961407" y="2260599"/>
                  </a:lnTo>
                  <a:lnTo>
                    <a:pt x="3940161" y="2273299"/>
                  </a:lnTo>
                  <a:lnTo>
                    <a:pt x="3917400" y="2273299"/>
                  </a:lnTo>
                  <a:lnTo>
                    <a:pt x="3895165" y="2260599"/>
                  </a:lnTo>
                  <a:lnTo>
                    <a:pt x="3875472" y="2247899"/>
                  </a:lnTo>
                  <a:lnTo>
                    <a:pt x="3864363" y="2222499"/>
                  </a:lnTo>
                  <a:lnTo>
                    <a:pt x="3862595" y="2197099"/>
                  </a:lnTo>
                  <a:lnTo>
                    <a:pt x="3870927" y="2171699"/>
                  </a:lnTo>
                  <a:lnTo>
                    <a:pt x="3888404" y="2146299"/>
                  </a:lnTo>
                  <a:lnTo>
                    <a:pt x="3911183" y="2133599"/>
                  </a:lnTo>
                  <a:close/>
                </a:path>
                <a:path w="4972050" h="4965700">
                  <a:moveTo>
                    <a:pt x="4258390" y="584199"/>
                  </a:moveTo>
                  <a:lnTo>
                    <a:pt x="4280945" y="584199"/>
                  </a:lnTo>
                  <a:lnTo>
                    <a:pt x="4280945" y="927099"/>
                  </a:lnTo>
                  <a:lnTo>
                    <a:pt x="4277017" y="927099"/>
                  </a:lnTo>
                  <a:lnTo>
                    <a:pt x="3540243" y="1663699"/>
                  </a:lnTo>
                  <a:lnTo>
                    <a:pt x="3540243" y="1943099"/>
                  </a:lnTo>
                  <a:lnTo>
                    <a:pt x="3553645" y="1955799"/>
                  </a:lnTo>
                  <a:lnTo>
                    <a:pt x="3564312" y="1968499"/>
                  </a:lnTo>
                  <a:lnTo>
                    <a:pt x="3571360" y="1981199"/>
                  </a:lnTo>
                  <a:lnTo>
                    <a:pt x="3573906" y="1993899"/>
                  </a:lnTo>
                  <a:lnTo>
                    <a:pt x="3570364" y="2006599"/>
                  </a:lnTo>
                  <a:lnTo>
                    <a:pt x="3560721" y="2019299"/>
                  </a:lnTo>
                  <a:lnTo>
                    <a:pt x="3546449" y="2031999"/>
                  </a:lnTo>
                  <a:lnTo>
                    <a:pt x="3511594" y="2031999"/>
                  </a:lnTo>
                  <a:lnTo>
                    <a:pt x="3497322" y="2019299"/>
                  </a:lnTo>
                  <a:lnTo>
                    <a:pt x="3487679" y="2006599"/>
                  </a:lnTo>
                  <a:lnTo>
                    <a:pt x="3484137" y="1993899"/>
                  </a:lnTo>
                  <a:lnTo>
                    <a:pt x="3486683" y="1981199"/>
                  </a:lnTo>
                  <a:lnTo>
                    <a:pt x="3493731" y="1968499"/>
                  </a:lnTo>
                  <a:lnTo>
                    <a:pt x="3504398" y="1955799"/>
                  </a:lnTo>
                  <a:lnTo>
                    <a:pt x="3517800" y="1943099"/>
                  </a:lnTo>
                  <a:lnTo>
                    <a:pt x="3517800" y="1663699"/>
                  </a:lnTo>
                  <a:lnTo>
                    <a:pt x="3517464" y="1663699"/>
                  </a:lnTo>
                  <a:lnTo>
                    <a:pt x="3518361" y="1650999"/>
                  </a:lnTo>
                  <a:lnTo>
                    <a:pt x="4258390" y="914399"/>
                  </a:lnTo>
                  <a:lnTo>
                    <a:pt x="4258390" y="584199"/>
                  </a:lnTo>
                  <a:close/>
                </a:path>
                <a:path w="4972050" h="4965700">
                  <a:moveTo>
                    <a:pt x="4593642" y="1600199"/>
                  </a:moveTo>
                  <a:lnTo>
                    <a:pt x="4645101" y="1600199"/>
                  </a:lnTo>
                  <a:lnTo>
                    <a:pt x="4666149" y="1612899"/>
                  </a:lnTo>
                  <a:lnTo>
                    <a:pt x="4680360" y="1638299"/>
                  </a:lnTo>
                  <a:lnTo>
                    <a:pt x="4685576" y="1663699"/>
                  </a:lnTo>
                  <a:lnTo>
                    <a:pt x="4681356" y="1689099"/>
                  </a:lnTo>
                  <a:lnTo>
                    <a:pt x="4669740" y="1714499"/>
                  </a:lnTo>
                  <a:lnTo>
                    <a:pt x="4652297" y="1727199"/>
                  </a:lnTo>
                  <a:lnTo>
                    <a:pt x="4586399" y="1727199"/>
                  </a:lnTo>
                  <a:lnTo>
                    <a:pt x="4568961" y="1714499"/>
                  </a:lnTo>
                  <a:lnTo>
                    <a:pt x="4557372" y="1689099"/>
                  </a:lnTo>
                  <a:lnTo>
                    <a:pt x="4553167" y="1663699"/>
                  </a:lnTo>
                  <a:lnTo>
                    <a:pt x="4558383" y="1638299"/>
                  </a:lnTo>
                  <a:lnTo>
                    <a:pt x="4572594" y="1612899"/>
                  </a:lnTo>
                  <a:lnTo>
                    <a:pt x="4593642" y="1600199"/>
                  </a:lnTo>
                  <a:close/>
                </a:path>
                <a:path w="4972050" h="4965700">
                  <a:moveTo>
                    <a:pt x="3630460" y="469899"/>
                  </a:moveTo>
                  <a:lnTo>
                    <a:pt x="3668499" y="469899"/>
                  </a:lnTo>
                  <a:lnTo>
                    <a:pt x="3268917" y="863599"/>
                  </a:lnTo>
                  <a:lnTo>
                    <a:pt x="3267683" y="863599"/>
                  </a:lnTo>
                  <a:lnTo>
                    <a:pt x="3265102" y="876299"/>
                  </a:lnTo>
                  <a:lnTo>
                    <a:pt x="2714148" y="876299"/>
                  </a:lnTo>
                  <a:lnTo>
                    <a:pt x="2593185" y="1079499"/>
                  </a:lnTo>
                  <a:lnTo>
                    <a:pt x="1709078" y="1079499"/>
                  </a:lnTo>
                  <a:lnTo>
                    <a:pt x="1705168" y="1104899"/>
                  </a:lnTo>
                  <a:lnTo>
                    <a:pt x="1698418" y="1117599"/>
                  </a:lnTo>
                  <a:lnTo>
                    <a:pt x="1688975" y="1117599"/>
                  </a:lnTo>
                  <a:lnTo>
                    <a:pt x="1676986" y="1130299"/>
                  </a:lnTo>
                  <a:lnTo>
                    <a:pt x="1652014" y="1142999"/>
                  </a:lnTo>
                  <a:lnTo>
                    <a:pt x="1626758" y="1142999"/>
                  </a:lnTo>
                  <a:lnTo>
                    <a:pt x="1604005" y="1130299"/>
                  </a:lnTo>
                  <a:lnTo>
                    <a:pt x="1586544" y="1104899"/>
                  </a:lnTo>
                  <a:lnTo>
                    <a:pt x="1578560" y="1079499"/>
                  </a:lnTo>
                  <a:lnTo>
                    <a:pt x="1578802" y="1066799"/>
                  </a:lnTo>
                  <a:lnTo>
                    <a:pt x="2577027" y="1066799"/>
                  </a:lnTo>
                  <a:lnTo>
                    <a:pt x="2697990" y="850899"/>
                  </a:lnTo>
                  <a:lnTo>
                    <a:pt x="3256799" y="850899"/>
                  </a:lnTo>
                  <a:lnTo>
                    <a:pt x="3630460" y="469899"/>
                  </a:lnTo>
                  <a:close/>
                </a:path>
                <a:path w="4972050" h="4965700">
                  <a:moveTo>
                    <a:pt x="795685" y="685799"/>
                  </a:moveTo>
                  <a:lnTo>
                    <a:pt x="810518" y="698499"/>
                  </a:lnTo>
                  <a:lnTo>
                    <a:pt x="823289" y="698499"/>
                  </a:lnTo>
                  <a:lnTo>
                    <a:pt x="833114" y="711199"/>
                  </a:lnTo>
                  <a:lnTo>
                    <a:pt x="839110" y="723899"/>
                  </a:lnTo>
                  <a:lnTo>
                    <a:pt x="1456829" y="723899"/>
                  </a:lnTo>
                  <a:lnTo>
                    <a:pt x="1458961" y="736599"/>
                  </a:lnTo>
                  <a:lnTo>
                    <a:pt x="1620993" y="1015999"/>
                  </a:lnTo>
                  <a:lnTo>
                    <a:pt x="1666032" y="1015999"/>
                  </a:lnTo>
                  <a:lnTo>
                    <a:pt x="1685863" y="1028699"/>
                  </a:lnTo>
                  <a:lnTo>
                    <a:pt x="1701224" y="1041399"/>
                  </a:lnTo>
                  <a:lnTo>
                    <a:pt x="1705263" y="1054099"/>
                  </a:lnTo>
                  <a:lnTo>
                    <a:pt x="1707957" y="1054099"/>
                  </a:lnTo>
                  <a:lnTo>
                    <a:pt x="1709191" y="1066799"/>
                  </a:lnTo>
                  <a:lnTo>
                    <a:pt x="1578802" y="1066799"/>
                  </a:lnTo>
                  <a:lnTo>
                    <a:pt x="1586702" y="1041399"/>
                  </a:lnTo>
                  <a:lnTo>
                    <a:pt x="1601693" y="1028699"/>
                  </a:lnTo>
                  <a:lnTo>
                    <a:pt x="1594471" y="1015999"/>
                  </a:lnTo>
                  <a:lnTo>
                    <a:pt x="1620993" y="1015999"/>
                  </a:lnTo>
                  <a:lnTo>
                    <a:pt x="1643739" y="1003299"/>
                  </a:lnTo>
                  <a:lnTo>
                    <a:pt x="1587249" y="1003299"/>
                  </a:lnTo>
                  <a:lnTo>
                    <a:pt x="1442803" y="749299"/>
                  </a:lnTo>
                  <a:lnTo>
                    <a:pt x="754342" y="749299"/>
                  </a:lnTo>
                  <a:lnTo>
                    <a:pt x="750801" y="736599"/>
                  </a:lnTo>
                  <a:lnTo>
                    <a:pt x="754342" y="723899"/>
                  </a:lnTo>
                  <a:lnTo>
                    <a:pt x="763985" y="711199"/>
                  </a:lnTo>
                  <a:lnTo>
                    <a:pt x="778257" y="698499"/>
                  </a:lnTo>
                  <a:lnTo>
                    <a:pt x="795685" y="685799"/>
                  </a:lnTo>
                  <a:close/>
                </a:path>
                <a:path w="4972050" h="4965700">
                  <a:moveTo>
                    <a:pt x="3655371" y="444499"/>
                  </a:moveTo>
                  <a:lnTo>
                    <a:pt x="4038682" y="444499"/>
                  </a:lnTo>
                  <a:lnTo>
                    <a:pt x="4038682" y="800099"/>
                  </a:lnTo>
                  <a:lnTo>
                    <a:pt x="4060433" y="812799"/>
                  </a:lnTo>
                  <a:lnTo>
                    <a:pt x="4077871" y="825499"/>
                  </a:lnTo>
                  <a:lnTo>
                    <a:pt x="4089461" y="838199"/>
                  </a:lnTo>
                  <a:lnTo>
                    <a:pt x="4093665" y="863599"/>
                  </a:lnTo>
                  <a:lnTo>
                    <a:pt x="4088449" y="888999"/>
                  </a:lnTo>
                  <a:lnTo>
                    <a:pt x="4074239" y="914399"/>
                  </a:lnTo>
                  <a:lnTo>
                    <a:pt x="4053190" y="927099"/>
                  </a:lnTo>
                  <a:lnTo>
                    <a:pt x="4027461" y="939799"/>
                  </a:lnTo>
                  <a:lnTo>
                    <a:pt x="4001731" y="927099"/>
                  </a:lnTo>
                  <a:lnTo>
                    <a:pt x="3980683" y="914399"/>
                  </a:lnTo>
                  <a:lnTo>
                    <a:pt x="3966473" y="888999"/>
                  </a:lnTo>
                  <a:lnTo>
                    <a:pt x="3961257" y="863599"/>
                  </a:lnTo>
                  <a:lnTo>
                    <a:pt x="3965461" y="838199"/>
                  </a:lnTo>
                  <a:lnTo>
                    <a:pt x="3977050" y="825499"/>
                  </a:lnTo>
                  <a:lnTo>
                    <a:pt x="3994488" y="812799"/>
                  </a:lnTo>
                  <a:lnTo>
                    <a:pt x="4016240" y="800099"/>
                  </a:lnTo>
                  <a:lnTo>
                    <a:pt x="4016240" y="469899"/>
                  </a:lnTo>
                  <a:lnTo>
                    <a:pt x="3630460" y="469899"/>
                  </a:lnTo>
                  <a:lnTo>
                    <a:pt x="3655371" y="444499"/>
                  </a:lnTo>
                  <a:close/>
                </a:path>
                <a:path w="4972050" h="4965700">
                  <a:moveTo>
                    <a:pt x="778257" y="774699"/>
                  </a:moveTo>
                  <a:lnTo>
                    <a:pt x="810581" y="774699"/>
                  </a:lnTo>
                  <a:lnTo>
                    <a:pt x="795685" y="787399"/>
                  </a:lnTo>
                  <a:lnTo>
                    <a:pt x="778257" y="774699"/>
                  </a:lnTo>
                  <a:close/>
                </a:path>
                <a:path w="4972050" h="4965700">
                  <a:moveTo>
                    <a:pt x="3146945" y="50799"/>
                  </a:moveTo>
                  <a:lnTo>
                    <a:pt x="4497062" y="50799"/>
                  </a:lnTo>
                  <a:lnTo>
                    <a:pt x="4738203" y="292099"/>
                  </a:lnTo>
                  <a:lnTo>
                    <a:pt x="4742018" y="292099"/>
                  </a:lnTo>
                  <a:lnTo>
                    <a:pt x="4742018" y="634999"/>
                  </a:lnTo>
                  <a:lnTo>
                    <a:pt x="4763769" y="647699"/>
                  </a:lnTo>
                  <a:lnTo>
                    <a:pt x="4781207" y="660399"/>
                  </a:lnTo>
                  <a:lnTo>
                    <a:pt x="4792797" y="685799"/>
                  </a:lnTo>
                  <a:lnTo>
                    <a:pt x="4797001" y="711199"/>
                  </a:lnTo>
                  <a:lnTo>
                    <a:pt x="4791785" y="736599"/>
                  </a:lnTo>
                  <a:lnTo>
                    <a:pt x="4777574" y="749299"/>
                  </a:lnTo>
                  <a:lnTo>
                    <a:pt x="4756526" y="761999"/>
                  </a:lnTo>
                  <a:lnTo>
                    <a:pt x="4730797" y="774699"/>
                  </a:lnTo>
                  <a:lnTo>
                    <a:pt x="4705067" y="761999"/>
                  </a:lnTo>
                  <a:lnTo>
                    <a:pt x="4684019" y="749299"/>
                  </a:lnTo>
                  <a:lnTo>
                    <a:pt x="4669808" y="736599"/>
                  </a:lnTo>
                  <a:lnTo>
                    <a:pt x="4664592" y="711199"/>
                  </a:lnTo>
                  <a:lnTo>
                    <a:pt x="4668797" y="685799"/>
                  </a:lnTo>
                  <a:lnTo>
                    <a:pt x="4680386" y="660399"/>
                  </a:lnTo>
                  <a:lnTo>
                    <a:pt x="4697824" y="647699"/>
                  </a:lnTo>
                  <a:lnTo>
                    <a:pt x="4719575" y="634999"/>
                  </a:lnTo>
                  <a:lnTo>
                    <a:pt x="4719575" y="304799"/>
                  </a:lnTo>
                  <a:lnTo>
                    <a:pt x="4487187" y="76199"/>
                  </a:lnTo>
                  <a:lnTo>
                    <a:pt x="3122184" y="76199"/>
                  </a:lnTo>
                  <a:lnTo>
                    <a:pt x="3146945" y="50799"/>
                  </a:lnTo>
                  <a:close/>
                </a:path>
                <a:path w="4972050" h="4965700">
                  <a:moveTo>
                    <a:pt x="754342" y="749299"/>
                  </a:moveTo>
                  <a:lnTo>
                    <a:pt x="839110" y="749299"/>
                  </a:lnTo>
                  <a:lnTo>
                    <a:pt x="833177" y="761999"/>
                  </a:lnTo>
                  <a:lnTo>
                    <a:pt x="823373" y="774699"/>
                  </a:lnTo>
                  <a:lnTo>
                    <a:pt x="763985" y="774699"/>
                  </a:lnTo>
                  <a:lnTo>
                    <a:pt x="754342" y="749299"/>
                  </a:lnTo>
                  <a:close/>
                </a:path>
                <a:path w="4972050" h="4965700">
                  <a:moveTo>
                    <a:pt x="3563271" y="266699"/>
                  </a:moveTo>
                  <a:lnTo>
                    <a:pt x="3601173" y="266699"/>
                  </a:lnTo>
                  <a:lnTo>
                    <a:pt x="3201815" y="660399"/>
                  </a:lnTo>
                  <a:lnTo>
                    <a:pt x="2305029" y="660399"/>
                  </a:lnTo>
                  <a:lnTo>
                    <a:pt x="2297144" y="685799"/>
                  </a:lnTo>
                  <a:lnTo>
                    <a:pt x="2282600" y="698499"/>
                  </a:lnTo>
                  <a:lnTo>
                    <a:pt x="2262944" y="711199"/>
                  </a:lnTo>
                  <a:lnTo>
                    <a:pt x="2239722" y="723899"/>
                  </a:lnTo>
                  <a:lnTo>
                    <a:pt x="2213993" y="711199"/>
                  </a:lnTo>
                  <a:lnTo>
                    <a:pt x="2192944" y="698499"/>
                  </a:lnTo>
                  <a:lnTo>
                    <a:pt x="2178734" y="673099"/>
                  </a:lnTo>
                  <a:lnTo>
                    <a:pt x="2173518" y="647699"/>
                  </a:lnTo>
                  <a:lnTo>
                    <a:pt x="2176126" y="634999"/>
                  </a:lnTo>
                  <a:lnTo>
                    <a:pt x="3191043" y="634999"/>
                  </a:lnTo>
                  <a:lnTo>
                    <a:pt x="3563271" y="266699"/>
                  </a:lnTo>
                  <a:close/>
                </a:path>
                <a:path w="4972050" h="4965700">
                  <a:moveTo>
                    <a:pt x="2239722" y="584199"/>
                  </a:moveTo>
                  <a:lnTo>
                    <a:pt x="2262943" y="584199"/>
                  </a:lnTo>
                  <a:lnTo>
                    <a:pt x="2282587" y="596899"/>
                  </a:lnTo>
                  <a:lnTo>
                    <a:pt x="2297097" y="622299"/>
                  </a:lnTo>
                  <a:lnTo>
                    <a:pt x="2304916" y="634999"/>
                  </a:lnTo>
                  <a:lnTo>
                    <a:pt x="2176126" y="634999"/>
                  </a:lnTo>
                  <a:lnTo>
                    <a:pt x="2178734" y="622299"/>
                  </a:lnTo>
                  <a:lnTo>
                    <a:pt x="2192944" y="609599"/>
                  </a:lnTo>
                  <a:lnTo>
                    <a:pt x="2213993" y="596899"/>
                  </a:lnTo>
                  <a:lnTo>
                    <a:pt x="2239722" y="584199"/>
                  </a:lnTo>
                  <a:close/>
                </a:path>
                <a:path w="4972050" h="4965700">
                  <a:moveTo>
                    <a:pt x="4243882" y="457199"/>
                  </a:moveTo>
                  <a:lnTo>
                    <a:pt x="4295341" y="457199"/>
                  </a:lnTo>
                  <a:lnTo>
                    <a:pt x="4316389" y="482599"/>
                  </a:lnTo>
                  <a:lnTo>
                    <a:pt x="4330599" y="495299"/>
                  </a:lnTo>
                  <a:lnTo>
                    <a:pt x="4335815" y="520699"/>
                  </a:lnTo>
                  <a:lnTo>
                    <a:pt x="4331613" y="546099"/>
                  </a:lnTo>
                  <a:lnTo>
                    <a:pt x="4320036" y="571499"/>
                  </a:lnTo>
                  <a:lnTo>
                    <a:pt x="4302631" y="584199"/>
                  </a:lnTo>
                  <a:lnTo>
                    <a:pt x="4236639" y="584199"/>
                  </a:lnTo>
                  <a:lnTo>
                    <a:pt x="4219201" y="571499"/>
                  </a:lnTo>
                  <a:lnTo>
                    <a:pt x="4207611" y="546099"/>
                  </a:lnTo>
                  <a:lnTo>
                    <a:pt x="4203407" y="520699"/>
                  </a:lnTo>
                  <a:lnTo>
                    <a:pt x="4208623" y="495299"/>
                  </a:lnTo>
                  <a:lnTo>
                    <a:pt x="4222833" y="482599"/>
                  </a:lnTo>
                  <a:lnTo>
                    <a:pt x="4243882" y="457199"/>
                  </a:lnTo>
                  <a:close/>
                </a:path>
                <a:path w="4972050" h="4965700">
                  <a:moveTo>
                    <a:pt x="3122184" y="76199"/>
                  </a:moveTo>
                  <a:lnTo>
                    <a:pt x="3160073" y="76199"/>
                  </a:lnTo>
                  <a:lnTo>
                    <a:pt x="2750392" y="482599"/>
                  </a:lnTo>
                  <a:lnTo>
                    <a:pt x="1569601" y="482599"/>
                  </a:lnTo>
                  <a:lnTo>
                    <a:pt x="1563668" y="495299"/>
                  </a:lnTo>
                  <a:lnTo>
                    <a:pt x="1553863" y="507999"/>
                  </a:lnTo>
                  <a:lnTo>
                    <a:pt x="1541071" y="520699"/>
                  </a:lnTo>
                  <a:lnTo>
                    <a:pt x="1508748" y="520699"/>
                  </a:lnTo>
                  <a:lnTo>
                    <a:pt x="1494476" y="507999"/>
                  </a:lnTo>
                  <a:lnTo>
                    <a:pt x="1484833" y="495299"/>
                  </a:lnTo>
                  <a:lnTo>
                    <a:pt x="1481291" y="469899"/>
                  </a:lnTo>
                  <a:lnTo>
                    <a:pt x="2738386" y="469899"/>
                  </a:lnTo>
                  <a:lnTo>
                    <a:pt x="3122184" y="76199"/>
                  </a:lnTo>
                  <a:close/>
                </a:path>
                <a:path w="4972050" h="4965700">
                  <a:moveTo>
                    <a:pt x="1508748" y="431799"/>
                  </a:moveTo>
                  <a:lnTo>
                    <a:pt x="1541008" y="431799"/>
                  </a:lnTo>
                  <a:lnTo>
                    <a:pt x="1553779" y="444499"/>
                  </a:lnTo>
                  <a:lnTo>
                    <a:pt x="1563605" y="444499"/>
                  </a:lnTo>
                  <a:lnTo>
                    <a:pt x="1569601" y="469899"/>
                  </a:lnTo>
                  <a:lnTo>
                    <a:pt x="1481291" y="469899"/>
                  </a:lnTo>
                  <a:lnTo>
                    <a:pt x="1484833" y="457199"/>
                  </a:lnTo>
                  <a:lnTo>
                    <a:pt x="1494476" y="444499"/>
                  </a:lnTo>
                  <a:lnTo>
                    <a:pt x="1508748" y="431799"/>
                  </a:lnTo>
                  <a:close/>
                </a:path>
                <a:path w="4972050" h="4965700">
                  <a:moveTo>
                    <a:pt x="2616306" y="203199"/>
                  </a:moveTo>
                  <a:lnTo>
                    <a:pt x="2665258" y="203199"/>
                  </a:lnTo>
                  <a:lnTo>
                    <a:pt x="2686306" y="228599"/>
                  </a:lnTo>
                  <a:lnTo>
                    <a:pt x="2700516" y="241299"/>
                  </a:lnTo>
                  <a:lnTo>
                    <a:pt x="2705733" y="266699"/>
                  </a:lnTo>
                  <a:lnTo>
                    <a:pt x="2700516" y="292099"/>
                  </a:lnTo>
                  <a:lnTo>
                    <a:pt x="2686306" y="317499"/>
                  </a:lnTo>
                  <a:lnTo>
                    <a:pt x="2665258" y="330199"/>
                  </a:lnTo>
                  <a:lnTo>
                    <a:pt x="2616259" y="330199"/>
                  </a:lnTo>
                  <a:lnTo>
                    <a:pt x="2596608" y="317499"/>
                  </a:lnTo>
                  <a:lnTo>
                    <a:pt x="2582091" y="304799"/>
                  </a:lnTo>
                  <a:lnTo>
                    <a:pt x="2574222" y="279399"/>
                  </a:lnTo>
                  <a:lnTo>
                    <a:pt x="1770" y="279399"/>
                  </a:lnTo>
                  <a:lnTo>
                    <a:pt x="0" y="266699"/>
                  </a:lnTo>
                  <a:lnTo>
                    <a:pt x="3541" y="253999"/>
                  </a:lnTo>
                  <a:lnTo>
                    <a:pt x="2574222" y="253999"/>
                  </a:lnTo>
                  <a:lnTo>
                    <a:pt x="2582106" y="241299"/>
                  </a:lnTo>
                  <a:lnTo>
                    <a:pt x="2596650" y="215899"/>
                  </a:lnTo>
                  <a:lnTo>
                    <a:pt x="2616306" y="203199"/>
                  </a:lnTo>
                  <a:close/>
                </a:path>
                <a:path w="4972050" h="4965700">
                  <a:moveTo>
                    <a:pt x="1770" y="279399"/>
                  </a:moveTo>
                  <a:lnTo>
                    <a:pt x="88309" y="279399"/>
                  </a:lnTo>
                  <a:lnTo>
                    <a:pt x="82376" y="292099"/>
                  </a:lnTo>
                  <a:lnTo>
                    <a:pt x="72572" y="304799"/>
                  </a:lnTo>
                  <a:lnTo>
                    <a:pt x="59780" y="317499"/>
                  </a:lnTo>
                  <a:lnTo>
                    <a:pt x="44884" y="317499"/>
                  </a:lnTo>
                  <a:lnTo>
                    <a:pt x="27456" y="304799"/>
                  </a:lnTo>
                  <a:lnTo>
                    <a:pt x="13184" y="304799"/>
                  </a:lnTo>
                  <a:lnTo>
                    <a:pt x="3541" y="292099"/>
                  </a:lnTo>
                  <a:lnTo>
                    <a:pt x="1770" y="279399"/>
                  </a:lnTo>
                  <a:close/>
                </a:path>
                <a:path w="4972050" h="4965700">
                  <a:moveTo>
                    <a:pt x="27456" y="228599"/>
                  </a:moveTo>
                  <a:lnTo>
                    <a:pt x="72488" y="228599"/>
                  </a:lnTo>
                  <a:lnTo>
                    <a:pt x="82313" y="241299"/>
                  </a:lnTo>
                  <a:lnTo>
                    <a:pt x="88309" y="253999"/>
                  </a:lnTo>
                  <a:lnTo>
                    <a:pt x="3541" y="253999"/>
                  </a:lnTo>
                  <a:lnTo>
                    <a:pt x="13184" y="241299"/>
                  </a:lnTo>
                  <a:lnTo>
                    <a:pt x="27456" y="228599"/>
                  </a:lnTo>
                  <a:close/>
                </a:path>
                <a:path w="4972050" h="4965700">
                  <a:moveTo>
                    <a:pt x="4880116" y="0"/>
                  </a:moveTo>
                  <a:lnTo>
                    <a:pt x="4931575" y="0"/>
                  </a:lnTo>
                  <a:lnTo>
                    <a:pt x="4952623" y="25399"/>
                  </a:lnTo>
                  <a:lnTo>
                    <a:pt x="4966833" y="38099"/>
                  </a:lnTo>
                  <a:lnTo>
                    <a:pt x="4972049" y="63499"/>
                  </a:lnTo>
                  <a:lnTo>
                    <a:pt x="4967847" y="88899"/>
                  </a:lnTo>
                  <a:lnTo>
                    <a:pt x="4956270" y="114299"/>
                  </a:lnTo>
                  <a:lnTo>
                    <a:pt x="4938865" y="126999"/>
                  </a:lnTo>
                  <a:lnTo>
                    <a:pt x="4872873" y="126999"/>
                  </a:lnTo>
                  <a:lnTo>
                    <a:pt x="4855434" y="114299"/>
                  </a:lnTo>
                  <a:lnTo>
                    <a:pt x="4843845" y="88899"/>
                  </a:lnTo>
                  <a:lnTo>
                    <a:pt x="4839641" y="63499"/>
                  </a:lnTo>
                  <a:lnTo>
                    <a:pt x="4844857" y="38099"/>
                  </a:lnTo>
                  <a:lnTo>
                    <a:pt x="4859067" y="25399"/>
                  </a:lnTo>
                  <a:lnTo>
                    <a:pt x="4880116" y="0"/>
                  </a:lnTo>
                  <a:close/>
                </a:path>
              </a:pathLst>
            </a:custGeom>
            <a:solidFill>
              <a:srgbClr val="FFFFFF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4121" y="3870301"/>
              <a:ext cx="14573877" cy="96054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6000" y="1569660"/>
            <a:ext cx="629031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Key</a:t>
            </a:r>
            <a:r>
              <a:rPr spc="-625" dirty="0"/>
              <a:t> </a:t>
            </a:r>
            <a:r>
              <a:rPr spc="-55" dirty="0"/>
              <a:t>Outcomes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9052" y="0"/>
              <a:ext cx="3018948" cy="32849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4121" y="5211844"/>
              <a:ext cx="14573877" cy="96054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6118706"/>
              <a:ext cx="18287998" cy="41682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4121" y="6524812"/>
              <a:ext cx="14573877" cy="96054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792227" y="4050732"/>
            <a:ext cx="11224260" cy="3143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90"/>
              </a:spcBef>
              <a:buClr>
                <a:srgbClr val="2041E3"/>
              </a:buClr>
              <a:buSzPct val="122000"/>
              <a:buAutoNum type="arabicPeriod"/>
              <a:tabLst>
                <a:tab pos="431800" algn="l"/>
              </a:tabLst>
            </a:pP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Built</a:t>
            </a:r>
            <a:r>
              <a:rPr sz="250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a</a:t>
            </a:r>
            <a:r>
              <a:rPr sz="250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clean</a:t>
            </a:r>
            <a:r>
              <a:rPr sz="250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spc="180" dirty="0">
                <a:solidFill>
                  <a:srgbClr val="240045"/>
                </a:solidFill>
                <a:latin typeface="Trebuchet MS"/>
                <a:cs typeface="Trebuchet MS"/>
              </a:rPr>
              <a:t>SQL</a:t>
            </a:r>
            <a:r>
              <a:rPr sz="2500" spc="229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database</a:t>
            </a:r>
            <a:r>
              <a:rPr sz="250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from</a:t>
            </a:r>
            <a:r>
              <a:rPr sz="250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spc="180" dirty="0">
                <a:solidFill>
                  <a:srgbClr val="240045"/>
                </a:solidFill>
                <a:latin typeface="Trebuchet MS"/>
                <a:cs typeface="Trebuchet MS"/>
              </a:rPr>
              <a:t>semi-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structured</a:t>
            </a:r>
            <a:r>
              <a:rPr sz="2500" spc="22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240045"/>
                </a:solidFill>
                <a:latin typeface="Trebuchet MS"/>
                <a:cs typeface="Trebuchet MS"/>
              </a:rPr>
              <a:t>data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 marL="431165" indent="-400050">
              <a:lnSpc>
                <a:spcPct val="100000"/>
              </a:lnSpc>
              <a:buClr>
                <a:srgbClr val="2041E3"/>
              </a:buClr>
              <a:buSzPct val="122000"/>
              <a:buAutoNum type="arabicPeriod"/>
              <a:tabLst>
                <a:tab pos="431165" algn="l"/>
              </a:tabLst>
            </a:pP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Delivered</a:t>
            </a:r>
            <a:r>
              <a:rPr sz="250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spc="505" dirty="0">
                <a:solidFill>
                  <a:srgbClr val="240045"/>
                </a:solidFill>
                <a:latin typeface="Trebuchet MS"/>
                <a:cs typeface="Trebuchet MS"/>
              </a:rPr>
              <a:t>8+</a:t>
            </a:r>
            <a:r>
              <a:rPr sz="250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spc="145" dirty="0">
                <a:solidFill>
                  <a:srgbClr val="240045"/>
                </a:solidFill>
                <a:latin typeface="Trebuchet MS"/>
                <a:cs typeface="Trebuchet MS"/>
              </a:rPr>
              <a:t>business-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driven</a:t>
            </a:r>
            <a:r>
              <a:rPr sz="250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queries</a:t>
            </a:r>
            <a:r>
              <a:rPr sz="250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with</a:t>
            </a:r>
            <a:r>
              <a:rPr sz="250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actionable</a:t>
            </a:r>
            <a:r>
              <a:rPr sz="2500" spc="365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240045"/>
                </a:solidFill>
                <a:latin typeface="Trebuchet MS"/>
                <a:cs typeface="Trebuchet MS"/>
              </a:rPr>
              <a:t>results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 marL="431800" indent="-419100">
              <a:lnSpc>
                <a:spcPct val="100000"/>
              </a:lnSpc>
              <a:buClr>
                <a:srgbClr val="2041E3"/>
              </a:buClr>
              <a:buSzPct val="122000"/>
              <a:buAutoNum type="arabicPeriod"/>
              <a:tabLst>
                <a:tab pos="431800" algn="l"/>
              </a:tabLst>
            </a:pP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Simulated</a:t>
            </a:r>
            <a:r>
              <a:rPr sz="250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real</a:t>
            </a:r>
            <a:r>
              <a:rPr sz="250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analyst</a:t>
            </a:r>
            <a:r>
              <a:rPr sz="250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240045"/>
                </a:solidFill>
                <a:latin typeface="Trebuchet MS"/>
                <a:cs typeface="Trebuchet MS"/>
              </a:rPr>
              <a:t>workflows:</a:t>
            </a:r>
            <a:r>
              <a:rPr sz="250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import</a:t>
            </a:r>
            <a:r>
              <a:rPr sz="2500" spc="254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1200" b="1" spc="1295" dirty="0">
                <a:solidFill>
                  <a:srgbClr val="240045"/>
                </a:solidFill>
                <a:latin typeface="Arial"/>
                <a:cs typeface="Arial"/>
              </a:rPr>
              <a:t>→</a:t>
            </a:r>
            <a:r>
              <a:rPr sz="1200" b="1" spc="675" dirty="0">
                <a:solidFill>
                  <a:srgbClr val="2400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clean</a:t>
            </a:r>
            <a:r>
              <a:rPr sz="250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1200" b="1" spc="1295" dirty="0">
                <a:solidFill>
                  <a:srgbClr val="240045"/>
                </a:solidFill>
                <a:latin typeface="Arial"/>
                <a:cs typeface="Arial"/>
              </a:rPr>
              <a:t>→</a:t>
            </a:r>
            <a:r>
              <a:rPr sz="1200" b="1" spc="675" dirty="0">
                <a:solidFill>
                  <a:srgbClr val="240045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240045"/>
                </a:solidFill>
                <a:latin typeface="Trebuchet MS"/>
                <a:cs typeface="Trebuchet MS"/>
              </a:rPr>
              <a:t>analyze</a:t>
            </a:r>
            <a:r>
              <a:rPr sz="2500" spc="250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1200" b="1" spc="1295" dirty="0">
                <a:solidFill>
                  <a:srgbClr val="240045"/>
                </a:solidFill>
                <a:latin typeface="Arial"/>
                <a:cs typeface="Arial"/>
              </a:rPr>
              <a:t>→</a:t>
            </a:r>
            <a:r>
              <a:rPr sz="1200" b="1" spc="680" dirty="0">
                <a:solidFill>
                  <a:srgbClr val="240045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240045"/>
                </a:solidFill>
                <a:latin typeface="Trebuchet MS"/>
                <a:cs typeface="Trebuchet MS"/>
              </a:rPr>
              <a:t>present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1277" y="8138152"/>
            <a:ext cx="10525125" cy="4895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50" spc="-170" dirty="0">
                <a:solidFill>
                  <a:srgbClr val="2041E3"/>
                </a:solidFill>
                <a:latin typeface="Trebuchet MS"/>
                <a:cs typeface="Trebuchet MS"/>
              </a:rPr>
              <a:t>4.</a:t>
            </a:r>
            <a:r>
              <a:rPr sz="3050" spc="-17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Gained</a:t>
            </a:r>
            <a:r>
              <a:rPr sz="3750" spc="382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deep</a:t>
            </a:r>
            <a:r>
              <a:rPr sz="3750" spc="390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insight</a:t>
            </a:r>
            <a:r>
              <a:rPr sz="3750" spc="390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into</a:t>
            </a:r>
            <a:r>
              <a:rPr sz="3750" spc="390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spc="104" baseline="1111" dirty="0">
                <a:solidFill>
                  <a:srgbClr val="240045"/>
                </a:solidFill>
                <a:latin typeface="Trebuchet MS"/>
                <a:cs typeface="Trebuchet MS"/>
              </a:rPr>
              <a:t>inventory</a:t>
            </a:r>
            <a:r>
              <a:rPr sz="3750" spc="382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strategy,</a:t>
            </a:r>
            <a:r>
              <a:rPr sz="3750" spc="390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pricing,</a:t>
            </a:r>
            <a:r>
              <a:rPr sz="3750" spc="390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baseline="1111" dirty="0">
                <a:solidFill>
                  <a:srgbClr val="240045"/>
                </a:solidFill>
                <a:latin typeface="Trebuchet MS"/>
                <a:cs typeface="Trebuchet MS"/>
              </a:rPr>
              <a:t>and</a:t>
            </a:r>
            <a:r>
              <a:rPr sz="3750" spc="390" baseline="1111" dirty="0">
                <a:solidFill>
                  <a:srgbClr val="240045"/>
                </a:solidFill>
                <a:latin typeface="Trebuchet MS"/>
                <a:cs typeface="Trebuchet MS"/>
              </a:rPr>
              <a:t> </a:t>
            </a:r>
            <a:r>
              <a:rPr sz="3750" spc="-15" baseline="1111" dirty="0">
                <a:solidFill>
                  <a:srgbClr val="240045"/>
                </a:solidFill>
                <a:latin typeface="Trebuchet MS"/>
                <a:cs typeface="Trebuchet MS"/>
              </a:rPr>
              <a:t>availability</a:t>
            </a:r>
            <a:endParaRPr sz="3750" baseline="1111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700" y="443582"/>
            <a:ext cx="1762124" cy="581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9286" y="4182576"/>
            <a:ext cx="5074285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810" marR="5080" indent="-118745">
              <a:lnSpc>
                <a:spcPct val="116900"/>
              </a:lnSpc>
              <a:spcBef>
                <a:spcPts val="95"/>
              </a:spcBef>
            </a:pP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Demonstrated</a:t>
            </a:r>
            <a:r>
              <a:rPr sz="2400" spc="33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the</a:t>
            </a:r>
            <a:r>
              <a:rPr sz="2400" spc="33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85" dirty="0">
                <a:solidFill>
                  <a:srgbClr val="2041E3"/>
                </a:solidFill>
                <a:latin typeface="Trebuchet MS"/>
                <a:cs typeface="Trebuchet MS"/>
              </a:rPr>
              <a:t>power</a:t>
            </a:r>
            <a:r>
              <a:rPr sz="2400" spc="33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of</a:t>
            </a:r>
            <a:r>
              <a:rPr sz="2400" spc="33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175" dirty="0">
                <a:solidFill>
                  <a:srgbClr val="2041E3"/>
                </a:solidFill>
                <a:latin typeface="Trebuchet MS"/>
                <a:cs typeface="Trebuchet MS"/>
              </a:rPr>
              <a:t>SQL</a:t>
            </a:r>
            <a:r>
              <a:rPr sz="2400" spc="33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041E3"/>
                </a:solidFill>
                <a:latin typeface="Trebuchet MS"/>
                <a:cs typeface="Trebuchet MS"/>
              </a:rPr>
              <a:t>in </a:t>
            </a:r>
            <a:r>
              <a:rPr sz="2400" spc="45" dirty="0">
                <a:solidFill>
                  <a:srgbClr val="2041E3"/>
                </a:solidFill>
                <a:latin typeface="Trebuchet MS"/>
                <a:cs typeface="Trebuchet MS"/>
              </a:rPr>
              <a:t>analyzing</a:t>
            </a:r>
            <a:r>
              <a:rPr sz="2400" spc="24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355" dirty="0">
                <a:solidFill>
                  <a:srgbClr val="2041E3"/>
                </a:solidFill>
                <a:latin typeface="Trebuchet MS"/>
                <a:cs typeface="Trebuchet MS"/>
              </a:rPr>
              <a:t>e-</a:t>
            </a:r>
            <a:r>
              <a:rPr sz="2400" spc="55" dirty="0">
                <a:solidFill>
                  <a:srgbClr val="2041E3"/>
                </a:solidFill>
                <a:latin typeface="Trebuchet MS"/>
                <a:cs typeface="Trebuchet MS"/>
              </a:rPr>
              <a:t>commerce</a:t>
            </a:r>
            <a:r>
              <a:rPr sz="2400" spc="24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2041E3"/>
                </a:solidFill>
                <a:latin typeface="Trebuchet MS"/>
                <a:cs typeface="Trebuchet MS"/>
              </a:rPr>
              <a:t>inventory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9309" y="7693758"/>
            <a:ext cx="4222750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6415" marR="5080" indent="-514350">
              <a:lnSpc>
                <a:spcPct val="116900"/>
              </a:lnSpc>
              <a:spcBef>
                <a:spcPts val="95"/>
              </a:spcBef>
            </a:pP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Perfect</a:t>
            </a:r>
            <a:r>
              <a:rPr sz="2400" spc="28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100" dirty="0">
                <a:solidFill>
                  <a:srgbClr val="2041E3"/>
                </a:solidFill>
                <a:latin typeface="Trebuchet MS"/>
                <a:cs typeface="Trebuchet MS"/>
              </a:rPr>
              <a:t>showcase</a:t>
            </a:r>
            <a:r>
              <a:rPr sz="2400" spc="28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project</a:t>
            </a:r>
            <a:r>
              <a:rPr sz="2400" spc="28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041E3"/>
                </a:solidFill>
                <a:latin typeface="Trebuchet MS"/>
                <a:cs typeface="Trebuchet MS"/>
              </a:rPr>
              <a:t>for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aspiring</a:t>
            </a:r>
            <a:r>
              <a:rPr sz="2400" spc="33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Data</a:t>
            </a:r>
            <a:r>
              <a:rPr sz="2400" spc="34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rgbClr val="2041E3"/>
                </a:solidFill>
                <a:latin typeface="Trebuchet MS"/>
                <a:cs typeface="Trebuchet MS"/>
              </a:rPr>
              <a:t>Analysts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0064" y="7511758"/>
            <a:ext cx="4132579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1290">
              <a:lnSpc>
                <a:spcPct val="114599"/>
              </a:lnSpc>
              <a:spcBef>
                <a:spcPts val="95"/>
              </a:spcBef>
            </a:pP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Flexible</a:t>
            </a:r>
            <a:r>
              <a:rPr sz="2400" spc="29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for</a:t>
            </a:r>
            <a:r>
              <a:rPr sz="2400" spc="29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expansion</a:t>
            </a:r>
            <a:r>
              <a:rPr sz="2400" spc="29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041E3"/>
                </a:solidFill>
                <a:latin typeface="Trebuchet MS"/>
                <a:cs typeface="Trebuchet MS"/>
              </a:rPr>
              <a:t>into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dashboards,</a:t>
            </a:r>
            <a:r>
              <a:rPr sz="2400" spc="13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NLP,</a:t>
            </a:r>
            <a:r>
              <a:rPr sz="2400" spc="13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and</a:t>
            </a:r>
            <a:r>
              <a:rPr sz="2400" spc="13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rgbClr val="2041E3"/>
                </a:solidFill>
                <a:latin typeface="Trebuchet MS"/>
                <a:cs typeface="Trebuchet MS"/>
              </a:rPr>
              <a:t>Python</a:t>
            </a:r>
            <a:endParaRPr sz="2400">
              <a:latin typeface="Trebuchet MS"/>
              <a:cs typeface="Trebuchet MS"/>
            </a:endParaRPr>
          </a:p>
          <a:p>
            <a:pPr marL="1515745">
              <a:lnSpc>
                <a:spcPct val="100000"/>
              </a:lnSpc>
              <a:spcBef>
                <a:spcPts val="420"/>
              </a:spcBef>
            </a:pPr>
            <a:r>
              <a:rPr sz="2400" spc="-10" dirty="0">
                <a:solidFill>
                  <a:srgbClr val="2041E3"/>
                </a:solidFill>
                <a:latin typeface="Trebuchet MS"/>
                <a:cs typeface="Trebuchet MS"/>
              </a:rPr>
              <a:t>analysis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96232" y="4182576"/>
            <a:ext cx="4863465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230" marR="5080" indent="-177165">
              <a:lnSpc>
                <a:spcPct val="116900"/>
              </a:lnSpc>
              <a:spcBef>
                <a:spcPts val="95"/>
              </a:spcBef>
            </a:pPr>
            <a:r>
              <a:rPr sz="2400" spc="90" dirty="0">
                <a:solidFill>
                  <a:srgbClr val="2041E3"/>
                </a:solidFill>
                <a:latin typeface="Trebuchet MS"/>
                <a:cs typeface="Trebuchet MS"/>
              </a:rPr>
              <a:t>Addressed</a:t>
            </a:r>
            <a:r>
              <a:rPr sz="2400" spc="21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95" dirty="0">
                <a:solidFill>
                  <a:srgbClr val="2041E3"/>
                </a:solidFill>
                <a:latin typeface="Trebuchet MS"/>
                <a:cs typeface="Trebuchet MS"/>
              </a:rPr>
              <a:t>real-</a:t>
            </a:r>
            <a:r>
              <a:rPr sz="2400" spc="50" dirty="0">
                <a:solidFill>
                  <a:srgbClr val="2041E3"/>
                </a:solidFill>
                <a:latin typeface="Trebuchet MS"/>
                <a:cs typeface="Trebuchet MS"/>
              </a:rPr>
              <a:t>world</a:t>
            </a:r>
            <a:r>
              <a:rPr sz="2400" spc="21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data</a:t>
            </a:r>
            <a:r>
              <a:rPr sz="2400" spc="215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rgbClr val="2041E3"/>
                </a:solidFill>
                <a:latin typeface="Trebuchet MS"/>
                <a:cs typeface="Trebuchet MS"/>
              </a:rPr>
              <a:t>issues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and</a:t>
            </a:r>
            <a:r>
              <a:rPr sz="2400" spc="27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041E3"/>
                </a:solidFill>
                <a:latin typeface="Trebuchet MS"/>
                <a:cs typeface="Trebuchet MS"/>
              </a:rPr>
              <a:t>extracted</a:t>
            </a:r>
            <a:r>
              <a:rPr sz="2400" spc="27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2041E3"/>
                </a:solidFill>
                <a:latin typeface="Trebuchet MS"/>
                <a:cs typeface="Trebuchet MS"/>
              </a:rPr>
              <a:t>business</a:t>
            </a:r>
            <a:r>
              <a:rPr sz="2400" spc="270" dirty="0">
                <a:solidFill>
                  <a:srgbClr val="2041E3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2041E3"/>
                </a:solidFill>
                <a:latin typeface="Trebuchet MS"/>
                <a:cs typeface="Trebuchet MS"/>
              </a:rPr>
              <a:t>insights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400" spc="-305" dirty="0"/>
              <a:t>Thank</a:t>
            </a:r>
            <a:r>
              <a:rPr sz="9400" spc="-915" dirty="0"/>
              <a:t> </a:t>
            </a:r>
            <a:r>
              <a:rPr sz="9400" spc="-365" dirty="0"/>
              <a:t>You</a:t>
            </a:r>
            <a:endParaRPr sz="94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7261840" cy="5374005"/>
            <a:chOff x="0" y="0"/>
            <a:chExt cx="17261840" cy="5374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83142" cy="53735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99548" y="443582"/>
              <a:ext cx="1762124" cy="5810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568939" y="5975926"/>
            <a:ext cx="131502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70" dirty="0">
                <a:solidFill>
                  <a:srgbClr val="FFFFFF"/>
                </a:solidFill>
                <a:latin typeface="Trebuchet MS"/>
                <a:cs typeface="Trebuchet MS"/>
              </a:rPr>
              <a:t>"From</a:t>
            </a:r>
            <a:r>
              <a:rPr sz="33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70" dirty="0">
                <a:solidFill>
                  <a:srgbClr val="FFFFFF"/>
                </a:solidFill>
                <a:latin typeface="Trebuchet MS"/>
                <a:cs typeface="Trebuchet MS"/>
              </a:rPr>
              <a:t>Raw</a:t>
            </a:r>
            <a:r>
              <a:rPr sz="33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3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3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33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r>
              <a:rPr sz="33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760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33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Turning</a:t>
            </a:r>
            <a:r>
              <a:rPr sz="33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30" dirty="0">
                <a:solidFill>
                  <a:srgbClr val="FFFFFF"/>
                </a:solidFill>
                <a:latin typeface="Trebuchet MS"/>
                <a:cs typeface="Trebuchet MS"/>
              </a:rPr>
              <a:t>Inventory</a:t>
            </a:r>
            <a:r>
              <a:rPr sz="3300" spc="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sz="330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spc="120" dirty="0">
                <a:solidFill>
                  <a:srgbClr val="FFFFFF"/>
                </a:solidFill>
                <a:latin typeface="Trebuchet MS"/>
                <a:cs typeface="Trebuchet MS"/>
              </a:rPr>
              <a:t>Insights"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9249" y="9310665"/>
            <a:ext cx="3205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>
                <a:solidFill>
                  <a:srgbClr val="FFFF00"/>
                </a:solid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charkamaheshmahi@gmail.com</a:t>
            </a:r>
            <a:endParaRPr sz="1800" dirty="0">
              <a:solidFill>
                <a:srgbClr val="FFFF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587</Words>
  <Application>Microsoft Office PowerPoint</Application>
  <PresentationFormat>Custom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Tahoma</vt:lpstr>
      <vt:lpstr>Trebuchet MS</vt:lpstr>
      <vt:lpstr>Office Theme</vt:lpstr>
      <vt:lpstr>PowerPoint Presentation</vt:lpstr>
      <vt:lpstr>Project Overview</vt:lpstr>
      <vt:lpstr>Project Goals</vt:lpstr>
      <vt:lpstr>Business Requirements</vt:lpstr>
      <vt:lpstr>Tools &amp; Technologies</vt:lpstr>
      <vt:lpstr>Dataset Summary</vt:lpstr>
      <vt:lpstr>SQL Queries</vt:lpstr>
      <vt:lpstr>SQL Queries</vt:lpstr>
      <vt:lpstr>SQL Queries</vt:lpstr>
      <vt:lpstr>SQL Queries</vt:lpstr>
      <vt:lpstr>SQL Queries</vt:lpstr>
      <vt:lpstr>SQL Queries</vt:lpstr>
      <vt:lpstr>SQL Queries</vt:lpstr>
      <vt:lpstr>SQL Queries</vt:lpstr>
      <vt:lpstr>Business Insights from SQL</vt:lpstr>
      <vt:lpstr>Challenges and Solutions</vt:lpstr>
      <vt:lpstr>Key Outcomes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Analysis SQL Project</dc:title>
  <dc:creator>Bhaskar Pal</dc:creator>
  <cp:keywords>DAGritOdQnI,BAGp7ukVOlo,0</cp:keywords>
  <cp:lastModifiedBy>Mahesh Mahi</cp:lastModifiedBy>
  <cp:revision>1</cp:revision>
  <dcterms:created xsi:type="dcterms:W3CDTF">2025-11-24T12:39:28Z</dcterms:created>
  <dcterms:modified xsi:type="dcterms:W3CDTF">2025-11-24T12:54:23Z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2025-06-27T00:00:00Z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2025-11-24T00:00:00Z</vt:filetime>
  </property>
  <property fmtid="{D5CDD505-2E9C-101B-9397-08002B2CF9AE}" pid="5" name="Producer">
    <vt:lpwstr>Canva</vt:lpwstr>
  </property>
</Properties>
</file>